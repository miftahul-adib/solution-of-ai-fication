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3"/>
  </p:notesMasterIdLst>
  <p:sldIdLst>
    <p:sldId id="256" r:id="rId2"/>
    <p:sldId id="257" r:id="rId3"/>
    <p:sldId id="294" r:id="rId4"/>
    <p:sldId id="259" r:id="rId5"/>
    <p:sldId id="291" r:id="rId6"/>
    <p:sldId id="263" r:id="rId7"/>
    <p:sldId id="295" r:id="rId8"/>
    <p:sldId id="260" r:id="rId9"/>
    <p:sldId id="279" r:id="rId10"/>
    <p:sldId id="264" r:id="rId11"/>
    <p:sldId id="266" r:id="rId12"/>
    <p:sldId id="258" r:id="rId13"/>
    <p:sldId id="284" r:id="rId14"/>
    <p:sldId id="288" r:id="rId15"/>
    <p:sldId id="293" r:id="rId16"/>
    <p:sldId id="267" r:id="rId17"/>
    <p:sldId id="282" r:id="rId18"/>
    <p:sldId id="274" r:id="rId19"/>
    <p:sldId id="287" r:id="rId20"/>
    <p:sldId id="289" r:id="rId21"/>
    <p:sldId id="278" r:id="rId22"/>
  </p:sldIdLst>
  <p:sldSz cx="18288000" cy="10287000"/>
  <p:notesSz cx="6858000" cy="9144000"/>
  <p:embeddedFontLst>
    <p:embeddedFont>
      <p:font typeface="Arial MT Pro" panose="020B0604020202020204" charset="0"/>
      <p:regular r:id="rId24"/>
    </p:embeddedFont>
    <p:embeddedFont>
      <p:font typeface="Arial MT Pro Bold" panose="020B0604020202020204" charset="0"/>
      <p:regular r:id="rId25"/>
    </p:embeddedFont>
    <p:embeddedFont>
      <p:font typeface="Lato" panose="020F0502020204030203" pitchFamily="34" charset="0"/>
      <p:regular r:id="rId26"/>
      <p:bold r:id="rId27"/>
      <p:italic r:id="rId28"/>
      <p:boldItalic r:id="rId29"/>
    </p:embeddedFont>
    <p:embeddedFont>
      <p:font typeface="Lato Bold" panose="020F0502020204030203" charset="0"/>
      <p:regular r:id="rId30"/>
    </p:embeddedFont>
    <p:embeddedFont>
      <p:font typeface="Roboto Mono" panose="00000009000000000000" pitchFamily="49" charset="0"/>
      <p:regular r:id="rId31"/>
      <p:bold r:id="rId32"/>
      <p:italic r:id="rId33"/>
      <p:boldItalic r:id="rId3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0" d="100"/>
          <a:sy n="50" d="100"/>
        </p:scale>
        <p:origin x="946" y="3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21" Type="http://schemas.openxmlformats.org/officeDocument/2006/relationships/slide" Target="slides/slide20.xml"/><Relationship Id="rId34" Type="http://schemas.openxmlformats.org/officeDocument/2006/relationships/font" Target="fonts/font1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6BFE31-60E6-4C3A-BF8F-6886C441E7A2}" type="datetimeFigureOut">
              <a:rPr lang="en-US" smtClean="0"/>
              <a:t>11/22/2025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D36E08-6314-422D-A766-BCC595A3A683}" type="slidenum">
              <a:rPr lang="en-US" smtClean="0"/>
              <a:t>‹#›</a:t>
            </a:fld>
            <a:endParaRPr lang="en-US"/>
          </a:p>
        </p:txBody>
      </p:sp>
    </p:spTree>
    <p:extLst>
      <p:ext uri="{BB962C8B-B14F-4D97-AF65-F5344CB8AC3E}">
        <p14:creationId xmlns:p14="http://schemas.microsoft.com/office/powerpoint/2010/main" val="36908243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ED36E08-6314-422D-A766-BCC595A3A683}" type="slidenum">
              <a:rPr lang="en-US" smtClean="0"/>
              <a:t>17</a:t>
            </a:fld>
            <a:endParaRPr lang="en-US"/>
          </a:p>
        </p:txBody>
      </p:sp>
    </p:spTree>
    <p:extLst>
      <p:ext uri="{BB962C8B-B14F-4D97-AF65-F5344CB8AC3E}">
        <p14:creationId xmlns:p14="http://schemas.microsoft.com/office/powerpoint/2010/main" val="40331372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11/22/2025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0.sv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0.sv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0.sv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0.sv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5.svg"/><Relationship Id="rId7" Type="http://schemas.openxmlformats.org/officeDocument/2006/relationships/image" Target="../media/image17.sv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8.sv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7.xml"/><Relationship Id="rId5" Type="http://schemas.openxmlformats.org/officeDocument/2006/relationships/image" Target="../media/image10.sv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0.sv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8" Type="http://schemas.openxmlformats.org/officeDocument/2006/relationships/image" Target="../media/image26.jpeg"/><Relationship Id="rId3" Type="http://schemas.openxmlformats.org/officeDocument/2006/relationships/image" Target="../media/image21.svg"/><Relationship Id="rId7" Type="http://schemas.openxmlformats.org/officeDocument/2006/relationships/image" Target="../media/image25.svg"/><Relationship Id="rId2" Type="http://schemas.openxmlformats.org/officeDocument/2006/relationships/image" Target="../media/image20.png"/><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23.svg"/><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1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0.svg"/><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Layout" Target="../slideLayouts/slideLayout7.xml"/><Relationship Id="rId5" Type="http://schemas.openxmlformats.org/officeDocument/2006/relationships/image" Target="../media/image31.svg"/><Relationship Id="rId4"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6F4F1"/>
        </a:solidFill>
        <a:effectLst/>
      </p:bgPr>
    </p:bg>
    <p:spTree>
      <p:nvGrpSpPr>
        <p:cNvPr id="1" name=""/>
        <p:cNvGrpSpPr/>
        <p:nvPr/>
      </p:nvGrpSpPr>
      <p:grpSpPr>
        <a:xfrm>
          <a:off x="0" y="0"/>
          <a:ext cx="0" cy="0"/>
          <a:chOff x="0" y="0"/>
          <a:chExt cx="0" cy="0"/>
        </a:xfrm>
      </p:grpSpPr>
      <p:sp>
        <p:nvSpPr>
          <p:cNvPr id="2" name="TextBox 2"/>
          <p:cNvSpPr txBox="1"/>
          <p:nvPr/>
        </p:nvSpPr>
        <p:spPr>
          <a:xfrm>
            <a:off x="2746935" y="1353472"/>
            <a:ext cx="12671695" cy="1130309"/>
          </a:xfrm>
          <a:prstGeom prst="rect">
            <a:avLst/>
          </a:prstGeom>
        </p:spPr>
        <p:txBody>
          <a:bodyPr lIns="0" tIns="0" rIns="0" bIns="0" rtlCol="0" anchor="t">
            <a:spAutoFit/>
          </a:bodyPr>
          <a:lstStyle/>
          <a:p>
            <a:pPr algn="ctr">
              <a:lnSpc>
                <a:spcPts val="4394"/>
              </a:lnSpc>
            </a:pPr>
            <a:r>
              <a:rPr lang="en-US" sz="4398" b="1" dirty="0">
                <a:solidFill>
                  <a:srgbClr val="253439"/>
                </a:solidFill>
                <a:latin typeface="Lato Bold"/>
                <a:ea typeface="Lato Bold"/>
                <a:cs typeface="Lato Bold"/>
                <a:sym typeface="Lato Bold"/>
              </a:rPr>
              <a:t>Transcribing Regional Bangladeshi Dialects: </a:t>
            </a:r>
          </a:p>
          <a:p>
            <a:pPr algn="ctr">
              <a:lnSpc>
                <a:spcPts val="4394"/>
              </a:lnSpc>
            </a:pPr>
            <a:r>
              <a:rPr lang="en-GB" sz="4400" b="1" dirty="0"/>
              <a:t>A Dual-Stage Sequential Fine-Tuning Approach</a:t>
            </a:r>
            <a:endParaRPr lang="en-US" sz="4400" b="1" dirty="0">
              <a:solidFill>
                <a:srgbClr val="253439"/>
              </a:solidFill>
              <a:latin typeface="Lato Bold"/>
              <a:ea typeface="Lato Bold"/>
              <a:cs typeface="Lato Bold"/>
              <a:sym typeface="Lato Bold"/>
            </a:endParaRPr>
          </a:p>
        </p:txBody>
      </p:sp>
      <p:sp>
        <p:nvSpPr>
          <p:cNvPr id="3" name="TextBox 3"/>
          <p:cNvSpPr txBox="1"/>
          <p:nvPr/>
        </p:nvSpPr>
        <p:spPr>
          <a:xfrm>
            <a:off x="3131827" y="4657882"/>
            <a:ext cx="4464064" cy="1754678"/>
          </a:xfrm>
          <a:prstGeom prst="rect">
            <a:avLst/>
          </a:prstGeom>
        </p:spPr>
        <p:txBody>
          <a:bodyPr lIns="0" tIns="0" rIns="0" bIns="0" rtlCol="0" anchor="t">
            <a:spAutoFit/>
          </a:bodyPr>
          <a:lstStyle/>
          <a:p>
            <a:pPr algn="l">
              <a:lnSpc>
                <a:spcPts val="3488"/>
              </a:lnSpc>
            </a:pPr>
            <a:r>
              <a:rPr lang="en-US" sz="3170" dirty="0">
                <a:solidFill>
                  <a:srgbClr val="253439"/>
                </a:solidFill>
                <a:latin typeface="Lato"/>
                <a:ea typeface="Lato"/>
                <a:cs typeface="Lato"/>
                <a:sym typeface="Lato"/>
              </a:rPr>
              <a:t>MD </a:t>
            </a:r>
            <a:r>
              <a:rPr lang="en-US" sz="3170" dirty="0" err="1">
                <a:solidFill>
                  <a:srgbClr val="253439"/>
                </a:solidFill>
                <a:latin typeface="Lato"/>
                <a:ea typeface="Lato"/>
                <a:cs typeface="Lato"/>
                <a:sym typeface="Lato"/>
              </a:rPr>
              <a:t>Nasiat</a:t>
            </a:r>
            <a:r>
              <a:rPr lang="en-US" sz="3170" dirty="0">
                <a:solidFill>
                  <a:srgbClr val="253439"/>
                </a:solidFill>
                <a:latin typeface="Lato"/>
                <a:ea typeface="Lato"/>
                <a:cs typeface="Lato"/>
                <a:sym typeface="Lato"/>
              </a:rPr>
              <a:t> Hasan Fahim, </a:t>
            </a:r>
          </a:p>
          <a:p>
            <a:pPr algn="l">
              <a:lnSpc>
                <a:spcPts val="3487"/>
              </a:lnSpc>
            </a:pPr>
            <a:r>
              <a:rPr lang="en-US" sz="3170" dirty="0">
                <a:solidFill>
                  <a:srgbClr val="253439"/>
                </a:solidFill>
                <a:latin typeface="Lato"/>
                <a:ea typeface="Lato"/>
                <a:cs typeface="Lato"/>
                <a:sym typeface="Lato"/>
              </a:rPr>
              <a:t>Dept of CSE,</a:t>
            </a:r>
          </a:p>
          <a:p>
            <a:pPr algn="l">
              <a:lnSpc>
                <a:spcPts val="3487"/>
              </a:lnSpc>
            </a:pPr>
            <a:r>
              <a:rPr lang="en-US" sz="3170" dirty="0">
                <a:solidFill>
                  <a:srgbClr val="253439"/>
                </a:solidFill>
                <a:latin typeface="Lato"/>
                <a:ea typeface="Lato"/>
                <a:cs typeface="Lato"/>
                <a:sym typeface="Lato"/>
              </a:rPr>
              <a:t>(Session: 2020-21), </a:t>
            </a:r>
          </a:p>
          <a:p>
            <a:pPr algn="l">
              <a:lnSpc>
                <a:spcPts val="3488"/>
              </a:lnSpc>
            </a:pPr>
            <a:r>
              <a:rPr lang="en-US" sz="3170" dirty="0">
                <a:solidFill>
                  <a:srgbClr val="253439"/>
                </a:solidFill>
                <a:latin typeface="Lato"/>
                <a:ea typeface="Lato"/>
                <a:cs typeface="Lato"/>
                <a:sym typeface="Lato"/>
              </a:rPr>
              <a:t>SUST</a:t>
            </a:r>
          </a:p>
        </p:txBody>
      </p:sp>
      <p:sp>
        <p:nvSpPr>
          <p:cNvPr id="4" name="Freeform 4"/>
          <p:cNvSpPr/>
          <p:nvPr/>
        </p:nvSpPr>
        <p:spPr>
          <a:xfrm>
            <a:off x="2047914" y="7850605"/>
            <a:ext cx="5547977" cy="225880"/>
          </a:xfrm>
          <a:custGeom>
            <a:avLst/>
            <a:gdLst/>
            <a:ahLst/>
            <a:cxnLst/>
            <a:rect l="l" t="t" r="r" b="b"/>
            <a:pathLst>
              <a:path w="5547977" h="225880">
                <a:moveTo>
                  <a:pt x="0" y="0"/>
                </a:moveTo>
                <a:lnTo>
                  <a:pt x="5547977" y="0"/>
                </a:lnTo>
                <a:lnTo>
                  <a:pt x="5547977" y="225880"/>
                </a:lnTo>
                <a:lnTo>
                  <a:pt x="0" y="22588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a:off x="15848495" y="891318"/>
            <a:ext cx="1410805" cy="274763"/>
          </a:xfrm>
          <a:custGeom>
            <a:avLst/>
            <a:gdLst/>
            <a:ahLst/>
            <a:cxnLst/>
            <a:rect l="l" t="t" r="r" b="b"/>
            <a:pathLst>
              <a:path w="1410805" h="274763">
                <a:moveTo>
                  <a:pt x="0" y="0"/>
                </a:moveTo>
                <a:lnTo>
                  <a:pt x="1410805" y="0"/>
                </a:lnTo>
                <a:lnTo>
                  <a:pt x="1410805" y="274764"/>
                </a:lnTo>
                <a:lnTo>
                  <a:pt x="0" y="27476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6" name="Freeform 6"/>
          <p:cNvSpPr/>
          <p:nvPr/>
        </p:nvSpPr>
        <p:spPr>
          <a:xfrm>
            <a:off x="-381720" y="-363337"/>
            <a:ext cx="1410420" cy="10869012"/>
          </a:xfrm>
          <a:custGeom>
            <a:avLst/>
            <a:gdLst/>
            <a:ahLst/>
            <a:cxnLst/>
            <a:rect l="l" t="t" r="r" b="b"/>
            <a:pathLst>
              <a:path w="1410420" h="10869012">
                <a:moveTo>
                  <a:pt x="0" y="0"/>
                </a:moveTo>
                <a:lnTo>
                  <a:pt x="1410420" y="0"/>
                </a:lnTo>
                <a:lnTo>
                  <a:pt x="1410420" y="10869012"/>
                </a:lnTo>
                <a:lnTo>
                  <a:pt x="0" y="1086901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7" name="Freeform 7"/>
          <p:cNvSpPr/>
          <p:nvPr/>
        </p:nvSpPr>
        <p:spPr>
          <a:xfrm>
            <a:off x="-229320" y="-210937"/>
            <a:ext cx="1258020" cy="1800321"/>
          </a:xfrm>
          <a:custGeom>
            <a:avLst/>
            <a:gdLst/>
            <a:ahLst/>
            <a:cxnLst/>
            <a:rect l="l" t="t" r="r" b="b"/>
            <a:pathLst>
              <a:path w="1258020" h="1800321">
                <a:moveTo>
                  <a:pt x="0" y="0"/>
                </a:moveTo>
                <a:lnTo>
                  <a:pt x="1258020" y="0"/>
                </a:lnTo>
                <a:lnTo>
                  <a:pt x="1258020" y="1800321"/>
                </a:lnTo>
                <a:lnTo>
                  <a:pt x="0" y="180032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8" name="TextBox 8"/>
          <p:cNvSpPr txBox="1"/>
          <p:nvPr/>
        </p:nvSpPr>
        <p:spPr>
          <a:xfrm>
            <a:off x="8469371" y="4648357"/>
            <a:ext cx="4682075" cy="1748192"/>
          </a:xfrm>
          <a:prstGeom prst="rect">
            <a:avLst/>
          </a:prstGeom>
        </p:spPr>
        <p:txBody>
          <a:bodyPr lIns="0" tIns="0" rIns="0" bIns="0" rtlCol="0" anchor="t">
            <a:spAutoFit/>
          </a:bodyPr>
          <a:lstStyle/>
          <a:p>
            <a:pPr algn="l">
              <a:lnSpc>
                <a:spcPts val="3457"/>
              </a:lnSpc>
            </a:pPr>
            <a:r>
              <a:rPr lang="en-US" sz="3141">
                <a:solidFill>
                  <a:srgbClr val="253439"/>
                </a:solidFill>
                <a:latin typeface="Lato"/>
                <a:ea typeface="Lato"/>
                <a:cs typeface="Lato"/>
                <a:sym typeface="Lato"/>
              </a:rPr>
              <a:t>Miftahul Alam Adib,  </a:t>
            </a:r>
          </a:p>
          <a:p>
            <a:pPr algn="l">
              <a:lnSpc>
                <a:spcPts val="3455"/>
              </a:lnSpc>
            </a:pPr>
            <a:r>
              <a:rPr lang="en-US" sz="3141">
                <a:solidFill>
                  <a:srgbClr val="253439"/>
                </a:solidFill>
                <a:latin typeface="Lato"/>
                <a:ea typeface="Lato"/>
                <a:cs typeface="Lato"/>
                <a:sym typeface="Lato"/>
              </a:rPr>
              <a:t>Dept of Statistics,</a:t>
            </a:r>
          </a:p>
          <a:p>
            <a:pPr algn="l">
              <a:lnSpc>
                <a:spcPts val="3455"/>
              </a:lnSpc>
            </a:pPr>
            <a:r>
              <a:rPr lang="en-US" sz="3141">
                <a:solidFill>
                  <a:srgbClr val="253439"/>
                </a:solidFill>
                <a:latin typeface="Lato"/>
                <a:ea typeface="Lato"/>
                <a:cs typeface="Lato"/>
                <a:sym typeface="Lato"/>
              </a:rPr>
              <a:t>(Session: 2023-24), </a:t>
            </a:r>
          </a:p>
          <a:p>
            <a:pPr algn="l">
              <a:lnSpc>
                <a:spcPts val="3457"/>
              </a:lnSpc>
            </a:pPr>
            <a:r>
              <a:rPr lang="en-US" sz="3141">
                <a:solidFill>
                  <a:srgbClr val="253439"/>
                </a:solidFill>
                <a:latin typeface="Lato"/>
                <a:ea typeface="Lato"/>
                <a:cs typeface="Lato"/>
                <a:sym typeface="Lato"/>
              </a:rPr>
              <a:t>SUST</a:t>
            </a:r>
          </a:p>
        </p:txBody>
      </p:sp>
      <p:sp>
        <p:nvSpPr>
          <p:cNvPr id="9" name="TextBox 9"/>
          <p:cNvSpPr txBox="1"/>
          <p:nvPr/>
        </p:nvSpPr>
        <p:spPr>
          <a:xfrm>
            <a:off x="12971663" y="4648357"/>
            <a:ext cx="4606887" cy="1773222"/>
          </a:xfrm>
          <a:prstGeom prst="rect">
            <a:avLst/>
          </a:prstGeom>
        </p:spPr>
        <p:txBody>
          <a:bodyPr lIns="0" tIns="0" rIns="0" bIns="0" rtlCol="0" anchor="t">
            <a:spAutoFit/>
          </a:bodyPr>
          <a:lstStyle/>
          <a:p>
            <a:pPr algn="l">
              <a:lnSpc>
                <a:spcPts val="3455"/>
              </a:lnSpc>
            </a:pPr>
            <a:r>
              <a:rPr lang="en-US" sz="3140" dirty="0">
                <a:solidFill>
                  <a:srgbClr val="253439"/>
                </a:solidFill>
                <a:latin typeface="Lato"/>
                <a:ea typeface="Lato"/>
                <a:cs typeface="Lato"/>
                <a:sym typeface="Lato"/>
              </a:rPr>
              <a:t>Arif Hussain, </a:t>
            </a:r>
          </a:p>
          <a:p>
            <a:pPr algn="l">
              <a:lnSpc>
                <a:spcPts val="3454"/>
              </a:lnSpc>
            </a:pPr>
            <a:r>
              <a:rPr lang="en-US" sz="3140" dirty="0">
                <a:solidFill>
                  <a:srgbClr val="253439"/>
                </a:solidFill>
                <a:latin typeface="Lato"/>
                <a:ea typeface="Lato"/>
                <a:cs typeface="Lato"/>
                <a:sym typeface="Lato"/>
              </a:rPr>
              <a:t>Dept of Mathematics,</a:t>
            </a:r>
          </a:p>
          <a:p>
            <a:pPr algn="l">
              <a:lnSpc>
                <a:spcPts val="3454"/>
              </a:lnSpc>
            </a:pPr>
            <a:r>
              <a:rPr lang="en-US" sz="3140" dirty="0">
                <a:solidFill>
                  <a:srgbClr val="253439"/>
                </a:solidFill>
                <a:latin typeface="Lato"/>
                <a:ea typeface="Lato"/>
                <a:cs typeface="Lato"/>
                <a:sym typeface="Lato"/>
              </a:rPr>
              <a:t>(Session: 2022-23),</a:t>
            </a:r>
          </a:p>
          <a:p>
            <a:pPr algn="l">
              <a:lnSpc>
                <a:spcPts val="3455"/>
              </a:lnSpc>
            </a:pPr>
            <a:r>
              <a:rPr lang="en-US" sz="3140" dirty="0">
                <a:solidFill>
                  <a:srgbClr val="253439"/>
                </a:solidFill>
                <a:latin typeface="Lato"/>
                <a:ea typeface="Lato"/>
                <a:cs typeface="Lato"/>
                <a:sym typeface="Lato"/>
              </a:rPr>
              <a:t>SUST</a:t>
            </a:r>
          </a:p>
        </p:txBody>
      </p:sp>
      <p:sp>
        <p:nvSpPr>
          <p:cNvPr id="10" name="TextBox 5">
            <a:extLst>
              <a:ext uri="{FF2B5EF4-FFF2-40B4-BE49-F238E27FC236}">
                <a16:creationId xmlns:a16="http://schemas.microsoft.com/office/drawing/2014/main" id="{ADA25870-4CFE-9C3D-6701-4AAD2EBFFC9C}"/>
              </a:ext>
            </a:extLst>
          </p:cNvPr>
          <p:cNvSpPr txBox="1"/>
          <p:nvPr/>
        </p:nvSpPr>
        <p:spPr>
          <a:xfrm>
            <a:off x="6324600" y="3265051"/>
            <a:ext cx="11153207" cy="615553"/>
          </a:xfrm>
          <a:prstGeom prst="rect">
            <a:avLst/>
          </a:prstGeom>
        </p:spPr>
        <p:txBody>
          <a:bodyPr lIns="0" tIns="0" rIns="0" bIns="0" rtlCol="0" anchor="t">
            <a:spAutoFit/>
          </a:bodyPr>
          <a:lstStyle/>
          <a:p>
            <a:pPr fontAlgn="base"/>
            <a:r>
              <a:rPr lang="en-GB" sz="4000" b="1" dirty="0"/>
              <a:t>Team Name : Backprop Sust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4F1"/>
        </a:solidFill>
        <a:effectLst/>
      </p:bgPr>
    </p:bg>
    <p:spTree>
      <p:nvGrpSpPr>
        <p:cNvPr id="1" name=""/>
        <p:cNvGrpSpPr/>
        <p:nvPr/>
      </p:nvGrpSpPr>
      <p:grpSpPr>
        <a:xfrm>
          <a:off x="0" y="0"/>
          <a:ext cx="0" cy="0"/>
          <a:chOff x="0" y="0"/>
          <a:chExt cx="0" cy="0"/>
        </a:xfrm>
      </p:grpSpPr>
      <p:sp>
        <p:nvSpPr>
          <p:cNvPr id="2" name="TextBox 2"/>
          <p:cNvSpPr txBox="1"/>
          <p:nvPr/>
        </p:nvSpPr>
        <p:spPr>
          <a:xfrm>
            <a:off x="127924" y="3848100"/>
            <a:ext cx="6108624" cy="2051844"/>
          </a:xfrm>
          <a:prstGeom prst="rect">
            <a:avLst/>
          </a:prstGeom>
        </p:spPr>
        <p:txBody>
          <a:bodyPr lIns="0" tIns="0" rIns="0" bIns="0" rtlCol="0" anchor="t">
            <a:spAutoFit/>
          </a:bodyPr>
          <a:lstStyle/>
          <a:p>
            <a:pPr>
              <a:lnSpc>
                <a:spcPts val="8000"/>
              </a:lnSpc>
            </a:pPr>
            <a:r>
              <a:rPr lang="en-US" sz="8000" dirty="0">
                <a:solidFill>
                  <a:srgbClr val="253439"/>
                </a:solidFill>
                <a:latin typeface="Lato"/>
                <a:ea typeface="Lato"/>
                <a:cs typeface="Lato"/>
                <a:sym typeface="Lato"/>
              </a:rPr>
              <a:t>Problem</a:t>
            </a:r>
          </a:p>
          <a:p>
            <a:pPr algn="l">
              <a:lnSpc>
                <a:spcPts val="8000"/>
              </a:lnSpc>
            </a:pPr>
            <a:r>
              <a:rPr lang="en-US" sz="8000" dirty="0">
                <a:solidFill>
                  <a:srgbClr val="253439"/>
                </a:solidFill>
                <a:latin typeface="Lato"/>
                <a:ea typeface="Lato"/>
                <a:cs typeface="Lato"/>
                <a:sym typeface="Lato"/>
              </a:rPr>
              <a:t>Overview</a:t>
            </a:r>
          </a:p>
        </p:txBody>
      </p:sp>
      <p:sp>
        <p:nvSpPr>
          <p:cNvPr id="3" name="Freeform 3"/>
          <p:cNvSpPr/>
          <p:nvPr/>
        </p:nvSpPr>
        <p:spPr>
          <a:xfrm>
            <a:off x="0" y="6224676"/>
            <a:ext cx="5547977" cy="225880"/>
          </a:xfrm>
          <a:custGeom>
            <a:avLst/>
            <a:gdLst/>
            <a:ahLst/>
            <a:cxnLst/>
            <a:rect l="l" t="t" r="r" b="b"/>
            <a:pathLst>
              <a:path w="5547977" h="225880">
                <a:moveTo>
                  <a:pt x="0" y="0"/>
                </a:moveTo>
                <a:lnTo>
                  <a:pt x="5547976" y="0"/>
                </a:lnTo>
                <a:lnTo>
                  <a:pt x="5547976" y="225880"/>
                </a:lnTo>
                <a:lnTo>
                  <a:pt x="0" y="22588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6483441" y="3079440"/>
            <a:ext cx="11409116" cy="2777620"/>
          </a:xfrm>
          <a:prstGeom prst="rect">
            <a:avLst/>
          </a:prstGeom>
        </p:spPr>
        <p:txBody>
          <a:bodyPr lIns="0" tIns="0" rIns="0" bIns="0" rtlCol="0" anchor="t">
            <a:spAutoFit/>
          </a:bodyPr>
          <a:lstStyle/>
          <a:p>
            <a:pPr algn="just">
              <a:lnSpc>
                <a:spcPts val="4367"/>
              </a:lnSpc>
            </a:pPr>
            <a:r>
              <a:rPr lang="en-US" sz="3000" dirty="0"/>
              <a:t>Development of automatic speech recognition (ASR) models that transcribe regional Bangladeshi dialects into standard Bangla text. The competition features audio recordings from 20 regional dialects across Bangladesh, with the task of transcribing dialectal speech into formal Bangla text evaluated using Normalized </a:t>
            </a:r>
            <a:r>
              <a:rPr lang="en-US" sz="3000" dirty="0" err="1"/>
              <a:t>Levenshtein</a:t>
            </a:r>
            <a:r>
              <a:rPr lang="en-US" sz="3000" dirty="0"/>
              <a:t> Similarity.</a:t>
            </a:r>
            <a:endParaRPr lang="en-US" sz="3000" spc="-60" dirty="0">
              <a:solidFill>
                <a:srgbClr val="1C191A"/>
              </a:solidFill>
              <a:latin typeface="Lato"/>
              <a:ea typeface="Lato"/>
              <a:cs typeface="Lato"/>
              <a:sym typeface="Lato"/>
            </a:endParaRPr>
          </a:p>
        </p:txBody>
      </p:sp>
      <p:sp>
        <p:nvSpPr>
          <p:cNvPr id="5" name="TextBox 5"/>
          <p:cNvSpPr txBox="1"/>
          <p:nvPr/>
        </p:nvSpPr>
        <p:spPr>
          <a:xfrm>
            <a:off x="6611396" y="1714500"/>
            <a:ext cx="11153207" cy="615553"/>
          </a:xfrm>
          <a:prstGeom prst="rect">
            <a:avLst/>
          </a:prstGeom>
        </p:spPr>
        <p:txBody>
          <a:bodyPr lIns="0" tIns="0" rIns="0" bIns="0" rtlCol="0" anchor="t">
            <a:spAutoFit/>
          </a:bodyPr>
          <a:lstStyle/>
          <a:p>
            <a:pPr fontAlgn="base"/>
            <a:r>
              <a:rPr lang="en-GB" sz="4000" b="1" dirty="0" err="1"/>
              <a:t>শব্দতরী</a:t>
            </a:r>
            <a:r>
              <a:rPr lang="en-GB" sz="4000" b="1" dirty="0"/>
              <a:t>: Where Dialects Flow into Bangla</a:t>
            </a:r>
          </a:p>
        </p:txBody>
      </p:sp>
      <p:sp>
        <p:nvSpPr>
          <p:cNvPr id="6" name="Freeform 6"/>
          <p:cNvSpPr/>
          <p:nvPr/>
        </p:nvSpPr>
        <p:spPr>
          <a:xfrm>
            <a:off x="6096000" y="3165335"/>
            <a:ext cx="250617" cy="378295"/>
          </a:xfrm>
          <a:custGeom>
            <a:avLst/>
            <a:gdLst/>
            <a:ahLst/>
            <a:cxnLst/>
            <a:rect l="l" t="t" r="r" b="b"/>
            <a:pathLst>
              <a:path w="657869" h="820154">
                <a:moveTo>
                  <a:pt x="0" y="0"/>
                </a:moveTo>
                <a:lnTo>
                  <a:pt x="657869" y="0"/>
                </a:lnTo>
                <a:lnTo>
                  <a:pt x="657869" y="820155"/>
                </a:lnTo>
                <a:lnTo>
                  <a:pt x="0" y="820155"/>
                </a:lnTo>
                <a:lnTo>
                  <a:pt x="0" y="0"/>
                </a:lnTo>
                <a:close/>
              </a:path>
            </a:pathLst>
          </a:custGeom>
          <a:blipFill>
            <a:blip r:embed="rId4">
              <a:extLst>
                <a:ext uri="{96DAC541-7B7A-43D3-8B79-37D633B846F1}">
                  <asvg:svgBlip xmlns:asvg="http://schemas.microsoft.com/office/drawing/2016/SVG/main" r:embed="rId5"/>
                </a:ext>
              </a:extLst>
            </a:blip>
            <a:stretch>
              <a:fillRect t="-133" b="-133"/>
            </a:stretch>
          </a:blipFill>
        </p:spPr>
        <p:txBody>
          <a:bodyPr/>
          <a:lstStyle/>
          <a:p>
            <a:endParaRPr lang="en-US" dirty="0"/>
          </a:p>
        </p:txBody>
      </p:sp>
      <p:sp>
        <p:nvSpPr>
          <p:cNvPr id="9" name="Freeform 6">
            <a:extLst>
              <a:ext uri="{FF2B5EF4-FFF2-40B4-BE49-F238E27FC236}">
                <a16:creationId xmlns:a16="http://schemas.microsoft.com/office/drawing/2014/main" id="{05BAF236-FC19-BD72-AF28-F3E866B0D3BB}"/>
              </a:ext>
            </a:extLst>
          </p:cNvPr>
          <p:cNvSpPr/>
          <p:nvPr/>
        </p:nvSpPr>
        <p:spPr>
          <a:xfrm>
            <a:off x="6095999" y="6743371"/>
            <a:ext cx="250617" cy="378295"/>
          </a:xfrm>
          <a:custGeom>
            <a:avLst/>
            <a:gdLst/>
            <a:ahLst/>
            <a:cxnLst/>
            <a:rect l="l" t="t" r="r" b="b"/>
            <a:pathLst>
              <a:path w="657869" h="820154">
                <a:moveTo>
                  <a:pt x="0" y="0"/>
                </a:moveTo>
                <a:lnTo>
                  <a:pt x="657869" y="0"/>
                </a:lnTo>
                <a:lnTo>
                  <a:pt x="657869" y="820155"/>
                </a:lnTo>
                <a:lnTo>
                  <a:pt x="0" y="820155"/>
                </a:lnTo>
                <a:lnTo>
                  <a:pt x="0" y="0"/>
                </a:lnTo>
                <a:close/>
              </a:path>
            </a:pathLst>
          </a:custGeom>
          <a:blipFill>
            <a:blip r:embed="rId4">
              <a:extLst>
                <a:ext uri="{96DAC541-7B7A-43D3-8B79-37D633B846F1}">
                  <asvg:svgBlip xmlns:asvg="http://schemas.microsoft.com/office/drawing/2016/SVG/main" r:embed="rId5"/>
                </a:ext>
              </a:extLst>
            </a:blip>
            <a:stretch>
              <a:fillRect t="-133" b="-133"/>
            </a:stretch>
          </a:blipFill>
        </p:spPr>
        <p:txBody>
          <a:bodyPr/>
          <a:lstStyle/>
          <a:p>
            <a:endParaRPr lang="en-US" dirty="0"/>
          </a:p>
        </p:txBody>
      </p:sp>
      <p:sp>
        <p:nvSpPr>
          <p:cNvPr id="10" name="TextBox 9">
            <a:extLst>
              <a:ext uri="{FF2B5EF4-FFF2-40B4-BE49-F238E27FC236}">
                <a16:creationId xmlns:a16="http://schemas.microsoft.com/office/drawing/2014/main" id="{D82B16BE-4417-2B45-C018-76463481C143}"/>
              </a:ext>
            </a:extLst>
          </p:cNvPr>
          <p:cNvSpPr txBox="1"/>
          <p:nvPr/>
        </p:nvSpPr>
        <p:spPr>
          <a:xfrm>
            <a:off x="6483441" y="6647582"/>
            <a:ext cx="9400478" cy="1015663"/>
          </a:xfrm>
          <a:prstGeom prst="rect">
            <a:avLst/>
          </a:prstGeom>
          <a:noFill/>
        </p:spPr>
        <p:txBody>
          <a:bodyPr wrap="square">
            <a:spAutoFit/>
          </a:bodyPr>
          <a:lstStyle/>
          <a:p>
            <a:r>
              <a:rPr lang="en-GB" sz="3000" dirty="0"/>
              <a:t> </a:t>
            </a:r>
            <a:r>
              <a:rPr lang="en-GB" sz="3000" b="1" dirty="0"/>
              <a:t>Normalized </a:t>
            </a:r>
            <a:r>
              <a:rPr lang="en-GB" sz="3000" b="1" dirty="0" err="1"/>
              <a:t>Levenshtein</a:t>
            </a:r>
            <a:r>
              <a:rPr lang="en-GB" sz="3000" b="1" dirty="0"/>
              <a:t> Similarity</a:t>
            </a:r>
            <a:r>
              <a:rPr lang="en-GB" sz="3000" dirty="0"/>
              <a:t> to measure transcription accuracy</a:t>
            </a:r>
            <a:endParaRPr lang="en-US" sz="3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2595BE-A180-05F0-64C7-0E2672D6157C}"/>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A4BB46C4-143C-6DFD-53A6-258A18DE3EC1}"/>
              </a:ext>
            </a:extLst>
          </p:cNvPr>
          <p:cNvSpPr/>
          <p:nvPr/>
        </p:nvSpPr>
        <p:spPr>
          <a:xfrm>
            <a:off x="11658600" y="8953500"/>
            <a:ext cx="5547977" cy="225880"/>
          </a:xfrm>
          <a:custGeom>
            <a:avLst/>
            <a:gdLst/>
            <a:ahLst/>
            <a:cxnLst/>
            <a:rect l="l" t="t" r="r" b="b"/>
            <a:pathLst>
              <a:path w="7397303" h="301173">
                <a:moveTo>
                  <a:pt x="0" y="0"/>
                </a:moveTo>
                <a:lnTo>
                  <a:pt x="7397303" y="0"/>
                </a:lnTo>
                <a:lnTo>
                  <a:pt x="7397303" y="301174"/>
                </a:lnTo>
                <a:lnTo>
                  <a:pt x="0" y="30117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2" name="Rectangle 3">
            <a:extLst>
              <a:ext uri="{FF2B5EF4-FFF2-40B4-BE49-F238E27FC236}">
                <a16:creationId xmlns:a16="http://schemas.microsoft.com/office/drawing/2014/main" id="{90F0A88D-F697-6B24-8961-16928CB5ED64}"/>
              </a:ext>
            </a:extLst>
          </p:cNvPr>
          <p:cNvSpPr>
            <a:spLocks noChangeArrowheads="1"/>
          </p:cNvSpPr>
          <p:nvPr/>
        </p:nvSpPr>
        <p:spPr bwMode="auto">
          <a:xfrm>
            <a:off x="1409701" y="2171700"/>
            <a:ext cx="10134600"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514350" marR="0" lvl="0" indent="-514350" algn="l" defTabSz="914400" rtl="0" eaLnBrk="0" fontAlgn="base" latinLnBrk="0" hangingPunct="0">
              <a:lnSpc>
                <a:spcPct val="100000"/>
              </a:lnSpc>
              <a:spcBef>
                <a:spcPct val="0"/>
              </a:spcBef>
              <a:spcAft>
                <a:spcPct val="0"/>
              </a:spcAft>
              <a:buClrTx/>
              <a:buSzTx/>
              <a:buAutoNum type="arabicPeriod"/>
              <a:tabLst/>
            </a:pPr>
            <a:r>
              <a:rPr lang="en-GB" altLang="en-US" sz="3000" dirty="0">
                <a:latin typeface="Arial" panose="020B0604020202020204" pitchFamily="34" charset="0"/>
              </a:rPr>
              <a:t>Knowing the domain</a:t>
            </a:r>
          </a:p>
          <a:p>
            <a:pPr marR="0" lvl="0" algn="l" defTabSz="914400" rtl="0" eaLnBrk="0" fontAlgn="base" latinLnBrk="0" hangingPunct="0">
              <a:lnSpc>
                <a:spcPct val="100000"/>
              </a:lnSpc>
              <a:spcBef>
                <a:spcPct val="0"/>
              </a:spcBef>
              <a:spcAft>
                <a:spcPct val="0"/>
              </a:spcAft>
              <a:buClrTx/>
              <a:buSzTx/>
              <a:tabLst/>
            </a:pPr>
            <a:endParaRPr lang="en-GB" altLang="en-US" sz="3000" dirty="0">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tabLst/>
            </a:pPr>
            <a:r>
              <a:rPr kumimoji="0" lang="en-GB" altLang="en-US" sz="3000" b="0" i="0" u="none" strike="noStrike" cap="none" normalizeH="0" baseline="0" dirty="0">
                <a:ln>
                  <a:noFill/>
                </a:ln>
                <a:solidFill>
                  <a:schemeClr val="tx1"/>
                </a:solidFill>
                <a:effectLst/>
                <a:latin typeface="Arial" panose="020B0604020202020204" pitchFamily="34" charset="0"/>
              </a:rPr>
              <a:t>2. Previous works:</a:t>
            </a:r>
          </a:p>
          <a:p>
            <a:pPr eaLnBrk="0" fontAlgn="base" hangingPunct="0">
              <a:spcBef>
                <a:spcPct val="0"/>
              </a:spcBef>
              <a:spcAft>
                <a:spcPct val="0"/>
              </a:spcAft>
            </a:pPr>
            <a:r>
              <a:rPr kumimoji="0" lang="en-US" altLang="en-US" sz="3000" b="0" i="0" u="none" strike="noStrike" cap="none" normalizeH="0" baseline="0" dirty="0">
                <a:ln>
                  <a:noFill/>
                </a:ln>
                <a:solidFill>
                  <a:schemeClr val="tx1"/>
                </a:solidFill>
                <a:effectLst/>
                <a:latin typeface="Arial" panose="020B0604020202020204" pitchFamily="34" charset="0"/>
              </a:rPr>
              <a:t>	- </a:t>
            </a:r>
            <a:r>
              <a:rPr lang="de-DE" sz="3000" b="1" dirty="0"/>
              <a:t>DL Sprint - BUET CSE Fest 2022</a:t>
            </a:r>
          </a:p>
          <a:p>
            <a:pPr eaLnBrk="0" fontAlgn="base" hangingPunct="0">
              <a:spcBef>
                <a:spcPct val="0"/>
              </a:spcBef>
              <a:spcAft>
                <a:spcPct val="0"/>
              </a:spcAft>
            </a:pPr>
            <a:r>
              <a:rPr lang="de-DE" sz="3000" b="1" dirty="0"/>
              <a:t>	- </a:t>
            </a:r>
            <a:r>
              <a:rPr lang="en-US" sz="3000" b="1" dirty="0"/>
              <a:t>Bengali.AI Speech Recognition (most resourceful)</a:t>
            </a:r>
          </a:p>
          <a:p>
            <a:pPr eaLnBrk="0" fontAlgn="base" hangingPunct="0">
              <a:spcBef>
                <a:spcPct val="0"/>
              </a:spcBef>
              <a:spcAft>
                <a:spcPct val="0"/>
              </a:spcAft>
            </a:pPr>
            <a:r>
              <a:rPr lang="en-US" sz="3000" b="1" dirty="0"/>
              <a:t>	- </a:t>
            </a:r>
            <a:r>
              <a:rPr lang="as-IN" sz="3000" b="1" dirty="0"/>
              <a:t>ভাষা-বিচিত্রা: </a:t>
            </a:r>
            <a:r>
              <a:rPr lang="en-US" sz="3000" b="1" dirty="0"/>
              <a:t>ASR for Regional Dialects (most relevant)</a:t>
            </a:r>
          </a:p>
          <a:p>
            <a:pPr eaLnBrk="0" fontAlgn="base" hangingPunct="0">
              <a:spcBef>
                <a:spcPct val="0"/>
              </a:spcBef>
              <a:spcAft>
                <a:spcPct val="0"/>
              </a:spcAft>
            </a:pPr>
            <a:endParaRPr lang="de-DE" sz="3000" dirty="0"/>
          </a:p>
          <a:p>
            <a:pPr eaLnBrk="0" fontAlgn="base" hangingPunct="0">
              <a:spcBef>
                <a:spcPct val="0"/>
              </a:spcBef>
              <a:spcAft>
                <a:spcPct val="0"/>
              </a:spcAft>
            </a:pPr>
            <a:r>
              <a:rPr lang="de-DE" sz="3000" dirty="0"/>
              <a:t>3. Selecting potential approaches</a:t>
            </a:r>
          </a:p>
          <a:p>
            <a:pPr eaLnBrk="0" fontAlgn="base" hangingPunct="0">
              <a:spcBef>
                <a:spcPct val="0"/>
              </a:spcBef>
              <a:spcAft>
                <a:spcPct val="0"/>
              </a:spcAft>
            </a:pPr>
            <a:endParaRPr lang="de-DE" sz="3000" dirty="0"/>
          </a:p>
          <a:p>
            <a:pPr eaLnBrk="0" fontAlgn="base" hangingPunct="0">
              <a:spcBef>
                <a:spcPct val="0"/>
              </a:spcBef>
              <a:spcAft>
                <a:spcPct val="0"/>
              </a:spcAft>
            </a:pPr>
            <a:r>
              <a:rPr lang="de-DE" sz="3000" dirty="0"/>
              <a:t>4. </a:t>
            </a:r>
            <a:r>
              <a:rPr lang="de-DE" sz="3000" b="1" dirty="0">
                <a:highlight>
                  <a:srgbClr val="FFFF00"/>
                </a:highlight>
              </a:rPr>
              <a:t>Understanding resource needs and our constrains</a:t>
            </a:r>
          </a:p>
        </p:txBody>
      </p:sp>
      <p:sp>
        <p:nvSpPr>
          <p:cNvPr id="12" name="TextBox 11">
            <a:extLst>
              <a:ext uri="{FF2B5EF4-FFF2-40B4-BE49-F238E27FC236}">
                <a16:creationId xmlns:a16="http://schemas.microsoft.com/office/drawing/2014/main" id="{1E6CBC86-1951-7FB7-44A2-27D2105B84A1}"/>
              </a:ext>
            </a:extLst>
          </p:cNvPr>
          <p:cNvSpPr txBox="1"/>
          <p:nvPr/>
        </p:nvSpPr>
        <p:spPr>
          <a:xfrm>
            <a:off x="11811000" y="6667500"/>
            <a:ext cx="4011605" cy="1938992"/>
          </a:xfrm>
          <a:prstGeom prst="rect">
            <a:avLst/>
          </a:prstGeom>
          <a:noFill/>
        </p:spPr>
        <p:txBody>
          <a:bodyPr wrap="square">
            <a:spAutoFit/>
          </a:bodyPr>
          <a:lstStyle/>
          <a:p>
            <a:r>
              <a:rPr lang="en-US" sz="6000" b="1" i="0" dirty="0">
                <a:solidFill>
                  <a:srgbClr val="001D35"/>
                </a:solidFill>
                <a:effectLst/>
                <a:latin typeface="Google Sans"/>
              </a:rPr>
              <a:t>How we approached</a:t>
            </a:r>
            <a:endParaRPr lang="en-US" sz="6000" b="1" dirty="0"/>
          </a:p>
        </p:txBody>
      </p:sp>
    </p:spTree>
    <p:extLst>
      <p:ext uri="{BB962C8B-B14F-4D97-AF65-F5344CB8AC3E}">
        <p14:creationId xmlns:p14="http://schemas.microsoft.com/office/powerpoint/2010/main" val="9724118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4F1"/>
        </a:solidFill>
        <a:effectLst/>
      </p:bgPr>
    </p:bg>
    <p:spTree>
      <p:nvGrpSpPr>
        <p:cNvPr id="1" name=""/>
        <p:cNvGrpSpPr/>
        <p:nvPr/>
      </p:nvGrpSpPr>
      <p:grpSpPr>
        <a:xfrm>
          <a:off x="0" y="0"/>
          <a:ext cx="0" cy="0"/>
          <a:chOff x="0" y="0"/>
          <a:chExt cx="0" cy="0"/>
        </a:xfrm>
      </p:grpSpPr>
      <p:grpSp>
        <p:nvGrpSpPr>
          <p:cNvPr id="2" name="Group 2"/>
          <p:cNvGrpSpPr/>
          <p:nvPr/>
        </p:nvGrpSpPr>
        <p:grpSpPr>
          <a:xfrm>
            <a:off x="12534602" y="5491105"/>
            <a:ext cx="6271387" cy="3077766"/>
            <a:chOff x="-87191" y="142875"/>
            <a:chExt cx="8361850" cy="4103688"/>
          </a:xfrm>
        </p:grpSpPr>
        <p:sp>
          <p:nvSpPr>
            <p:cNvPr id="3" name="Freeform 3"/>
            <p:cNvSpPr/>
            <p:nvPr/>
          </p:nvSpPr>
          <p:spPr>
            <a:xfrm>
              <a:off x="-87191" y="2842194"/>
              <a:ext cx="7397303" cy="301173"/>
            </a:xfrm>
            <a:custGeom>
              <a:avLst/>
              <a:gdLst/>
              <a:ahLst/>
              <a:cxnLst/>
              <a:rect l="l" t="t" r="r" b="b"/>
              <a:pathLst>
                <a:path w="7397303" h="301173">
                  <a:moveTo>
                    <a:pt x="0" y="0"/>
                  </a:moveTo>
                  <a:lnTo>
                    <a:pt x="7397303" y="0"/>
                  </a:lnTo>
                  <a:lnTo>
                    <a:pt x="7397303" y="301174"/>
                  </a:lnTo>
                  <a:lnTo>
                    <a:pt x="0" y="30117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154572" y="142875"/>
              <a:ext cx="8120087" cy="4103688"/>
            </a:xfrm>
            <a:prstGeom prst="rect">
              <a:avLst/>
            </a:prstGeom>
          </p:spPr>
          <p:txBody>
            <a:bodyPr lIns="0" tIns="0" rIns="0" bIns="0" rtlCol="0" anchor="t">
              <a:spAutoFit/>
            </a:bodyPr>
            <a:lstStyle/>
            <a:p>
              <a:pPr algn="just">
                <a:lnSpc>
                  <a:spcPts val="8000"/>
                </a:lnSpc>
              </a:pPr>
              <a:r>
                <a:rPr lang="en-US" sz="8000" b="1" spc="-56" dirty="0">
                  <a:solidFill>
                    <a:srgbClr val="1C191A"/>
                  </a:solidFill>
                  <a:latin typeface="Lato Bold"/>
                  <a:ea typeface="Lato Bold"/>
                  <a:cs typeface="Lato Bold"/>
                  <a:sym typeface="Lato Bold"/>
                </a:rPr>
                <a:t>Bengali language</a:t>
              </a:r>
              <a:endParaRPr lang="en-US" sz="8000" dirty="0">
                <a:solidFill>
                  <a:srgbClr val="253439"/>
                </a:solidFill>
                <a:latin typeface="Lato"/>
                <a:ea typeface="Lato"/>
                <a:cs typeface="Lato"/>
                <a:sym typeface="Lato"/>
              </a:endParaRPr>
            </a:p>
            <a:p>
              <a:pPr algn="just">
                <a:lnSpc>
                  <a:spcPts val="8000"/>
                </a:lnSpc>
              </a:pPr>
              <a:endParaRPr lang="en-US" sz="8000" dirty="0">
                <a:solidFill>
                  <a:srgbClr val="253439"/>
                </a:solidFill>
                <a:latin typeface="Lato"/>
                <a:ea typeface="Lato"/>
                <a:cs typeface="Lato"/>
                <a:sym typeface="Lato"/>
              </a:endParaRPr>
            </a:p>
          </p:txBody>
        </p:sp>
      </p:grpSp>
      <p:grpSp>
        <p:nvGrpSpPr>
          <p:cNvPr id="5" name="Group 5"/>
          <p:cNvGrpSpPr/>
          <p:nvPr/>
        </p:nvGrpSpPr>
        <p:grpSpPr>
          <a:xfrm>
            <a:off x="2049709" y="1337619"/>
            <a:ext cx="10550286" cy="1838003"/>
            <a:chOff x="963659" y="411893"/>
            <a:chExt cx="12117716" cy="2450670"/>
          </a:xfrm>
        </p:grpSpPr>
        <p:sp>
          <p:nvSpPr>
            <p:cNvPr id="7" name="TextBox 7"/>
            <p:cNvSpPr txBox="1"/>
            <p:nvPr/>
          </p:nvSpPr>
          <p:spPr>
            <a:xfrm>
              <a:off x="1322567" y="411893"/>
              <a:ext cx="9006052" cy="683948"/>
            </a:xfrm>
            <a:prstGeom prst="rect">
              <a:avLst/>
            </a:prstGeom>
          </p:spPr>
          <p:txBody>
            <a:bodyPr lIns="0" tIns="0" rIns="0" bIns="0" rtlCol="0" anchor="t">
              <a:spAutoFit/>
            </a:bodyPr>
            <a:lstStyle/>
            <a:p>
              <a:pPr algn="l">
                <a:lnSpc>
                  <a:spcPts val="4001"/>
                </a:lnSpc>
              </a:pPr>
              <a:r>
                <a:rPr lang="en-US" sz="4000" b="1" spc="-56" dirty="0">
                  <a:solidFill>
                    <a:srgbClr val="1C191A"/>
                  </a:solidFill>
                  <a:latin typeface="Lato Bold"/>
                  <a:ea typeface="Lato Bold"/>
                  <a:cs typeface="Lato Bold"/>
                  <a:sym typeface="Lato Bold"/>
                </a:rPr>
                <a:t>Why it is very hard?</a:t>
              </a:r>
            </a:p>
          </p:txBody>
        </p:sp>
        <p:sp>
          <p:nvSpPr>
            <p:cNvPr id="8" name="TextBox 8"/>
            <p:cNvSpPr txBox="1"/>
            <p:nvPr/>
          </p:nvSpPr>
          <p:spPr>
            <a:xfrm>
              <a:off x="1635729" y="1004474"/>
              <a:ext cx="10618530" cy="1125180"/>
            </a:xfrm>
            <a:prstGeom prst="rect">
              <a:avLst/>
            </a:prstGeom>
          </p:spPr>
          <p:txBody>
            <a:bodyPr lIns="0" tIns="0" rIns="0" bIns="0" rtlCol="0" anchor="t">
              <a:spAutoFit/>
            </a:bodyPr>
            <a:lstStyle/>
            <a:p>
              <a:endParaRPr lang="en-US" sz="2800" dirty="0"/>
            </a:p>
            <a:p>
              <a:pPr algn="ctr">
                <a:lnSpc>
                  <a:spcPts val="3426"/>
                </a:lnSpc>
              </a:pPr>
              <a:endParaRPr lang="en-US" sz="2447" dirty="0">
                <a:solidFill>
                  <a:srgbClr val="000000"/>
                </a:solidFill>
                <a:latin typeface="Arial MT Pro"/>
                <a:ea typeface="Arial MT Pro"/>
                <a:cs typeface="Arial MT Pro"/>
                <a:sym typeface="Arial MT Pro"/>
              </a:endParaRPr>
            </a:p>
          </p:txBody>
        </p:sp>
        <p:sp>
          <p:nvSpPr>
            <p:cNvPr id="9" name="Freeform 9"/>
            <p:cNvSpPr/>
            <p:nvPr/>
          </p:nvSpPr>
          <p:spPr>
            <a:xfrm>
              <a:off x="963659" y="2088176"/>
              <a:ext cx="358908" cy="447445"/>
            </a:xfrm>
            <a:custGeom>
              <a:avLst/>
              <a:gdLst/>
              <a:ahLst/>
              <a:cxnLst/>
              <a:rect l="l" t="t" r="r" b="b"/>
              <a:pathLst>
                <a:path w="358908" h="447445">
                  <a:moveTo>
                    <a:pt x="0" y="0"/>
                  </a:moveTo>
                  <a:lnTo>
                    <a:pt x="358908" y="0"/>
                  </a:lnTo>
                  <a:lnTo>
                    <a:pt x="358908" y="447445"/>
                  </a:lnTo>
                  <a:lnTo>
                    <a:pt x="0" y="447445"/>
                  </a:lnTo>
                  <a:lnTo>
                    <a:pt x="0" y="0"/>
                  </a:lnTo>
                  <a:close/>
                </a:path>
              </a:pathLst>
            </a:custGeom>
            <a:blipFill>
              <a:blip r:embed="rId4">
                <a:extLst>
                  <a:ext uri="{96DAC541-7B7A-43D3-8B79-37D633B846F1}">
                    <asvg:svgBlip xmlns:asvg="http://schemas.microsoft.com/office/drawing/2016/SVG/main" r:embed="rId5"/>
                  </a:ext>
                </a:extLst>
              </a:blip>
              <a:stretch>
                <a:fillRect t="-133" b="-133"/>
              </a:stretch>
            </a:blipFill>
          </p:spPr>
          <p:txBody>
            <a:bodyPr/>
            <a:lstStyle/>
            <a:p>
              <a:endParaRPr lang="en-US"/>
            </a:p>
          </p:txBody>
        </p:sp>
        <p:sp>
          <p:nvSpPr>
            <p:cNvPr id="11" name="TextBox 11"/>
            <p:cNvSpPr txBox="1"/>
            <p:nvPr/>
          </p:nvSpPr>
          <p:spPr>
            <a:xfrm>
              <a:off x="1753395" y="2311899"/>
              <a:ext cx="11327980" cy="550664"/>
            </a:xfrm>
            <a:prstGeom prst="rect">
              <a:avLst/>
            </a:prstGeom>
          </p:spPr>
          <p:txBody>
            <a:bodyPr lIns="0" tIns="0" rIns="0" bIns="0" rtlCol="0" anchor="t">
              <a:spAutoFit/>
            </a:bodyPr>
            <a:lstStyle/>
            <a:p>
              <a:pPr algn="ctr">
                <a:lnSpc>
                  <a:spcPts val="3426"/>
                </a:lnSpc>
              </a:pPr>
              <a:endParaRPr lang="en-US" sz="2447" dirty="0">
                <a:solidFill>
                  <a:srgbClr val="000000"/>
                </a:solidFill>
                <a:latin typeface="Arial MT Pro"/>
                <a:ea typeface="Arial MT Pro"/>
                <a:cs typeface="Arial MT Pro"/>
                <a:sym typeface="Arial MT Pro"/>
              </a:endParaRPr>
            </a:p>
          </p:txBody>
        </p:sp>
      </p:grpSp>
      <p:sp>
        <p:nvSpPr>
          <p:cNvPr id="15" name="Freeform 15"/>
          <p:cNvSpPr/>
          <p:nvPr/>
        </p:nvSpPr>
        <p:spPr>
          <a:xfrm>
            <a:off x="2049709" y="4217425"/>
            <a:ext cx="269181" cy="335583"/>
          </a:xfrm>
          <a:custGeom>
            <a:avLst/>
            <a:gdLst/>
            <a:ahLst/>
            <a:cxnLst/>
            <a:rect l="l" t="t" r="r" b="b"/>
            <a:pathLst>
              <a:path w="269181" h="335583">
                <a:moveTo>
                  <a:pt x="0" y="0"/>
                </a:moveTo>
                <a:lnTo>
                  <a:pt x="269181" y="0"/>
                </a:lnTo>
                <a:lnTo>
                  <a:pt x="269181" y="335583"/>
                </a:lnTo>
                <a:lnTo>
                  <a:pt x="0" y="335583"/>
                </a:lnTo>
                <a:lnTo>
                  <a:pt x="0" y="0"/>
                </a:lnTo>
                <a:close/>
              </a:path>
            </a:pathLst>
          </a:custGeom>
          <a:blipFill>
            <a:blip r:embed="rId4">
              <a:extLst>
                <a:ext uri="{96DAC541-7B7A-43D3-8B79-37D633B846F1}">
                  <asvg:svgBlip xmlns:asvg="http://schemas.microsoft.com/office/drawing/2016/SVG/main" r:embed="rId5"/>
                </a:ext>
              </a:extLst>
            </a:blip>
            <a:stretch>
              <a:fillRect t="-133" b="-133"/>
            </a:stretch>
          </a:blipFill>
        </p:spPr>
        <p:txBody>
          <a:bodyPr/>
          <a:lstStyle/>
          <a:p>
            <a:endParaRPr lang="en-US"/>
          </a:p>
        </p:txBody>
      </p:sp>
      <p:sp>
        <p:nvSpPr>
          <p:cNvPr id="16" name="Freeform 16"/>
          <p:cNvSpPr/>
          <p:nvPr/>
        </p:nvSpPr>
        <p:spPr>
          <a:xfrm>
            <a:off x="2049710" y="6471307"/>
            <a:ext cx="269181" cy="335583"/>
          </a:xfrm>
          <a:custGeom>
            <a:avLst/>
            <a:gdLst/>
            <a:ahLst/>
            <a:cxnLst/>
            <a:rect l="l" t="t" r="r" b="b"/>
            <a:pathLst>
              <a:path w="269181" h="335583">
                <a:moveTo>
                  <a:pt x="0" y="0"/>
                </a:moveTo>
                <a:lnTo>
                  <a:pt x="269181" y="0"/>
                </a:lnTo>
                <a:lnTo>
                  <a:pt x="269181" y="335583"/>
                </a:lnTo>
                <a:lnTo>
                  <a:pt x="0" y="335583"/>
                </a:lnTo>
                <a:lnTo>
                  <a:pt x="0" y="0"/>
                </a:lnTo>
                <a:close/>
              </a:path>
            </a:pathLst>
          </a:custGeom>
          <a:blipFill>
            <a:blip r:embed="rId4">
              <a:extLst>
                <a:ext uri="{96DAC541-7B7A-43D3-8B79-37D633B846F1}">
                  <asvg:svgBlip xmlns:asvg="http://schemas.microsoft.com/office/drawing/2016/SVG/main" r:embed="rId5"/>
                </a:ext>
              </a:extLst>
            </a:blip>
            <a:stretch>
              <a:fillRect t="-133" b="-133"/>
            </a:stretch>
          </a:blipFill>
        </p:spPr>
        <p:txBody>
          <a:bodyPr/>
          <a:lstStyle/>
          <a:p>
            <a:endParaRPr lang="en-US"/>
          </a:p>
        </p:txBody>
      </p:sp>
      <p:sp>
        <p:nvSpPr>
          <p:cNvPr id="27" name="TextBox 26">
            <a:extLst>
              <a:ext uri="{FF2B5EF4-FFF2-40B4-BE49-F238E27FC236}">
                <a16:creationId xmlns:a16="http://schemas.microsoft.com/office/drawing/2014/main" id="{23C9B629-E665-8E51-9D0C-98C7F5EB020D}"/>
              </a:ext>
            </a:extLst>
          </p:cNvPr>
          <p:cNvSpPr txBox="1"/>
          <p:nvPr/>
        </p:nvSpPr>
        <p:spPr>
          <a:xfrm>
            <a:off x="2558593" y="2386713"/>
            <a:ext cx="9400478" cy="1815882"/>
          </a:xfrm>
          <a:prstGeom prst="rect">
            <a:avLst/>
          </a:prstGeom>
          <a:noFill/>
        </p:spPr>
        <p:txBody>
          <a:bodyPr wrap="square">
            <a:spAutoFit/>
          </a:bodyPr>
          <a:lstStyle/>
          <a:p>
            <a:r>
              <a:rPr lang="en-US" sz="2800" b="1" i="0" u="none" strike="noStrike" dirty="0">
                <a:solidFill>
                  <a:srgbClr val="000000"/>
                </a:solidFill>
                <a:effectLst/>
                <a:latin typeface="Arial" panose="020B0604020202020204" pitchFamily="34" charset="0"/>
              </a:rPr>
              <a:t>Acoustic Variability:</a:t>
            </a:r>
          </a:p>
          <a:p>
            <a:endParaRPr lang="en-US" sz="2800" b="1" dirty="0">
              <a:solidFill>
                <a:srgbClr val="000000"/>
              </a:solidFill>
              <a:latin typeface="Arial" panose="020B0604020202020204" pitchFamily="34" charset="0"/>
            </a:endParaRPr>
          </a:p>
          <a:p>
            <a:r>
              <a:rPr lang="en-US" sz="2800" b="0" i="0" u="none" strike="noStrike" dirty="0">
                <a:solidFill>
                  <a:srgbClr val="000000"/>
                </a:solidFill>
                <a:effectLst/>
                <a:latin typeface="Arial" panose="020B0604020202020204" pitchFamily="34" charset="0"/>
              </a:rPr>
              <a:t>Standard </a:t>
            </a:r>
            <a:r>
              <a:rPr lang="en-US" sz="2800" b="1" i="0" u="none" strike="noStrike" dirty="0">
                <a:solidFill>
                  <a:srgbClr val="000000"/>
                </a:solidFill>
                <a:effectLst/>
                <a:latin typeface="Arial" panose="020B0604020202020204" pitchFamily="34" charset="0"/>
              </a:rPr>
              <a:t>"/p/"</a:t>
            </a:r>
            <a:r>
              <a:rPr lang="en-US" sz="2800" b="0" i="0" u="none" strike="noStrike" dirty="0">
                <a:solidFill>
                  <a:srgbClr val="000000"/>
                </a:solidFill>
                <a:effectLst/>
                <a:latin typeface="Arial" panose="020B0604020202020204" pitchFamily="34" charset="0"/>
              </a:rPr>
              <a:t> in </a:t>
            </a:r>
            <a:r>
              <a:rPr lang="en-US" sz="2800" b="0" i="1" u="none" strike="noStrike" dirty="0">
                <a:solidFill>
                  <a:srgbClr val="000000"/>
                </a:solidFill>
                <a:effectLst/>
                <a:latin typeface="Arial" panose="020B0604020202020204" pitchFamily="34" charset="0"/>
              </a:rPr>
              <a:t>Pani</a:t>
            </a:r>
            <a:r>
              <a:rPr lang="en-US" sz="2800" b="0" i="0" u="none" strike="noStrike" dirty="0">
                <a:solidFill>
                  <a:srgbClr val="000000"/>
                </a:solidFill>
                <a:effectLst/>
                <a:latin typeface="Arial" panose="020B0604020202020204" pitchFamily="34" charset="0"/>
              </a:rPr>
              <a:t> (water) Regional </a:t>
            </a:r>
            <a:r>
              <a:rPr lang="en-US" sz="2800" b="1" i="0" u="none" strike="noStrike" dirty="0">
                <a:solidFill>
                  <a:srgbClr val="000000"/>
                </a:solidFill>
                <a:effectLst/>
                <a:latin typeface="Arial" panose="020B0604020202020204" pitchFamily="34" charset="0"/>
              </a:rPr>
              <a:t>"f"</a:t>
            </a:r>
            <a:r>
              <a:rPr lang="en-US" sz="2800" b="0" i="0" u="none" strike="noStrike" dirty="0">
                <a:solidFill>
                  <a:srgbClr val="000000"/>
                </a:solidFill>
                <a:effectLst/>
                <a:latin typeface="Arial" panose="020B0604020202020204" pitchFamily="34" charset="0"/>
              </a:rPr>
              <a:t> in </a:t>
            </a:r>
            <a:r>
              <a:rPr lang="en-US" sz="2800" b="0" i="1" u="none" strike="noStrike" dirty="0">
                <a:solidFill>
                  <a:srgbClr val="000000"/>
                </a:solidFill>
                <a:effectLst/>
                <a:latin typeface="Arial" panose="020B0604020202020204" pitchFamily="34" charset="0"/>
              </a:rPr>
              <a:t>Fani</a:t>
            </a:r>
            <a:r>
              <a:rPr lang="en-US" sz="2800" b="0" i="0" u="none" strike="noStrike" dirty="0">
                <a:solidFill>
                  <a:srgbClr val="000000"/>
                </a:solidFill>
                <a:effectLst/>
                <a:latin typeface="Arial" panose="020B0604020202020204" pitchFamily="34" charset="0"/>
              </a:rPr>
              <a:t>.</a:t>
            </a:r>
          </a:p>
          <a:p>
            <a:endParaRPr lang="en-US" sz="2800" dirty="0"/>
          </a:p>
        </p:txBody>
      </p:sp>
      <p:sp>
        <p:nvSpPr>
          <p:cNvPr id="29" name="TextBox 28">
            <a:extLst>
              <a:ext uri="{FF2B5EF4-FFF2-40B4-BE49-F238E27FC236}">
                <a16:creationId xmlns:a16="http://schemas.microsoft.com/office/drawing/2014/main" id="{3F0B96E5-B3E4-7702-4571-47E79A85B3ED}"/>
              </a:ext>
            </a:extLst>
          </p:cNvPr>
          <p:cNvSpPr txBox="1"/>
          <p:nvPr/>
        </p:nvSpPr>
        <p:spPr>
          <a:xfrm>
            <a:off x="2589073" y="4145279"/>
            <a:ext cx="9400478" cy="800219"/>
          </a:xfrm>
          <a:prstGeom prst="rect">
            <a:avLst/>
          </a:prstGeom>
          <a:noFill/>
        </p:spPr>
        <p:txBody>
          <a:bodyPr wrap="square">
            <a:spAutoFit/>
          </a:bodyPr>
          <a:lstStyle/>
          <a:p>
            <a:r>
              <a:rPr lang="en-US" sz="2800" b="1" i="0" u="none" strike="noStrike" dirty="0">
                <a:solidFill>
                  <a:srgbClr val="000000"/>
                </a:solidFill>
                <a:effectLst/>
                <a:latin typeface="Arial" panose="020B0604020202020204" pitchFamily="34" charset="0"/>
              </a:rPr>
              <a:t>Morphological Variation</a:t>
            </a:r>
          </a:p>
          <a:p>
            <a:endParaRPr lang="en-US" dirty="0"/>
          </a:p>
        </p:txBody>
      </p:sp>
      <p:sp>
        <p:nvSpPr>
          <p:cNvPr id="31" name="TextBox 30">
            <a:extLst>
              <a:ext uri="{FF2B5EF4-FFF2-40B4-BE49-F238E27FC236}">
                <a16:creationId xmlns:a16="http://schemas.microsoft.com/office/drawing/2014/main" id="{AAEDF3D2-47A4-4E3A-CAE7-8518D8AD13AF}"/>
              </a:ext>
            </a:extLst>
          </p:cNvPr>
          <p:cNvSpPr txBox="1"/>
          <p:nvPr/>
        </p:nvSpPr>
        <p:spPr>
          <a:xfrm>
            <a:off x="2589073" y="5014051"/>
            <a:ext cx="9400478" cy="954107"/>
          </a:xfrm>
          <a:prstGeom prst="rect">
            <a:avLst/>
          </a:prstGeom>
          <a:noFill/>
        </p:spPr>
        <p:txBody>
          <a:bodyPr wrap="square">
            <a:spAutoFit/>
          </a:bodyPr>
          <a:lstStyle/>
          <a:p>
            <a:r>
              <a:rPr lang="en-US" sz="2800" b="0" i="0" u="none" strike="noStrike" dirty="0">
                <a:solidFill>
                  <a:srgbClr val="000000"/>
                </a:solidFill>
                <a:effectLst/>
                <a:latin typeface="Arial" panose="020B0604020202020204" pitchFamily="34" charset="0"/>
              </a:rPr>
              <a:t>Standard </a:t>
            </a:r>
            <a:r>
              <a:rPr lang="en-US" sz="2800" b="1" i="0" u="none" strike="noStrike" dirty="0">
                <a:solidFill>
                  <a:srgbClr val="000000"/>
                </a:solidFill>
                <a:effectLst/>
                <a:latin typeface="Arial" panose="020B0604020202020204" pitchFamily="34" charset="0"/>
              </a:rPr>
              <a:t>"Jabo"</a:t>
            </a:r>
            <a:r>
              <a:rPr lang="en-US" sz="2800" b="0" i="0" u="none" strike="noStrike" dirty="0">
                <a:solidFill>
                  <a:srgbClr val="000000"/>
                </a:solidFill>
                <a:effectLst/>
                <a:latin typeface="Arial" panose="020B0604020202020204" pitchFamily="34" charset="0"/>
              </a:rPr>
              <a:t> (I will go) </a:t>
            </a:r>
            <a:r>
              <a:rPr lang="en-US" sz="2800" dirty="0">
                <a:solidFill>
                  <a:srgbClr val="000000"/>
                </a:solidFill>
                <a:latin typeface="Arial" panose="020B0604020202020204" pitchFamily="34" charset="0"/>
              </a:rPr>
              <a:t>:</a:t>
            </a:r>
            <a:r>
              <a:rPr lang="en-US" sz="2800" b="0" i="0" u="none" strike="noStrike" dirty="0">
                <a:solidFill>
                  <a:srgbClr val="000000"/>
                </a:solidFill>
                <a:effectLst/>
                <a:latin typeface="Arial" panose="020B0604020202020204" pitchFamily="34" charset="0"/>
              </a:rPr>
              <a:t> Regional </a:t>
            </a:r>
            <a:r>
              <a:rPr lang="en-US" sz="2800" b="1" i="0" u="none" strike="noStrike" dirty="0">
                <a:solidFill>
                  <a:srgbClr val="000000"/>
                </a:solidFill>
                <a:effectLst/>
                <a:latin typeface="Arial" panose="020B0604020202020204" pitchFamily="34" charset="0"/>
              </a:rPr>
              <a:t>"</a:t>
            </a:r>
            <a:r>
              <a:rPr lang="en-US" sz="2800" b="1" i="0" u="none" strike="noStrike" dirty="0" err="1">
                <a:solidFill>
                  <a:srgbClr val="000000"/>
                </a:solidFill>
                <a:effectLst/>
                <a:latin typeface="Arial" panose="020B0604020202020204" pitchFamily="34" charset="0"/>
              </a:rPr>
              <a:t>Zaiyum</a:t>
            </a:r>
            <a:r>
              <a:rPr lang="en-US" sz="2800" b="1" i="0" u="none" strike="noStrike" dirty="0">
                <a:solidFill>
                  <a:srgbClr val="000000"/>
                </a:solidFill>
                <a:effectLst/>
                <a:latin typeface="Arial" panose="020B0604020202020204" pitchFamily="34" charset="0"/>
              </a:rPr>
              <a:t>"</a:t>
            </a:r>
            <a:r>
              <a:rPr lang="en-US" sz="2800" b="0" i="0" u="none" strike="noStrike" dirty="0">
                <a:solidFill>
                  <a:srgbClr val="000000"/>
                </a:solidFill>
                <a:effectLst/>
                <a:latin typeface="Arial" panose="020B0604020202020204" pitchFamily="34" charset="0"/>
              </a:rPr>
              <a:t> or </a:t>
            </a:r>
            <a:r>
              <a:rPr lang="en-US" sz="2800" b="1" i="0" u="none" strike="noStrike" dirty="0">
                <a:solidFill>
                  <a:srgbClr val="000000"/>
                </a:solidFill>
                <a:effectLst/>
                <a:latin typeface="Arial" panose="020B0604020202020204" pitchFamily="34" charset="0"/>
              </a:rPr>
              <a:t>"Zamu"</a:t>
            </a:r>
            <a:endParaRPr lang="en-US" dirty="0"/>
          </a:p>
        </p:txBody>
      </p:sp>
      <p:sp>
        <p:nvSpPr>
          <p:cNvPr id="32" name="Rectangle 3">
            <a:extLst>
              <a:ext uri="{FF2B5EF4-FFF2-40B4-BE49-F238E27FC236}">
                <a16:creationId xmlns:a16="http://schemas.microsoft.com/office/drawing/2014/main" id="{97C28342-656A-E8FB-F746-4C62CAB2B114}"/>
              </a:ext>
            </a:extLst>
          </p:cNvPr>
          <p:cNvSpPr>
            <a:spLocks noChangeArrowheads="1"/>
          </p:cNvSpPr>
          <p:nvPr/>
        </p:nvSpPr>
        <p:spPr bwMode="auto">
          <a:xfrm>
            <a:off x="2515434" y="7277100"/>
            <a:ext cx="710483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lang="en-GB" altLang="en-US" sz="3200" b="1" dirty="0">
                <a:latin typeface="Arial" panose="020B0604020202020204" pitchFamily="34" charset="0"/>
                <a:cs typeface="Vrinda" panose="020B0502040204020203" pitchFamily="34" charset="0"/>
              </a:rPr>
              <a:t> </a:t>
            </a:r>
            <a:r>
              <a:rPr kumimoji="0" lang="bn-IN" altLang="en-US" sz="3200" b="1" i="0" u="none" strike="noStrike" cap="none" normalizeH="0" baseline="0" dirty="0">
                <a:ln>
                  <a:noFill/>
                </a:ln>
                <a:solidFill>
                  <a:schemeClr val="tx1"/>
                </a:solidFill>
                <a:effectLst/>
                <a:latin typeface="Arial" panose="020B0604020202020204" pitchFamily="34" charset="0"/>
                <a:cs typeface="Vrinda" panose="020B0502040204020203" pitchFamily="34" charset="0"/>
              </a:rPr>
              <a:t>কমলে কিট হয়েছে</a:t>
            </a:r>
            <a:endParaRPr kumimoji="0" lang="en-US" altLang="en-US" sz="3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3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GB" altLang="en-US" sz="3200" b="1" dirty="0">
                <a:latin typeface="Arial" panose="020B0604020202020204" pitchFamily="34" charset="0"/>
                <a:cs typeface="Vrinda" panose="020B0502040204020203" pitchFamily="34" charset="0"/>
              </a:rPr>
              <a:t> </a:t>
            </a:r>
            <a:r>
              <a:rPr kumimoji="0" lang="bn-IN" altLang="en-US" sz="3200" b="1" i="0" u="none" strike="noStrike" cap="none" normalizeH="0" baseline="0" dirty="0">
                <a:ln>
                  <a:noFill/>
                </a:ln>
                <a:solidFill>
                  <a:schemeClr val="tx1"/>
                </a:solidFill>
                <a:effectLst/>
                <a:latin typeface="Arial" panose="020B0604020202020204" pitchFamily="34" charset="0"/>
                <a:cs typeface="Vrinda" panose="020B0502040204020203" pitchFamily="34" charset="0"/>
              </a:rPr>
              <a:t>তোমার ব্যাথা কমলে ওষুধ খেয়ে নিও।</a:t>
            </a:r>
            <a:endParaRPr kumimoji="0" lang="en-US" altLang="en-US" sz="3200" b="1" i="0" u="none" strike="noStrike" cap="none" normalizeH="0" baseline="0" dirty="0">
              <a:ln>
                <a:noFill/>
              </a:ln>
              <a:solidFill>
                <a:schemeClr val="tx1"/>
              </a:solidFill>
              <a:effectLst/>
              <a:latin typeface="Arial" panose="020B0604020202020204" pitchFamily="34" charset="0"/>
              <a:cs typeface="Vrinda" panose="020B0502040204020203" pitchFamily="34" charset="0"/>
            </a:endParaRPr>
          </a:p>
        </p:txBody>
      </p:sp>
      <p:sp>
        <p:nvSpPr>
          <p:cNvPr id="36" name="TextBox 35">
            <a:extLst>
              <a:ext uri="{FF2B5EF4-FFF2-40B4-BE49-F238E27FC236}">
                <a16:creationId xmlns:a16="http://schemas.microsoft.com/office/drawing/2014/main" id="{E6C1BC04-7525-539E-BADC-3FEED173A0DD}"/>
              </a:ext>
            </a:extLst>
          </p:cNvPr>
          <p:cNvSpPr txBox="1"/>
          <p:nvPr/>
        </p:nvSpPr>
        <p:spPr>
          <a:xfrm>
            <a:off x="2464149" y="6315934"/>
            <a:ext cx="9400478" cy="646331"/>
          </a:xfrm>
          <a:prstGeom prst="rect">
            <a:avLst/>
          </a:prstGeom>
          <a:noFill/>
        </p:spPr>
        <p:txBody>
          <a:bodyPr wrap="square">
            <a:spAutoFit/>
          </a:bodyPr>
          <a:lstStyle/>
          <a:p>
            <a:pPr>
              <a:buNone/>
            </a:pPr>
            <a:r>
              <a:rPr lang="en-US" sz="3600" b="1" dirty="0"/>
              <a:t>Great Example of Similarity (Homophones)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4F1"/>
        </a:solidFill>
        <a:effectLst/>
      </p:bgPr>
    </p:bg>
    <p:spTree>
      <p:nvGrpSpPr>
        <p:cNvPr id="1" name="">
          <a:extLst>
            <a:ext uri="{FF2B5EF4-FFF2-40B4-BE49-F238E27FC236}">
              <a16:creationId xmlns:a16="http://schemas.microsoft.com/office/drawing/2014/main" id="{B028A6C5-5E42-E661-9388-25AC53AEFCC0}"/>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4853FCA8-FE24-C3E7-F6F8-54667134B7D3}"/>
              </a:ext>
            </a:extLst>
          </p:cNvPr>
          <p:cNvGrpSpPr/>
          <p:nvPr/>
        </p:nvGrpSpPr>
        <p:grpSpPr>
          <a:xfrm>
            <a:off x="12599995" y="5491105"/>
            <a:ext cx="6205994" cy="2051844"/>
            <a:chOff x="0" y="142875"/>
            <a:chExt cx="8274659" cy="2735792"/>
          </a:xfrm>
        </p:grpSpPr>
        <p:sp>
          <p:nvSpPr>
            <p:cNvPr id="3" name="Freeform 3">
              <a:extLst>
                <a:ext uri="{FF2B5EF4-FFF2-40B4-BE49-F238E27FC236}">
                  <a16:creationId xmlns:a16="http://schemas.microsoft.com/office/drawing/2014/main" id="{6D0E2C41-4D52-7428-8C4D-ED45C8ED5D51}"/>
                </a:ext>
              </a:extLst>
            </p:cNvPr>
            <p:cNvSpPr/>
            <p:nvPr/>
          </p:nvSpPr>
          <p:spPr>
            <a:xfrm>
              <a:off x="0" y="1729866"/>
              <a:ext cx="7397303" cy="301173"/>
            </a:xfrm>
            <a:custGeom>
              <a:avLst/>
              <a:gdLst/>
              <a:ahLst/>
              <a:cxnLst/>
              <a:rect l="l" t="t" r="r" b="b"/>
              <a:pathLst>
                <a:path w="7397303" h="301173">
                  <a:moveTo>
                    <a:pt x="0" y="0"/>
                  </a:moveTo>
                  <a:lnTo>
                    <a:pt x="7397303" y="0"/>
                  </a:lnTo>
                  <a:lnTo>
                    <a:pt x="7397303" y="301174"/>
                  </a:lnTo>
                  <a:lnTo>
                    <a:pt x="0" y="30117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a:extLst>
                <a:ext uri="{FF2B5EF4-FFF2-40B4-BE49-F238E27FC236}">
                  <a16:creationId xmlns:a16="http://schemas.microsoft.com/office/drawing/2014/main" id="{8293CB54-4199-FA38-798C-AF3446D74975}"/>
                </a:ext>
              </a:extLst>
            </p:cNvPr>
            <p:cNvSpPr txBox="1"/>
            <p:nvPr/>
          </p:nvSpPr>
          <p:spPr>
            <a:xfrm>
              <a:off x="154572" y="142875"/>
              <a:ext cx="8120087" cy="2735792"/>
            </a:xfrm>
            <a:prstGeom prst="rect">
              <a:avLst/>
            </a:prstGeom>
          </p:spPr>
          <p:txBody>
            <a:bodyPr lIns="0" tIns="0" rIns="0" bIns="0" rtlCol="0" anchor="t">
              <a:spAutoFit/>
            </a:bodyPr>
            <a:lstStyle/>
            <a:p>
              <a:pPr algn="just">
                <a:lnSpc>
                  <a:spcPts val="8000"/>
                </a:lnSpc>
              </a:pPr>
              <a:r>
                <a:rPr lang="en-US" sz="8000" dirty="0">
                  <a:solidFill>
                    <a:srgbClr val="253439"/>
                  </a:solidFill>
                  <a:latin typeface="Lato"/>
                  <a:ea typeface="Lato"/>
                  <a:cs typeface="Lato"/>
                  <a:sym typeface="Lato"/>
                </a:rPr>
                <a:t>Datasets</a:t>
              </a:r>
            </a:p>
            <a:p>
              <a:pPr algn="just">
                <a:lnSpc>
                  <a:spcPts val="8000"/>
                </a:lnSpc>
              </a:pPr>
              <a:endParaRPr lang="en-US" sz="8000" dirty="0">
                <a:solidFill>
                  <a:srgbClr val="253439"/>
                </a:solidFill>
                <a:latin typeface="Lato"/>
                <a:ea typeface="Lato"/>
                <a:cs typeface="Lato"/>
                <a:sym typeface="Lato"/>
              </a:endParaRPr>
            </a:p>
          </p:txBody>
        </p:sp>
      </p:grpSp>
      <p:grpSp>
        <p:nvGrpSpPr>
          <p:cNvPr id="5" name="Group 5">
            <a:extLst>
              <a:ext uri="{FF2B5EF4-FFF2-40B4-BE49-F238E27FC236}">
                <a16:creationId xmlns:a16="http://schemas.microsoft.com/office/drawing/2014/main" id="{77A39FA8-01ED-F4CB-E793-847FD3C60148}"/>
              </a:ext>
            </a:extLst>
          </p:cNvPr>
          <p:cNvGrpSpPr/>
          <p:nvPr/>
        </p:nvGrpSpPr>
        <p:grpSpPr>
          <a:xfrm>
            <a:off x="1236311" y="1134051"/>
            <a:ext cx="9813435" cy="1968913"/>
            <a:chOff x="0" y="24671"/>
            <a:chExt cx="13084580" cy="2625217"/>
          </a:xfrm>
        </p:grpSpPr>
        <p:sp>
          <p:nvSpPr>
            <p:cNvPr id="6" name="TextBox 6">
              <a:extLst>
                <a:ext uri="{FF2B5EF4-FFF2-40B4-BE49-F238E27FC236}">
                  <a16:creationId xmlns:a16="http://schemas.microsoft.com/office/drawing/2014/main" id="{6F40F7F7-FCBC-4489-F6AF-078F6BFEC314}"/>
                </a:ext>
              </a:extLst>
            </p:cNvPr>
            <p:cNvSpPr txBox="1"/>
            <p:nvPr/>
          </p:nvSpPr>
          <p:spPr>
            <a:xfrm>
              <a:off x="0" y="57150"/>
              <a:ext cx="1365119" cy="598170"/>
            </a:xfrm>
            <a:prstGeom prst="rect">
              <a:avLst/>
            </a:prstGeom>
          </p:spPr>
          <p:txBody>
            <a:bodyPr lIns="0" tIns="0" rIns="0" bIns="0" rtlCol="0" anchor="t">
              <a:spAutoFit/>
            </a:bodyPr>
            <a:lstStyle/>
            <a:p>
              <a:pPr algn="r">
                <a:lnSpc>
                  <a:spcPts val="3600"/>
                </a:lnSpc>
              </a:pPr>
              <a:r>
                <a:rPr lang="en-US" sz="3600" dirty="0">
                  <a:solidFill>
                    <a:srgbClr val="7C898B"/>
                  </a:solidFill>
                  <a:latin typeface="Lato"/>
                  <a:ea typeface="Lato"/>
                  <a:cs typeface="Lato"/>
                  <a:sym typeface="Lato"/>
                </a:rPr>
                <a:t>01</a:t>
              </a:r>
            </a:p>
          </p:txBody>
        </p:sp>
        <p:sp>
          <p:nvSpPr>
            <p:cNvPr id="7" name="TextBox 7">
              <a:extLst>
                <a:ext uri="{FF2B5EF4-FFF2-40B4-BE49-F238E27FC236}">
                  <a16:creationId xmlns:a16="http://schemas.microsoft.com/office/drawing/2014/main" id="{5AEC3339-61E2-6AAB-E32D-F1676699DBF8}"/>
                </a:ext>
              </a:extLst>
            </p:cNvPr>
            <p:cNvSpPr txBox="1"/>
            <p:nvPr/>
          </p:nvSpPr>
          <p:spPr>
            <a:xfrm>
              <a:off x="1635729" y="24671"/>
              <a:ext cx="9006052" cy="630649"/>
            </a:xfrm>
            <a:prstGeom prst="rect">
              <a:avLst/>
            </a:prstGeom>
          </p:spPr>
          <p:txBody>
            <a:bodyPr lIns="0" tIns="0" rIns="0" bIns="0" rtlCol="0" anchor="t">
              <a:spAutoFit/>
            </a:bodyPr>
            <a:lstStyle/>
            <a:p>
              <a:pPr algn="l">
                <a:lnSpc>
                  <a:spcPts val="4001"/>
                </a:lnSpc>
              </a:pPr>
              <a:r>
                <a:rPr lang="en-US" sz="2858" b="1" spc="-56" dirty="0" err="1">
                  <a:solidFill>
                    <a:srgbClr val="1C191A"/>
                  </a:solidFill>
                  <a:latin typeface="Lato Bold"/>
                  <a:ea typeface="Lato Bold"/>
                  <a:cs typeface="Lato Bold"/>
                  <a:sym typeface="Lato Bold"/>
                </a:rPr>
                <a:t>শব্দতরী</a:t>
              </a:r>
              <a:r>
                <a:rPr lang="en-US" sz="2858" b="1" spc="-56" dirty="0">
                  <a:solidFill>
                    <a:srgbClr val="1C191A"/>
                  </a:solidFill>
                  <a:latin typeface="Lato Bold"/>
                  <a:ea typeface="Lato Bold"/>
                  <a:cs typeface="Lato Bold"/>
                  <a:sym typeface="Lato Bold"/>
                </a:rPr>
                <a:t>: Where Dialects Flow into Bangla</a:t>
              </a:r>
            </a:p>
          </p:txBody>
        </p:sp>
        <p:sp>
          <p:nvSpPr>
            <p:cNvPr id="8" name="TextBox 8">
              <a:extLst>
                <a:ext uri="{FF2B5EF4-FFF2-40B4-BE49-F238E27FC236}">
                  <a16:creationId xmlns:a16="http://schemas.microsoft.com/office/drawing/2014/main" id="{D1F89F8D-30BF-C94D-8941-1BF17B2F3173}"/>
                </a:ext>
              </a:extLst>
            </p:cNvPr>
            <p:cNvSpPr txBox="1"/>
            <p:nvPr/>
          </p:nvSpPr>
          <p:spPr>
            <a:xfrm>
              <a:off x="1635729" y="1004474"/>
              <a:ext cx="10618530" cy="550664"/>
            </a:xfrm>
            <a:prstGeom prst="rect">
              <a:avLst/>
            </a:prstGeom>
          </p:spPr>
          <p:txBody>
            <a:bodyPr lIns="0" tIns="0" rIns="0" bIns="0" rtlCol="0" anchor="t">
              <a:spAutoFit/>
            </a:bodyPr>
            <a:lstStyle/>
            <a:p>
              <a:pPr algn="ctr">
                <a:lnSpc>
                  <a:spcPts val="3426"/>
                </a:lnSpc>
              </a:pPr>
              <a:r>
                <a:rPr lang="en-US" sz="2447" dirty="0">
                  <a:solidFill>
                    <a:srgbClr val="000000"/>
                  </a:solidFill>
                  <a:latin typeface="Arial MT Pro"/>
                  <a:ea typeface="Arial MT Pro"/>
                  <a:cs typeface="Arial MT Pro"/>
                  <a:sym typeface="Arial MT Pro"/>
                </a:rPr>
                <a:t>Features audio recordings spanning 20 regional dialects.</a:t>
              </a:r>
            </a:p>
          </p:txBody>
        </p:sp>
        <p:sp>
          <p:nvSpPr>
            <p:cNvPr id="9" name="Freeform 9">
              <a:extLst>
                <a:ext uri="{FF2B5EF4-FFF2-40B4-BE49-F238E27FC236}">
                  <a16:creationId xmlns:a16="http://schemas.microsoft.com/office/drawing/2014/main" id="{CCD3C544-A11C-6591-93D1-16810404D49F}"/>
                </a:ext>
              </a:extLst>
            </p:cNvPr>
            <p:cNvSpPr/>
            <p:nvPr/>
          </p:nvSpPr>
          <p:spPr>
            <a:xfrm>
              <a:off x="1064404" y="1111375"/>
              <a:ext cx="358908" cy="447445"/>
            </a:xfrm>
            <a:custGeom>
              <a:avLst/>
              <a:gdLst/>
              <a:ahLst/>
              <a:cxnLst/>
              <a:rect l="l" t="t" r="r" b="b"/>
              <a:pathLst>
                <a:path w="358908" h="447445">
                  <a:moveTo>
                    <a:pt x="0" y="0"/>
                  </a:moveTo>
                  <a:lnTo>
                    <a:pt x="358908" y="0"/>
                  </a:lnTo>
                  <a:lnTo>
                    <a:pt x="358908" y="447445"/>
                  </a:lnTo>
                  <a:lnTo>
                    <a:pt x="0" y="447445"/>
                  </a:lnTo>
                  <a:lnTo>
                    <a:pt x="0" y="0"/>
                  </a:lnTo>
                  <a:close/>
                </a:path>
              </a:pathLst>
            </a:custGeom>
            <a:blipFill>
              <a:blip r:embed="rId4">
                <a:extLst>
                  <a:ext uri="{96DAC541-7B7A-43D3-8B79-37D633B846F1}">
                    <asvg:svgBlip xmlns:asvg="http://schemas.microsoft.com/office/drawing/2016/SVG/main" r:embed="rId5"/>
                  </a:ext>
                </a:extLst>
              </a:blip>
              <a:stretch>
                <a:fillRect t="-133" b="-133"/>
              </a:stretch>
            </a:blipFill>
          </p:spPr>
          <p:txBody>
            <a:bodyPr/>
            <a:lstStyle/>
            <a:p>
              <a:endParaRPr lang="en-US"/>
            </a:p>
          </p:txBody>
        </p:sp>
        <p:sp>
          <p:nvSpPr>
            <p:cNvPr id="10" name="Freeform 10">
              <a:extLst>
                <a:ext uri="{FF2B5EF4-FFF2-40B4-BE49-F238E27FC236}">
                  <a16:creationId xmlns:a16="http://schemas.microsoft.com/office/drawing/2014/main" id="{7B69441E-F83C-D5FD-5A65-2B6BCBE335AB}"/>
                </a:ext>
              </a:extLst>
            </p:cNvPr>
            <p:cNvSpPr/>
            <p:nvPr/>
          </p:nvSpPr>
          <p:spPr>
            <a:xfrm>
              <a:off x="1064404" y="2160527"/>
              <a:ext cx="358908" cy="447445"/>
            </a:xfrm>
            <a:custGeom>
              <a:avLst/>
              <a:gdLst/>
              <a:ahLst/>
              <a:cxnLst/>
              <a:rect l="l" t="t" r="r" b="b"/>
              <a:pathLst>
                <a:path w="358908" h="447445">
                  <a:moveTo>
                    <a:pt x="0" y="0"/>
                  </a:moveTo>
                  <a:lnTo>
                    <a:pt x="358908" y="0"/>
                  </a:lnTo>
                  <a:lnTo>
                    <a:pt x="358908" y="447445"/>
                  </a:lnTo>
                  <a:lnTo>
                    <a:pt x="0" y="447445"/>
                  </a:lnTo>
                  <a:lnTo>
                    <a:pt x="0" y="0"/>
                  </a:lnTo>
                  <a:close/>
                </a:path>
              </a:pathLst>
            </a:custGeom>
            <a:blipFill>
              <a:blip r:embed="rId4">
                <a:extLst>
                  <a:ext uri="{96DAC541-7B7A-43D3-8B79-37D633B846F1}">
                    <asvg:svgBlip xmlns:asvg="http://schemas.microsoft.com/office/drawing/2016/SVG/main" r:embed="rId5"/>
                  </a:ext>
                </a:extLst>
              </a:blip>
              <a:stretch>
                <a:fillRect t="-133" b="-133"/>
              </a:stretch>
            </a:blipFill>
          </p:spPr>
          <p:txBody>
            <a:bodyPr/>
            <a:lstStyle/>
            <a:p>
              <a:endParaRPr lang="en-US"/>
            </a:p>
          </p:txBody>
        </p:sp>
        <p:sp>
          <p:nvSpPr>
            <p:cNvPr id="11" name="TextBox 11">
              <a:extLst>
                <a:ext uri="{FF2B5EF4-FFF2-40B4-BE49-F238E27FC236}">
                  <a16:creationId xmlns:a16="http://schemas.microsoft.com/office/drawing/2014/main" id="{E5005C6E-E0F5-8AAB-6210-483F0107B205}"/>
                </a:ext>
              </a:extLst>
            </p:cNvPr>
            <p:cNvSpPr txBox="1"/>
            <p:nvPr/>
          </p:nvSpPr>
          <p:spPr>
            <a:xfrm>
              <a:off x="1756600" y="2099224"/>
              <a:ext cx="11327980" cy="550664"/>
            </a:xfrm>
            <a:prstGeom prst="rect">
              <a:avLst/>
            </a:prstGeom>
          </p:spPr>
          <p:txBody>
            <a:bodyPr lIns="0" tIns="0" rIns="0" bIns="0" rtlCol="0" anchor="t">
              <a:spAutoFit/>
            </a:bodyPr>
            <a:lstStyle/>
            <a:p>
              <a:pPr algn="ctr">
                <a:lnSpc>
                  <a:spcPts val="3426"/>
                </a:lnSpc>
              </a:pPr>
              <a:r>
                <a:rPr lang="en-US" sz="2447" dirty="0">
                  <a:solidFill>
                    <a:srgbClr val="000000"/>
                  </a:solidFill>
                  <a:latin typeface="Arial MT Pro"/>
                  <a:ea typeface="Arial MT Pro"/>
                  <a:cs typeface="Arial MT Pro"/>
                  <a:sym typeface="Arial MT Pro"/>
                </a:rPr>
                <a:t>Contains 3,800 samples from both male and female speakers</a:t>
              </a:r>
            </a:p>
          </p:txBody>
        </p:sp>
      </p:grpSp>
      <p:sp>
        <p:nvSpPr>
          <p:cNvPr id="12" name="TextBox 12">
            <a:extLst>
              <a:ext uri="{FF2B5EF4-FFF2-40B4-BE49-F238E27FC236}">
                <a16:creationId xmlns:a16="http://schemas.microsoft.com/office/drawing/2014/main" id="{01E93980-C9F1-C87E-78E9-D517F3C33AC6}"/>
              </a:ext>
            </a:extLst>
          </p:cNvPr>
          <p:cNvSpPr txBox="1"/>
          <p:nvPr/>
        </p:nvSpPr>
        <p:spPr>
          <a:xfrm>
            <a:off x="2552801" y="4020707"/>
            <a:ext cx="7964857" cy="509435"/>
          </a:xfrm>
          <a:prstGeom prst="rect">
            <a:avLst/>
          </a:prstGeom>
        </p:spPr>
        <p:txBody>
          <a:bodyPr lIns="0" tIns="0" rIns="0" bIns="0" rtlCol="0" anchor="t">
            <a:spAutoFit/>
          </a:bodyPr>
          <a:lstStyle/>
          <a:p>
            <a:pPr>
              <a:lnSpc>
                <a:spcPts val="4422"/>
              </a:lnSpc>
            </a:pPr>
            <a:r>
              <a:rPr lang="en-US" sz="3158" b="1" spc="-61" dirty="0">
                <a:solidFill>
                  <a:srgbClr val="1C191A"/>
                </a:solidFill>
                <a:latin typeface="Lato Bold"/>
                <a:ea typeface="Lato Bold"/>
                <a:cs typeface="Lato Bold"/>
                <a:sym typeface="Lato Bold"/>
              </a:rPr>
              <a:t>DL Sprint</a:t>
            </a:r>
            <a:r>
              <a:rPr lang="en-US" sz="3200" b="1" spc="-61" dirty="0">
                <a:solidFill>
                  <a:srgbClr val="1C191A"/>
                </a:solidFill>
                <a:latin typeface="Lato Bold"/>
                <a:ea typeface="Lato Bold"/>
                <a:cs typeface="Lato Bold"/>
                <a:sym typeface="Lato Bold"/>
              </a:rPr>
              <a:t> (external dataset)</a:t>
            </a:r>
            <a:endParaRPr lang="en-US" sz="3158" b="1" spc="-61" dirty="0">
              <a:solidFill>
                <a:srgbClr val="1C191A"/>
              </a:solidFill>
              <a:latin typeface="Lato Bold"/>
              <a:ea typeface="Lato Bold"/>
              <a:cs typeface="Lato Bold"/>
              <a:sym typeface="Lato Bold"/>
            </a:endParaRPr>
          </a:p>
        </p:txBody>
      </p:sp>
      <p:sp>
        <p:nvSpPr>
          <p:cNvPr id="13" name="TextBox 13">
            <a:extLst>
              <a:ext uri="{FF2B5EF4-FFF2-40B4-BE49-F238E27FC236}">
                <a16:creationId xmlns:a16="http://schemas.microsoft.com/office/drawing/2014/main" id="{3690276B-D8C9-143E-EBA2-547B7D78B0F6}"/>
              </a:ext>
            </a:extLst>
          </p:cNvPr>
          <p:cNvSpPr txBox="1"/>
          <p:nvPr/>
        </p:nvSpPr>
        <p:spPr>
          <a:xfrm>
            <a:off x="1279956" y="4141754"/>
            <a:ext cx="1023839" cy="434340"/>
          </a:xfrm>
          <a:prstGeom prst="rect">
            <a:avLst/>
          </a:prstGeom>
        </p:spPr>
        <p:txBody>
          <a:bodyPr lIns="0" tIns="0" rIns="0" bIns="0" rtlCol="0" anchor="t">
            <a:spAutoFit/>
          </a:bodyPr>
          <a:lstStyle/>
          <a:p>
            <a:pPr algn="r">
              <a:lnSpc>
                <a:spcPts val="3600"/>
              </a:lnSpc>
            </a:pPr>
            <a:r>
              <a:rPr lang="en-US" sz="3600" dirty="0">
                <a:solidFill>
                  <a:srgbClr val="7C898B"/>
                </a:solidFill>
                <a:latin typeface="Lato"/>
                <a:ea typeface="Lato"/>
                <a:cs typeface="Lato"/>
                <a:sym typeface="Lato"/>
              </a:rPr>
              <a:t>02</a:t>
            </a:r>
          </a:p>
        </p:txBody>
      </p:sp>
      <p:sp>
        <p:nvSpPr>
          <p:cNvPr id="14" name="TextBox 14">
            <a:extLst>
              <a:ext uri="{FF2B5EF4-FFF2-40B4-BE49-F238E27FC236}">
                <a16:creationId xmlns:a16="http://schemas.microsoft.com/office/drawing/2014/main" id="{A1F539FE-FD90-24B9-F8B4-1AEAA9D7EC0A}"/>
              </a:ext>
            </a:extLst>
          </p:cNvPr>
          <p:cNvSpPr txBox="1"/>
          <p:nvPr/>
        </p:nvSpPr>
        <p:spPr>
          <a:xfrm>
            <a:off x="2463109" y="4820855"/>
            <a:ext cx="7963897" cy="899866"/>
          </a:xfrm>
          <a:prstGeom prst="rect">
            <a:avLst/>
          </a:prstGeom>
        </p:spPr>
        <p:txBody>
          <a:bodyPr lIns="0" tIns="0" rIns="0" bIns="0" rtlCol="0" anchor="t">
            <a:spAutoFit/>
          </a:bodyPr>
          <a:lstStyle/>
          <a:p>
            <a:pPr algn="ctr">
              <a:lnSpc>
                <a:spcPts val="3426"/>
              </a:lnSpc>
            </a:pPr>
            <a:r>
              <a:rPr lang="en-US" sz="2447" dirty="0">
                <a:solidFill>
                  <a:srgbClr val="000000"/>
                </a:solidFill>
                <a:latin typeface="Arial MT Pro"/>
                <a:ea typeface="Arial MT Pro"/>
                <a:cs typeface="Arial MT Pro"/>
                <a:sym typeface="Arial MT Pro"/>
              </a:rPr>
              <a:t>First Massively Crowdsourced (</a:t>
            </a:r>
            <a:r>
              <a:rPr lang="en-US" sz="2447" dirty="0" err="1">
                <a:solidFill>
                  <a:srgbClr val="000000"/>
                </a:solidFill>
                <a:latin typeface="Arial MT Pro"/>
                <a:ea typeface="Arial MT Pro"/>
                <a:cs typeface="Arial MT Pro"/>
                <a:sym typeface="Arial MT Pro"/>
              </a:rPr>
              <a:t>MaCro</a:t>
            </a:r>
            <a:r>
              <a:rPr lang="en-US" sz="2447" dirty="0">
                <a:solidFill>
                  <a:srgbClr val="000000"/>
                </a:solidFill>
                <a:latin typeface="Arial MT Pro"/>
                <a:ea typeface="Arial MT Pro"/>
                <a:cs typeface="Arial MT Pro"/>
                <a:sym typeface="Arial MT Pro"/>
              </a:rPr>
              <a:t>) Bengali dataset with 1,200 hours of data.</a:t>
            </a:r>
          </a:p>
        </p:txBody>
      </p:sp>
      <p:sp>
        <p:nvSpPr>
          <p:cNvPr id="15" name="Freeform 15">
            <a:extLst>
              <a:ext uri="{FF2B5EF4-FFF2-40B4-BE49-F238E27FC236}">
                <a16:creationId xmlns:a16="http://schemas.microsoft.com/office/drawing/2014/main" id="{5AFA12D7-8CA6-51E3-2B0D-2D8774D8CBBA}"/>
              </a:ext>
            </a:extLst>
          </p:cNvPr>
          <p:cNvSpPr/>
          <p:nvPr/>
        </p:nvSpPr>
        <p:spPr>
          <a:xfrm>
            <a:off x="2137959" y="4807917"/>
            <a:ext cx="269181" cy="335583"/>
          </a:xfrm>
          <a:custGeom>
            <a:avLst/>
            <a:gdLst/>
            <a:ahLst/>
            <a:cxnLst/>
            <a:rect l="l" t="t" r="r" b="b"/>
            <a:pathLst>
              <a:path w="269181" h="335583">
                <a:moveTo>
                  <a:pt x="0" y="0"/>
                </a:moveTo>
                <a:lnTo>
                  <a:pt x="269181" y="0"/>
                </a:lnTo>
                <a:lnTo>
                  <a:pt x="269181" y="335583"/>
                </a:lnTo>
                <a:lnTo>
                  <a:pt x="0" y="335583"/>
                </a:lnTo>
                <a:lnTo>
                  <a:pt x="0" y="0"/>
                </a:lnTo>
                <a:close/>
              </a:path>
            </a:pathLst>
          </a:custGeom>
          <a:blipFill>
            <a:blip r:embed="rId4">
              <a:extLst>
                <a:ext uri="{96DAC541-7B7A-43D3-8B79-37D633B846F1}">
                  <asvg:svgBlip xmlns:asvg="http://schemas.microsoft.com/office/drawing/2016/SVG/main" r:embed="rId5"/>
                </a:ext>
              </a:extLst>
            </a:blip>
            <a:stretch>
              <a:fillRect t="-133" b="-133"/>
            </a:stretch>
          </a:blipFill>
        </p:spPr>
        <p:txBody>
          <a:bodyPr/>
          <a:lstStyle/>
          <a:p>
            <a:endParaRPr lang="en-US"/>
          </a:p>
        </p:txBody>
      </p:sp>
      <p:sp>
        <p:nvSpPr>
          <p:cNvPr id="16" name="Freeform 16">
            <a:extLst>
              <a:ext uri="{FF2B5EF4-FFF2-40B4-BE49-F238E27FC236}">
                <a16:creationId xmlns:a16="http://schemas.microsoft.com/office/drawing/2014/main" id="{BC4077DB-B3C0-7512-D845-BEDC874F3F81}"/>
              </a:ext>
            </a:extLst>
          </p:cNvPr>
          <p:cNvSpPr/>
          <p:nvPr/>
        </p:nvSpPr>
        <p:spPr>
          <a:xfrm>
            <a:off x="2169205" y="5950917"/>
            <a:ext cx="269181" cy="335583"/>
          </a:xfrm>
          <a:custGeom>
            <a:avLst/>
            <a:gdLst/>
            <a:ahLst/>
            <a:cxnLst/>
            <a:rect l="l" t="t" r="r" b="b"/>
            <a:pathLst>
              <a:path w="269181" h="335583">
                <a:moveTo>
                  <a:pt x="0" y="0"/>
                </a:moveTo>
                <a:lnTo>
                  <a:pt x="269181" y="0"/>
                </a:lnTo>
                <a:lnTo>
                  <a:pt x="269181" y="335583"/>
                </a:lnTo>
                <a:lnTo>
                  <a:pt x="0" y="335583"/>
                </a:lnTo>
                <a:lnTo>
                  <a:pt x="0" y="0"/>
                </a:lnTo>
                <a:close/>
              </a:path>
            </a:pathLst>
          </a:custGeom>
          <a:blipFill>
            <a:blip r:embed="rId4">
              <a:extLst>
                <a:ext uri="{96DAC541-7B7A-43D3-8B79-37D633B846F1}">
                  <asvg:svgBlip xmlns:asvg="http://schemas.microsoft.com/office/drawing/2016/SVG/main" r:embed="rId5"/>
                </a:ext>
              </a:extLst>
            </a:blip>
            <a:stretch>
              <a:fillRect t="-133" b="-133"/>
            </a:stretch>
          </a:blipFill>
        </p:spPr>
        <p:txBody>
          <a:bodyPr/>
          <a:lstStyle/>
          <a:p>
            <a:endParaRPr lang="en-US"/>
          </a:p>
        </p:txBody>
      </p:sp>
      <p:sp>
        <p:nvSpPr>
          <p:cNvPr id="17" name="TextBox 17">
            <a:extLst>
              <a:ext uri="{FF2B5EF4-FFF2-40B4-BE49-F238E27FC236}">
                <a16:creationId xmlns:a16="http://schemas.microsoft.com/office/drawing/2014/main" id="{CA6CFA2F-019A-6D92-C531-78353FCE5BFC}"/>
              </a:ext>
            </a:extLst>
          </p:cNvPr>
          <p:cNvSpPr txBox="1"/>
          <p:nvPr/>
        </p:nvSpPr>
        <p:spPr>
          <a:xfrm>
            <a:off x="2350137" y="5961525"/>
            <a:ext cx="8495985" cy="899866"/>
          </a:xfrm>
          <a:prstGeom prst="rect">
            <a:avLst/>
          </a:prstGeom>
        </p:spPr>
        <p:txBody>
          <a:bodyPr lIns="0" tIns="0" rIns="0" bIns="0" rtlCol="0" anchor="t">
            <a:spAutoFit/>
          </a:bodyPr>
          <a:lstStyle/>
          <a:p>
            <a:pPr algn="ctr">
              <a:lnSpc>
                <a:spcPts val="3426"/>
              </a:lnSpc>
            </a:pPr>
            <a:r>
              <a:rPr lang="en-US" sz="2447" dirty="0">
                <a:solidFill>
                  <a:srgbClr val="000000"/>
                </a:solidFill>
                <a:latin typeface="Arial MT Pro"/>
                <a:ea typeface="Arial MT Pro"/>
                <a:cs typeface="Arial MT Pro"/>
                <a:sym typeface="Arial MT Pro"/>
              </a:rPr>
              <a:t>Includes varied speech contributions from ~24,000 people across India and Bangladesh.</a:t>
            </a:r>
          </a:p>
        </p:txBody>
      </p:sp>
      <p:sp>
        <p:nvSpPr>
          <p:cNvPr id="18" name="TextBox 18">
            <a:extLst>
              <a:ext uri="{FF2B5EF4-FFF2-40B4-BE49-F238E27FC236}">
                <a16:creationId xmlns:a16="http://schemas.microsoft.com/office/drawing/2014/main" id="{B78E36EA-0CF9-2D4A-4C7F-4D63AB0C834C}"/>
              </a:ext>
            </a:extLst>
          </p:cNvPr>
          <p:cNvSpPr txBox="1"/>
          <p:nvPr/>
        </p:nvSpPr>
        <p:spPr>
          <a:xfrm>
            <a:off x="1326298" y="6885025"/>
            <a:ext cx="1023839" cy="434340"/>
          </a:xfrm>
          <a:prstGeom prst="rect">
            <a:avLst/>
          </a:prstGeom>
        </p:spPr>
        <p:txBody>
          <a:bodyPr lIns="0" tIns="0" rIns="0" bIns="0" rtlCol="0" anchor="t">
            <a:spAutoFit/>
          </a:bodyPr>
          <a:lstStyle/>
          <a:p>
            <a:pPr algn="r">
              <a:lnSpc>
                <a:spcPts val="3600"/>
              </a:lnSpc>
            </a:pPr>
            <a:r>
              <a:rPr lang="en-US" sz="3600" dirty="0">
                <a:solidFill>
                  <a:srgbClr val="7C898B"/>
                </a:solidFill>
                <a:latin typeface="Lato"/>
                <a:ea typeface="Lato"/>
                <a:cs typeface="Lato"/>
                <a:sym typeface="Lato"/>
              </a:rPr>
              <a:t>03</a:t>
            </a:r>
          </a:p>
        </p:txBody>
      </p:sp>
      <p:sp>
        <p:nvSpPr>
          <p:cNvPr id="19" name="TextBox 19">
            <a:extLst>
              <a:ext uri="{FF2B5EF4-FFF2-40B4-BE49-F238E27FC236}">
                <a16:creationId xmlns:a16="http://schemas.microsoft.com/office/drawing/2014/main" id="{9EBD17A7-7F76-B6F7-D9C6-30AA9D3F044D}"/>
              </a:ext>
            </a:extLst>
          </p:cNvPr>
          <p:cNvSpPr txBox="1"/>
          <p:nvPr/>
        </p:nvSpPr>
        <p:spPr>
          <a:xfrm>
            <a:off x="2589073" y="6774927"/>
            <a:ext cx="8434713" cy="508344"/>
          </a:xfrm>
          <a:prstGeom prst="rect">
            <a:avLst/>
          </a:prstGeom>
        </p:spPr>
        <p:txBody>
          <a:bodyPr wrap="square" lIns="0" tIns="0" rIns="0" bIns="0" rtlCol="0" anchor="t">
            <a:spAutoFit/>
          </a:bodyPr>
          <a:lstStyle/>
          <a:p>
            <a:pPr algn="l">
              <a:lnSpc>
                <a:spcPts val="4365"/>
              </a:lnSpc>
            </a:pPr>
            <a:r>
              <a:rPr lang="en-US" sz="3117" b="1" spc="-61" dirty="0">
                <a:solidFill>
                  <a:srgbClr val="1C191A"/>
                </a:solidFill>
                <a:latin typeface="Lato Bold"/>
                <a:ea typeface="Lato Bold"/>
                <a:cs typeface="Lato Bold"/>
                <a:sym typeface="Lato Bold"/>
              </a:rPr>
              <a:t>Bengali. AI Speech Recognition (external dataset)</a:t>
            </a:r>
          </a:p>
        </p:txBody>
      </p:sp>
      <p:sp>
        <p:nvSpPr>
          <p:cNvPr id="20" name="Freeform 20">
            <a:extLst>
              <a:ext uri="{FF2B5EF4-FFF2-40B4-BE49-F238E27FC236}">
                <a16:creationId xmlns:a16="http://schemas.microsoft.com/office/drawing/2014/main" id="{CDC4B61C-A12D-9A06-9A4D-9BBF270A2FAF}"/>
              </a:ext>
            </a:extLst>
          </p:cNvPr>
          <p:cNvSpPr/>
          <p:nvPr/>
        </p:nvSpPr>
        <p:spPr>
          <a:xfrm>
            <a:off x="2080956" y="7474917"/>
            <a:ext cx="269181" cy="335583"/>
          </a:xfrm>
          <a:custGeom>
            <a:avLst/>
            <a:gdLst/>
            <a:ahLst/>
            <a:cxnLst/>
            <a:rect l="l" t="t" r="r" b="b"/>
            <a:pathLst>
              <a:path w="269181" h="335583">
                <a:moveTo>
                  <a:pt x="0" y="0"/>
                </a:moveTo>
                <a:lnTo>
                  <a:pt x="269181" y="0"/>
                </a:lnTo>
                <a:lnTo>
                  <a:pt x="269181" y="335583"/>
                </a:lnTo>
                <a:lnTo>
                  <a:pt x="0" y="335583"/>
                </a:lnTo>
                <a:lnTo>
                  <a:pt x="0" y="0"/>
                </a:lnTo>
                <a:close/>
              </a:path>
            </a:pathLst>
          </a:custGeom>
          <a:blipFill>
            <a:blip r:embed="rId4">
              <a:extLst>
                <a:ext uri="{96DAC541-7B7A-43D3-8B79-37D633B846F1}">
                  <asvg:svgBlip xmlns:asvg="http://schemas.microsoft.com/office/drawing/2016/SVG/main" r:embed="rId5"/>
                </a:ext>
              </a:extLst>
            </a:blip>
            <a:stretch>
              <a:fillRect t="-133" b="-133"/>
            </a:stretch>
          </a:blipFill>
        </p:spPr>
        <p:txBody>
          <a:bodyPr/>
          <a:lstStyle/>
          <a:p>
            <a:endParaRPr lang="en-US"/>
          </a:p>
        </p:txBody>
      </p:sp>
      <p:sp>
        <p:nvSpPr>
          <p:cNvPr id="21" name="TextBox 21">
            <a:extLst>
              <a:ext uri="{FF2B5EF4-FFF2-40B4-BE49-F238E27FC236}">
                <a16:creationId xmlns:a16="http://schemas.microsoft.com/office/drawing/2014/main" id="{8122D3BD-D2E8-9198-3E78-8A46999C88DD}"/>
              </a:ext>
            </a:extLst>
          </p:cNvPr>
          <p:cNvSpPr txBox="1"/>
          <p:nvPr/>
        </p:nvSpPr>
        <p:spPr>
          <a:xfrm>
            <a:off x="2589073" y="7525728"/>
            <a:ext cx="8495985" cy="1757116"/>
          </a:xfrm>
          <a:prstGeom prst="rect">
            <a:avLst/>
          </a:prstGeom>
        </p:spPr>
        <p:txBody>
          <a:bodyPr lIns="0" tIns="0" rIns="0" bIns="0" rtlCol="0" anchor="t">
            <a:spAutoFit/>
          </a:bodyPr>
          <a:lstStyle/>
          <a:p>
            <a:pPr algn="ctr">
              <a:lnSpc>
                <a:spcPts val="3426"/>
              </a:lnSpc>
            </a:pPr>
            <a:r>
              <a:rPr lang="en-US" sz="2447" dirty="0">
                <a:solidFill>
                  <a:srgbClr val="000000"/>
                </a:solidFill>
                <a:latin typeface="Arial MT Pro"/>
                <a:ea typeface="Arial MT Pro"/>
                <a:cs typeface="Arial MT Pro"/>
                <a:sym typeface="Arial MT Pro"/>
              </a:rPr>
              <a:t>Sourced from Common Voice, comprising approximately 400 hours of Bengali audio.</a:t>
            </a:r>
          </a:p>
          <a:p>
            <a:pPr algn="ctr">
              <a:lnSpc>
                <a:spcPts val="3426"/>
              </a:lnSpc>
            </a:pPr>
            <a:endParaRPr lang="en-US" sz="2447" dirty="0">
              <a:solidFill>
                <a:srgbClr val="000000"/>
              </a:solidFill>
              <a:latin typeface="Arial MT Pro"/>
              <a:ea typeface="Arial MT Pro"/>
              <a:cs typeface="Arial MT Pro"/>
              <a:sym typeface="Arial MT Pro"/>
            </a:endParaRPr>
          </a:p>
          <a:p>
            <a:pPr algn="ctr">
              <a:lnSpc>
                <a:spcPts val="3426"/>
              </a:lnSpc>
            </a:pPr>
            <a:endParaRPr lang="en-US" sz="2447" dirty="0">
              <a:solidFill>
                <a:srgbClr val="000000"/>
              </a:solidFill>
              <a:latin typeface="Arial MT Pro"/>
              <a:ea typeface="Arial MT Pro"/>
              <a:cs typeface="Arial MT Pro"/>
              <a:sym typeface="Arial MT Pro"/>
            </a:endParaRPr>
          </a:p>
        </p:txBody>
      </p:sp>
      <p:sp>
        <p:nvSpPr>
          <p:cNvPr id="22" name="Freeform 22">
            <a:extLst>
              <a:ext uri="{FF2B5EF4-FFF2-40B4-BE49-F238E27FC236}">
                <a16:creationId xmlns:a16="http://schemas.microsoft.com/office/drawing/2014/main" id="{2410AE4A-0146-1A8F-EDB2-8BEC153F31C2}"/>
              </a:ext>
            </a:extLst>
          </p:cNvPr>
          <p:cNvSpPr/>
          <p:nvPr/>
        </p:nvSpPr>
        <p:spPr>
          <a:xfrm>
            <a:off x="2080956" y="8496300"/>
            <a:ext cx="269181" cy="335583"/>
          </a:xfrm>
          <a:custGeom>
            <a:avLst/>
            <a:gdLst/>
            <a:ahLst/>
            <a:cxnLst/>
            <a:rect l="l" t="t" r="r" b="b"/>
            <a:pathLst>
              <a:path w="269181" h="335583">
                <a:moveTo>
                  <a:pt x="0" y="0"/>
                </a:moveTo>
                <a:lnTo>
                  <a:pt x="269181" y="0"/>
                </a:lnTo>
                <a:lnTo>
                  <a:pt x="269181" y="335583"/>
                </a:lnTo>
                <a:lnTo>
                  <a:pt x="0" y="335583"/>
                </a:lnTo>
                <a:lnTo>
                  <a:pt x="0" y="0"/>
                </a:lnTo>
                <a:close/>
              </a:path>
            </a:pathLst>
          </a:custGeom>
          <a:blipFill>
            <a:blip r:embed="rId4">
              <a:extLst>
                <a:ext uri="{96DAC541-7B7A-43D3-8B79-37D633B846F1}">
                  <asvg:svgBlip xmlns:asvg="http://schemas.microsoft.com/office/drawing/2016/SVG/main" r:embed="rId5"/>
                </a:ext>
              </a:extLst>
            </a:blip>
            <a:stretch>
              <a:fillRect t="-133" b="-133"/>
            </a:stretch>
          </a:blipFill>
        </p:spPr>
        <p:txBody>
          <a:bodyPr/>
          <a:lstStyle/>
          <a:p>
            <a:endParaRPr lang="en-US"/>
          </a:p>
        </p:txBody>
      </p:sp>
      <p:sp>
        <p:nvSpPr>
          <p:cNvPr id="23" name="TextBox 23">
            <a:extLst>
              <a:ext uri="{FF2B5EF4-FFF2-40B4-BE49-F238E27FC236}">
                <a16:creationId xmlns:a16="http://schemas.microsoft.com/office/drawing/2014/main" id="{7FCF6EBE-A9CB-2961-CBC7-F5F61CA50079}"/>
              </a:ext>
            </a:extLst>
          </p:cNvPr>
          <p:cNvSpPr txBox="1"/>
          <p:nvPr/>
        </p:nvSpPr>
        <p:spPr>
          <a:xfrm>
            <a:off x="2021673" y="8407375"/>
            <a:ext cx="8495985" cy="849015"/>
          </a:xfrm>
          <a:prstGeom prst="rect">
            <a:avLst/>
          </a:prstGeom>
        </p:spPr>
        <p:txBody>
          <a:bodyPr lIns="0" tIns="0" rIns="0" bIns="0" rtlCol="0" anchor="t">
            <a:spAutoFit/>
          </a:bodyPr>
          <a:lstStyle/>
          <a:p>
            <a:pPr algn="ctr">
              <a:lnSpc>
                <a:spcPts val="3426"/>
              </a:lnSpc>
            </a:pPr>
            <a:r>
              <a:rPr lang="en-US" sz="2447" dirty="0">
                <a:solidFill>
                  <a:srgbClr val="000000"/>
                </a:solidFill>
                <a:latin typeface="Arial MT Pro"/>
                <a:ea typeface="Arial MT Pro"/>
                <a:cs typeface="Arial MT Pro"/>
                <a:sym typeface="Arial MT Pro"/>
              </a:rPr>
              <a:t>Massive collection structure containing 222,000 files</a:t>
            </a:r>
          </a:p>
          <a:p>
            <a:pPr algn="ctr">
              <a:lnSpc>
                <a:spcPts val="3426"/>
              </a:lnSpc>
            </a:pPr>
            <a:endParaRPr lang="en-US" sz="2447" dirty="0">
              <a:solidFill>
                <a:srgbClr val="000000"/>
              </a:solidFill>
              <a:latin typeface="Arial MT Pro"/>
              <a:ea typeface="Arial MT Pro"/>
              <a:cs typeface="Arial MT Pro"/>
              <a:sym typeface="Arial MT Pro"/>
            </a:endParaRPr>
          </a:p>
        </p:txBody>
      </p:sp>
    </p:spTree>
    <p:extLst>
      <p:ext uri="{BB962C8B-B14F-4D97-AF65-F5344CB8AC3E}">
        <p14:creationId xmlns:p14="http://schemas.microsoft.com/office/powerpoint/2010/main" val="26878953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53F29798-D584-4792-9B62-3F5F5C36D6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3428" cy="10287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4"/>
          <p:cNvSpPr txBox="1"/>
          <p:nvPr/>
        </p:nvSpPr>
        <p:spPr>
          <a:xfrm>
            <a:off x="1255014" y="8485793"/>
            <a:ext cx="15773400" cy="2258825"/>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4000" kern="1200" dirty="0">
                <a:solidFill>
                  <a:schemeClr val="tx1"/>
                </a:solidFill>
                <a:latin typeface="+mj-lt"/>
                <a:ea typeface="+mj-ea"/>
                <a:cs typeface="+mj-cs"/>
                <a:sym typeface="Lato"/>
              </a:rPr>
              <a:t>TEXT STATISTICS BY DISTRICT</a:t>
            </a:r>
          </a:p>
          <a:p>
            <a:pPr>
              <a:lnSpc>
                <a:spcPct val="90000"/>
              </a:lnSpc>
              <a:spcBef>
                <a:spcPct val="0"/>
              </a:spcBef>
              <a:spcAft>
                <a:spcPts val="600"/>
              </a:spcAft>
            </a:pPr>
            <a:endParaRPr lang="en-US" sz="7800" kern="1200" dirty="0">
              <a:solidFill>
                <a:schemeClr val="tx1"/>
              </a:solidFill>
              <a:latin typeface="+mj-lt"/>
              <a:ea typeface="+mj-ea"/>
              <a:cs typeface="+mj-cs"/>
              <a:sym typeface="Lato"/>
            </a:endParaRPr>
          </a:p>
        </p:txBody>
      </p:sp>
      <p:pic>
        <p:nvPicPr>
          <p:cNvPr id="6" name="Picture 5" descr="A bar graph with numbers and text&#10;&#10;AI-generated content may be incorrect.">
            <a:extLst>
              <a:ext uri="{FF2B5EF4-FFF2-40B4-BE49-F238E27FC236}">
                <a16:creationId xmlns:a16="http://schemas.microsoft.com/office/drawing/2014/main" id="{662152D5-F46F-795B-BBEB-946E0C2B67F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152128" y="571500"/>
            <a:ext cx="13979172" cy="791429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AC0CF6-B112-34F5-5BA3-3E1570E0ABBA}"/>
            </a:ext>
          </a:extLst>
        </p:cNvPr>
        <p:cNvGrpSpPr/>
        <p:nvPr/>
      </p:nvGrpSpPr>
      <p:grpSpPr>
        <a:xfrm>
          <a:off x="0" y="0"/>
          <a:ext cx="0" cy="0"/>
          <a:chOff x="0" y="0"/>
          <a:chExt cx="0" cy="0"/>
        </a:xfrm>
      </p:grpSpPr>
      <p:sp>
        <p:nvSpPr>
          <p:cNvPr id="4" name="TextBox 4">
            <a:extLst>
              <a:ext uri="{FF2B5EF4-FFF2-40B4-BE49-F238E27FC236}">
                <a16:creationId xmlns:a16="http://schemas.microsoft.com/office/drawing/2014/main" id="{3C62A567-DB82-841B-2BF9-8EB7EE2941E0}"/>
              </a:ext>
            </a:extLst>
          </p:cNvPr>
          <p:cNvSpPr txBox="1"/>
          <p:nvPr/>
        </p:nvSpPr>
        <p:spPr>
          <a:xfrm>
            <a:off x="990600" y="7200900"/>
            <a:ext cx="14935200" cy="2258825"/>
          </a:xfrm>
          <a:prstGeom prst="rect">
            <a:avLst/>
          </a:prstGeom>
        </p:spPr>
        <p:txBody>
          <a:bodyPr vert="horz" lIns="91440" tIns="45720" rIns="91440" bIns="45720" rtlCol="0" anchor="ctr">
            <a:normAutofit/>
          </a:bodyPr>
          <a:lstStyle/>
          <a:p>
            <a:pPr marL="571500" indent="-571500" algn="ctr">
              <a:lnSpc>
                <a:spcPct val="90000"/>
              </a:lnSpc>
              <a:spcBef>
                <a:spcPct val="0"/>
              </a:spcBef>
              <a:spcAft>
                <a:spcPts val="600"/>
              </a:spcAft>
              <a:buFontTx/>
              <a:buChar char="-"/>
            </a:pPr>
            <a:r>
              <a:rPr lang="en-US" sz="4000" dirty="0">
                <a:latin typeface="+mj-lt"/>
                <a:ea typeface="+mj-ea"/>
                <a:cs typeface="+mj-cs"/>
                <a:sym typeface="Lato"/>
              </a:rPr>
              <a:t>No numbers or English characters</a:t>
            </a:r>
          </a:p>
          <a:p>
            <a:pPr marL="4229100" lvl="8" indent="-571500">
              <a:lnSpc>
                <a:spcPct val="90000"/>
              </a:lnSpc>
              <a:spcBef>
                <a:spcPct val="0"/>
              </a:spcBef>
              <a:spcAft>
                <a:spcPts val="600"/>
              </a:spcAft>
              <a:buFontTx/>
              <a:buChar char="-"/>
            </a:pPr>
            <a:r>
              <a:rPr lang="en-US" sz="4000" kern="1200" dirty="0">
                <a:solidFill>
                  <a:schemeClr val="tx1"/>
                </a:solidFill>
                <a:latin typeface="+mj-lt"/>
                <a:ea typeface="+mj-ea"/>
                <a:cs typeface="+mj-cs"/>
                <a:sym typeface="Lato"/>
              </a:rPr>
              <a:t>No special characters </a:t>
            </a:r>
          </a:p>
          <a:p>
            <a:pPr marL="4229100" lvl="8" indent="-571500">
              <a:lnSpc>
                <a:spcPct val="90000"/>
              </a:lnSpc>
              <a:spcBef>
                <a:spcPct val="0"/>
              </a:spcBef>
              <a:spcAft>
                <a:spcPts val="600"/>
              </a:spcAft>
              <a:buFontTx/>
              <a:buChar char="-"/>
            </a:pPr>
            <a:r>
              <a:rPr lang="en-US" sz="4000" dirty="0">
                <a:latin typeface="+mj-lt"/>
                <a:ea typeface="+mj-ea"/>
                <a:cs typeface="+mj-cs"/>
                <a:sym typeface="Lato"/>
              </a:rPr>
              <a:t>Sequence length are between 20 to 50.</a:t>
            </a:r>
            <a:endParaRPr lang="en-US" sz="4000" kern="1200" dirty="0">
              <a:solidFill>
                <a:schemeClr val="tx1"/>
              </a:solidFill>
              <a:latin typeface="+mj-lt"/>
              <a:ea typeface="+mj-ea"/>
              <a:cs typeface="+mj-cs"/>
              <a:sym typeface="Lato"/>
            </a:endParaRPr>
          </a:p>
          <a:p>
            <a:pPr>
              <a:lnSpc>
                <a:spcPct val="90000"/>
              </a:lnSpc>
              <a:spcBef>
                <a:spcPct val="0"/>
              </a:spcBef>
              <a:spcAft>
                <a:spcPts val="600"/>
              </a:spcAft>
            </a:pPr>
            <a:endParaRPr lang="en-US" sz="7800" kern="1200" dirty="0">
              <a:solidFill>
                <a:schemeClr val="tx1"/>
              </a:solidFill>
              <a:latin typeface="+mj-lt"/>
              <a:ea typeface="+mj-ea"/>
              <a:cs typeface="+mj-cs"/>
              <a:sym typeface="Lato"/>
            </a:endParaRPr>
          </a:p>
        </p:txBody>
      </p:sp>
      <p:pic>
        <p:nvPicPr>
          <p:cNvPr id="3" name="Picture 2">
            <a:extLst>
              <a:ext uri="{FF2B5EF4-FFF2-40B4-BE49-F238E27FC236}">
                <a16:creationId xmlns:a16="http://schemas.microsoft.com/office/drawing/2014/main" id="{3CAED47A-64A6-0C5E-C7D3-B11557C31B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62400" y="190500"/>
            <a:ext cx="9420225" cy="5610225"/>
          </a:xfrm>
          <a:prstGeom prst="rect">
            <a:avLst/>
          </a:prstGeom>
        </p:spPr>
      </p:pic>
    </p:spTree>
    <p:extLst>
      <p:ext uri="{BB962C8B-B14F-4D97-AF65-F5344CB8AC3E}">
        <p14:creationId xmlns:p14="http://schemas.microsoft.com/office/powerpoint/2010/main" val="8829238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4F1"/>
        </a:solidFill>
        <a:effectLst/>
      </p:bgPr>
    </p:bg>
    <p:spTree>
      <p:nvGrpSpPr>
        <p:cNvPr id="1" name=""/>
        <p:cNvGrpSpPr/>
        <p:nvPr/>
      </p:nvGrpSpPr>
      <p:grpSpPr>
        <a:xfrm>
          <a:off x="0" y="0"/>
          <a:ext cx="0" cy="0"/>
          <a:chOff x="0" y="0"/>
          <a:chExt cx="0" cy="0"/>
        </a:xfrm>
      </p:grpSpPr>
      <p:sp>
        <p:nvSpPr>
          <p:cNvPr id="2" name="Freeform 2"/>
          <p:cNvSpPr/>
          <p:nvPr/>
        </p:nvSpPr>
        <p:spPr>
          <a:xfrm>
            <a:off x="12718985" y="5594262"/>
            <a:ext cx="5645215" cy="229839"/>
          </a:xfrm>
          <a:custGeom>
            <a:avLst/>
            <a:gdLst/>
            <a:ahLst/>
            <a:cxnLst/>
            <a:rect l="l" t="t" r="r" b="b"/>
            <a:pathLst>
              <a:path w="5645215" h="229839">
                <a:moveTo>
                  <a:pt x="0" y="0"/>
                </a:moveTo>
                <a:lnTo>
                  <a:pt x="5645215" y="0"/>
                </a:lnTo>
                <a:lnTo>
                  <a:pt x="5645215" y="229839"/>
                </a:lnTo>
                <a:lnTo>
                  <a:pt x="0" y="22983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TextBox 3"/>
          <p:cNvSpPr txBox="1"/>
          <p:nvPr/>
        </p:nvSpPr>
        <p:spPr>
          <a:xfrm>
            <a:off x="12819137" y="3953698"/>
            <a:ext cx="4630663" cy="1538883"/>
          </a:xfrm>
          <a:prstGeom prst="rect">
            <a:avLst/>
          </a:prstGeom>
        </p:spPr>
        <p:txBody>
          <a:bodyPr wrap="square" lIns="0" tIns="0" rIns="0" bIns="0" rtlCol="0" anchor="t">
            <a:spAutoFit/>
          </a:bodyPr>
          <a:lstStyle/>
          <a:p>
            <a:pPr algn="just">
              <a:lnSpc>
                <a:spcPts val="5983"/>
              </a:lnSpc>
            </a:pPr>
            <a:r>
              <a:rPr lang="en-US" sz="5983" dirty="0">
                <a:solidFill>
                  <a:srgbClr val="253439"/>
                </a:solidFill>
                <a:latin typeface="Lato"/>
                <a:ea typeface="Lato"/>
                <a:cs typeface="Lato"/>
                <a:sym typeface="Lato"/>
              </a:rPr>
              <a:t>Data filtering</a:t>
            </a:r>
          </a:p>
          <a:p>
            <a:pPr algn="just">
              <a:lnSpc>
                <a:spcPts val="5983"/>
              </a:lnSpc>
            </a:pPr>
            <a:endParaRPr lang="en-US" sz="5983" dirty="0">
              <a:solidFill>
                <a:srgbClr val="253439"/>
              </a:solidFill>
              <a:latin typeface="Lato"/>
              <a:ea typeface="Lato"/>
              <a:cs typeface="Lato"/>
              <a:sym typeface="Lato"/>
            </a:endParaRPr>
          </a:p>
        </p:txBody>
      </p:sp>
      <p:grpSp>
        <p:nvGrpSpPr>
          <p:cNvPr id="4" name="Group 4"/>
          <p:cNvGrpSpPr/>
          <p:nvPr/>
        </p:nvGrpSpPr>
        <p:grpSpPr>
          <a:xfrm>
            <a:off x="1467220" y="1205110"/>
            <a:ext cx="9384566" cy="2998661"/>
            <a:chOff x="0" y="0"/>
            <a:chExt cx="12512755" cy="3998215"/>
          </a:xfrm>
        </p:grpSpPr>
        <p:sp>
          <p:nvSpPr>
            <p:cNvPr id="5" name="TextBox 5"/>
            <p:cNvSpPr txBox="1"/>
            <p:nvPr/>
          </p:nvSpPr>
          <p:spPr>
            <a:xfrm>
              <a:off x="1635730" y="-66675"/>
              <a:ext cx="10619810" cy="700412"/>
            </a:xfrm>
            <a:prstGeom prst="rect">
              <a:avLst/>
            </a:prstGeom>
          </p:spPr>
          <p:txBody>
            <a:bodyPr lIns="0" tIns="0" rIns="0" bIns="0" rtlCol="0" anchor="t">
              <a:spAutoFit/>
            </a:bodyPr>
            <a:lstStyle/>
            <a:p>
              <a:pPr algn="l">
                <a:lnSpc>
                  <a:spcPts val="4422"/>
                </a:lnSpc>
              </a:pPr>
              <a:r>
                <a:rPr lang="en-US" sz="3158" b="1" spc="-61" dirty="0">
                  <a:solidFill>
                    <a:srgbClr val="1C191A"/>
                  </a:solidFill>
                  <a:latin typeface="Lato Bold"/>
                  <a:ea typeface="Lato Bold"/>
                  <a:cs typeface="Lato Bold"/>
                  <a:sym typeface="Lato Bold"/>
                </a:rPr>
                <a:t>Bengali.AI Speech Recognition </a:t>
              </a:r>
            </a:p>
          </p:txBody>
        </p:sp>
        <p:sp>
          <p:nvSpPr>
            <p:cNvPr id="6" name="TextBox 6"/>
            <p:cNvSpPr txBox="1"/>
            <p:nvPr/>
          </p:nvSpPr>
          <p:spPr>
            <a:xfrm>
              <a:off x="0" y="63252"/>
              <a:ext cx="1365119" cy="598170"/>
            </a:xfrm>
            <a:prstGeom prst="rect">
              <a:avLst/>
            </a:prstGeom>
          </p:spPr>
          <p:txBody>
            <a:bodyPr lIns="0" tIns="0" rIns="0" bIns="0" rtlCol="0" anchor="t">
              <a:spAutoFit/>
            </a:bodyPr>
            <a:lstStyle/>
            <a:p>
              <a:pPr algn="r">
                <a:lnSpc>
                  <a:spcPts val="3600"/>
                </a:lnSpc>
              </a:pPr>
              <a:r>
                <a:rPr lang="en-US" sz="3600">
                  <a:solidFill>
                    <a:srgbClr val="7C898B"/>
                  </a:solidFill>
                  <a:latin typeface="Lato"/>
                  <a:ea typeface="Lato"/>
                  <a:cs typeface="Lato"/>
                  <a:sym typeface="Lato"/>
                </a:rPr>
                <a:t>02</a:t>
              </a:r>
            </a:p>
          </p:txBody>
        </p:sp>
        <p:sp>
          <p:nvSpPr>
            <p:cNvPr id="7" name="TextBox 7"/>
            <p:cNvSpPr txBox="1"/>
            <p:nvPr/>
          </p:nvSpPr>
          <p:spPr>
            <a:xfrm>
              <a:off x="1322569" y="1334781"/>
              <a:ext cx="10618529" cy="1164896"/>
            </a:xfrm>
            <a:prstGeom prst="rect">
              <a:avLst/>
            </a:prstGeom>
          </p:spPr>
          <p:txBody>
            <a:bodyPr lIns="0" tIns="0" rIns="0" bIns="0" rtlCol="0" anchor="t">
              <a:spAutoFit/>
            </a:bodyPr>
            <a:lstStyle/>
            <a:p>
              <a:pPr algn="ctr">
                <a:lnSpc>
                  <a:spcPts val="3426"/>
                </a:lnSpc>
              </a:pPr>
              <a:r>
                <a:rPr lang="en-US" sz="2447" b="1">
                  <a:solidFill>
                    <a:srgbClr val="000000"/>
                  </a:solidFill>
                  <a:latin typeface="Arial MT Pro Bold"/>
                  <a:ea typeface="Arial MT Pro Bold"/>
                  <a:cs typeface="Arial MT Pro Bold"/>
                  <a:sym typeface="Arial MT Pro Bold"/>
                </a:rPr>
                <a:t>Focus:</a:t>
              </a:r>
              <a:r>
                <a:rPr lang="en-US" sz="2447">
                  <a:solidFill>
                    <a:srgbClr val="000000"/>
                  </a:solidFill>
                  <a:latin typeface="Arial MT Pro"/>
                  <a:ea typeface="Arial MT Pro"/>
                  <a:cs typeface="Arial MT Pro"/>
                  <a:sym typeface="Arial MT Pro"/>
                </a:rPr>
                <a:t> specifically curated to refine the model's handling of short, concise phrases.</a:t>
              </a:r>
            </a:p>
          </p:txBody>
        </p:sp>
        <p:sp>
          <p:nvSpPr>
            <p:cNvPr id="8" name="Freeform 8"/>
            <p:cNvSpPr/>
            <p:nvPr/>
          </p:nvSpPr>
          <p:spPr>
            <a:xfrm>
              <a:off x="963661" y="1439556"/>
              <a:ext cx="358908" cy="447445"/>
            </a:xfrm>
            <a:custGeom>
              <a:avLst/>
              <a:gdLst/>
              <a:ahLst/>
              <a:cxnLst/>
              <a:rect l="l" t="t" r="r" b="b"/>
              <a:pathLst>
                <a:path w="358908" h="447445">
                  <a:moveTo>
                    <a:pt x="0" y="0"/>
                  </a:moveTo>
                  <a:lnTo>
                    <a:pt x="358908" y="0"/>
                  </a:lnTo>
                  <a:lnTo>
                    <a:pt x="358908" y="447445"/>
                  </a:lnTo>
                  <a:lnTo>
                    <a:pt x="0" y="447445"/>
                  </a:lnTo>
                  <a:lnTo>
                    <a:pt x="0" y="0"/>
                  </a:lnTo>
                  <a:close/>
                </a:path>
              </a:pathLst>
            </a:custGeom>
            <a:blipFill>
              <a:blip r:embed="rId4">
                <a:extLst>
                  <a:ext uri="{96DAC541-7B7A-43D3-8B79-37D633B846F1}">
                    <asvg:svgBlip xmlns:asvg="http://schemas.microsoft.com/office/drawing/2016/SVG/main" r:embed="rId5"/>
                  </a:ext>
                </a:extLst>
              </a:blip>
              <a:stretch>
                <a:fillRect t="-133" b="-133"/>
              </a:stretch>
            </a:blipFill>
          </p:spPr>
          <p:txBody>
            <a:bodyPr/>
            <a:lstStyle/>
            <a:p>
              <a:endParaRPr lang="en-US"/>
            </a:p>
          </p:txBody>
        </p:sp>
        <p:sp>
          <p:nvSpPr>
            <p:cNvPr id="9" name="Freeform 9"/>
            <p:cNvSpPr/>
            <p:nvPr/>
          </p:nvSpPr>
          <p:spPr>
            <a:xfrm>
              <a:off x="1005322" y="2829877"/>
              <a:ext cx="358908" cy="447445"/>
            </a:xfrm>
            <a:custGeom>
              <a:avLst/>
              <a:gdLst/>
              <a:ahLst/>
              <a:cxnLst/>
              <a:rect l="l" t="t" r="r" b="b"/>
              <a:pathLst>
                <a:path w="358908" h="447445">
                  <a:moveTo>
                    <a:pt x="0" y="0"/>
                  </a:moveTo>
                  <a:lnTo>
                    <a:pt x="358908" y="0"/>
                  </a:lnTo>
                  <a:lnTo>
                    <a:pt x="358908" y="447445"/>
                  </a:lnTo>
                  <a:lnTo>
                    <a:pt x="0" y="447445"/>
                  </a:lnTo>
                  <a:lnTo>
                    <a:pt x="0" y="0"/>
                  </a:lnTo>
                  <a:close/>
                </a:path>
              </a:pathLst>
            </a:custGeom>
            <a:blipFill>
              <a:blip r:embed="rId4">
                <a:extLst>
                  <a:ext uri="{96DAC541-7B7A-43D3-8B79-37D633B846F1}">
                    <asvg:svgBlip xmlns:asvg="http://schemas.microsoft.com/office/drawing/2016/SVG/main" r:embed="rId5"/>
                  </a:ext>
                </a:extLst>
              </a:blip>
              <a:stretch>
                <a:fillRect t="-133" b="-133"/>
              </a:stretch>
            </a:blipFill>
          </p:spPr>
          <p:txBody>
            <a:bodyPr/>
            <a:lstStyle/>
            <a:p>
              <a:endParaRPr lang="en-US"/>
            </a:p>
          </p:txBody>
        </p:sp>
        <p:sp>
          <p:nvSpPr>
            <p:cNvPr id="10" name="TextBox 10"/>
            <p:cNvSpPr txBox="1"/>
            <p:nvPr/>
          </p:nvSpPr>
          <p:spPr>
            <a:xfrm>
              <a:off x="1184776" y="2833319"/>
              <a:ext cx="11327980" cy="1164896"/>
            </a:xfrm>
            <a:prstGeom prst="rect">
              <a:avLst/>
            </a:prstGeom>
          </p:spPr>
          <p:txBody>
            <a:bodyPr lIns="0" tIns="0" rIns="0" bIns="0" rtlCol="0" anchor="t">
              <a:spAutoFit/>
            </a:bodyPr>
            <a:lstStyle/>
            <a:p>
              <a:pPr algn="ctr">
                <a:lnSpc>
                  <a:spcPts val="3426"/>
                </a:lnSpc>
              </a:pPr>
              <a:r>
                <a:rPr lang="en-US" sz="2447" b="1">
                  <a:solidFill>
                    <a:srgbClr val="000000"/>
                  </a:solidFill>
                  <a:latin typeface="Arial MT Pro Bold"/>
                  <a:ea typeface="Arial MT Pro Bold"/>
                  <a:cs typeface="Arial MT Pro Bold"/>
                  <a:sym typeface="Arial MT Pro Bold"/>
                </a:rPr>
                <a:t>Strict Filtering:</a:t>
              </a:r>
              <a:r>
                <a:rPr lang="en-US" sz="2447">
                  <a:solidFill>
                    <a:srgbClr val="000000"/>
                  </a:solidFill>
                  <a:latin typeface="Arial MT Pro"/>
                  <a:ea typeface="Arial MT Pro"/>
                  <a:cs typeface="Arial MT Pro"/>
                  <a:sym typeface="Arial MT Pro"/>
                </a:rPr>
                <a:t> Retained only sentences containing 4 to 5 words.</a:t>
              </a:r>
            </a:p>
          </p:txBody>
        </p:sp>
      </p:grpSp>
      <p:grpSp>
        <p:nvGrpSpPr>
          <p:cNvPr id="11" name="Group 11"/>
          <p:cNvGrpSpPr/>
          <p:nvPr/>
        </p:nvGrpSpPr>
        <p:grpSpPr>
          <a:xfrm>
            <a:off x="1467220" y="4169243"/>
            <a:ext cx="9519157" cy="2912096"/>
            <a:chOff x="68453" y="-1719588"/>
            <a:chExt cx="12692209" cy="3882794"/>
          </a:xfrm>
        </p:grpSpPr>
        <p:sp>
          <p:nvSpPr>
            <p:cNvPr id="12" name="TextBox 12"/>
            <p:cNvSpPr txBox="1"/>
            <p:nvPr/>
          </p:nvSpPr>
          <p:spPr>
            <a:xfrm>
              <a:off x="68453" y="-1607432"/>
              <a:ext cx="1365119" cy="598169"/>
            </a:xfrm>
            <a:prstGeom prst="rect">
              <a:avLst/>
            </a:prstGeom>
          </p:spPr>
          <p:txBody>
            <a:bodyPr lIns="0" tIns="0" rIns="0" bIns="0" rtlCol="0" anchor="t">
              <a:spAutoFit/>
            </a:bodyPr>
            <a:lstStyle/>
            <a:p>
              <a:pPr algn="r">
                <a:lnSpc>
                  <a:spcPts val="3600"/>
                </a:lnSpc>
              </a:pPr>
              <a:r>
                <a:rPr lang="en-US" sz="3600" dirty="0">
                  <a:solidFill>
                    <a:srgbClr val="7C898B"/>
                  </a:solidFill>
                  <a:latin typeface="Lato"/>
                  <a:ea typeface="Lato"/>
                  <a:cs typeface="Lato"/>
                  <a:sym typeface="Lato"/>
                </a:rPr>
                <a:t>03</a:t>
              </a:r>
            </a:p>
          </p:txBody>
        </p:sp>
        <p:sp>
          <p:nvSpPr>
            <p:cNvPr id="13" name="TextBox 13"/>
            <p:cNvSpPr txBox="1"/>
            <p:nvPr/>
          </p:nvSpPr>
          <p:spPr>
            <a:xfrm>
              <a:off x="1705072" y="-1719588"/>
              <a:ext cx="10695814" cy="692235"/>
            </a:xfrm>
            <a:prstGeom prst="rect">
              <a:avLst/>
            </a:prstGeom>
          </p:spPr>
          <p:txBody>
            <a:bodyPr lIns="0" tIns="0" rIns="0" bIns="0" rtlCol="0" anchor="t">
              <a:spAutoFit/>
            </a:bodyPr>
            <a:lstStyle/>
            <a:p>
              <a:pPr algn="l">
                <a:lnSpc>
                  <a:spcPts val="4365"/>
                </a:lnSpc>
              </a:pPr>
              <a:r>
                <a:rPr lang="en-US" sz="3117" b="1" spc="-61" dirty="0">
                  <a:solidFill>
                    <a:srgbClr val="1C191A"/>
                  </a:solidFill>
                  <a:latin typeface="Lato Bold"/>
                  <a:ea typeface="Lato Bold"/>
                  <a:cs typeface="Lato Bold"/>
                  <a:sym typeface="Lato Bold"/>
                </a:rPr>
                <a:t>DL Sprint</a:t>
              </a:r>
            </a:p>
          </p:txBody>
        </p:sp>
        <p:sp>
          <p:nvSpPr>
            <p:cNvPr id="14" name="Freeform 14"/>
            <p:cNvSpPr/>
            <p:nvPr/>
          </p:nvSpPr>
          <p:spPr>
            <a:xfrm>
              <a:off x="1073774" y="-364042"/>
              <a:ext cx="358908" cy="447445"/>
            </a:xfrm>
            <a:custGeom>
              <a:avLst/>
              <a:gdLst/>
              <a:ahLst/>
              <a:cxnLst/>
              <a:rect l="l" t="t" r="r" b="b"/>
              <a:pathLst>
                <a:path w="358908" h="447445">
                  <a:moveTo>
                    <a:pt x="0" y="0"/>
                  </a:moveTo>
                  <a:lnTo>
                    <a:pt x="358907" y="0"/>
                  </a:lnTo>
                  <a:lnTo>
                    <a:pt x="358907" y="447445"/>
                  </a:lnTo>
                  <a:lnTo>
                    <a:pt x="0" y="447445"/>
                  </a:lnTo>
                  <a:lnTo>
                    <a:pt x="0" y="0"/>
                  </a:lnTo>
                  <a:close/>
                </a:path>
              </a:pathLst>
            </a:custGeom>
            <a:blipFill>
              <a:blip r:embed="rId4">
                <a:extLst>
                  <a:ext uri="{96DAC541-7B7A-43D3-8B79-37D633B846F1}">
                    <asvg:svgBlip xmlns:asvg="http://schemas.microsoft.com/office/drawing/2016/SVG/main" r:embed="rId5"/>
                  </a:ext>
                </a:extLst>
              </a:blip>
              <a:stretch>
                <a:fillRect t="-133" b="-133"/>
              </a:stretch>
            </a:blipFill>
          </p:spPr>
          <p:txBody>
            <a:bodyPr/>
            <a:lstStyle/>
            <a:p>
              <a:endParaRPr lang="en-US"/>
            </a:p>
          </p:txBody>
        </p:sp>
        <p:sp>
          <p:nvSpPr>
            <p:cNvPr id="15" name="TextBox 15"/>
            <p:cNvSpPr txBox="1"/>
            <p:nvPr/>
          </p:nvSpPr>
          <p:spPr>
            <a:xfrm>
              <a:off x="1432682" y="-508683"/>
              <a:ext cx="11327980" cy="1164896"/>
            </a:xfrm>
            <a:prstGeom prst="rect">
              <a:avLst/>
            </a:prstGeom>
          </p:spPr>
          <p:txBody>
            <a:bodyPr lIns="0" tIns="0" rIns="0" bIns="0" rtlCol="0" anchor="t">
              <a:spAutoFit/>
            </a:bodyPr>
            <a:lstStyle/>
            <a:p>
              <a:pPr algn="ctr">
                <a:lnSpc>
                  <a:spcPts val="3426"/>
                </a:lnSpc>
              </a:pPr>
              <a:r>
                <a:rPr lang="en-US" sz="2447" b="1" dirty="0">
                  <a:solidFill>
                    <a:srgbClr val="000000"/>
                  </a:solidFill>
                  <a:latin typeface="Arial MT Pro Bold"/>
                  <a:ea typeface="Arial MT Pro Bold"/>
                  <a:cs typeface="Arial MT Pro Bold"/>
                  <a:sym typeface="Arial MT Pro Bold"/>
                </a:rPr>
                <a:t>Quality Filtering:</a:t>
              </a:r>
              <a:r>
                <a:rPr lang="en-US" sz="2447" dirty="0">
                  <a:solidFill>
                    <a:srgbClr val="000000"/>
                  </a:solidFill>
                  <a:latin typeface="Arial MT Pro"/>
                  <a:ea typeface="Arial MT Pro"/>
                  <a:cs typeface="Arial MT Pro"/>
                  <a:sym typeface="Arial MT Pro"/>
                </a:rPr>
                <a:t> Strictly selected samples with &gt;3 upvotes and &lt;1 downvote to ensure transcription accuracy.</a:t>
              </a:r>
            </a:p>
          </p:txBody>
        </p:sp>
        <p:sp>
          <p:nvSpPr>
            <p:cNvPr id="16" name="Freeform 16"/>
            <p:cNvSpPr/>
            <p:nvPr/>
          </p:nvSpPr>
          <p:spPr>
            <a:xfrm>
              <a:off x="1073773" y="1133313"/>
              <a:ext cx="358908" cy="447445"/>
            </a:xfrm>
            <a:custGeom>
              <a:avLst/>
              <a:gdLst/>
              <a:ahLst/>
              <a:cxnLst/>
              <a:rect l="l" t="t" r="r" b="b"/>
              <a:pathLst>
                <a:path w="358908" h="447445">
                  <a:moveTo>
                    <a:pt x="0" y="0"/>
                  </a:moveTo>
                  <a:lnTo>
                    <a:pt x="358907" y="0"/>
                  </a:lnTo>
                  <a:lnTo>
                    <a:pt x="358907" y="447445"/>
                  </a:lnTo>
                  <a:lnTo>
                    <a:pt x="0" y="447445"/>
                  </a:lnTo>
                  <a:lnTo>
                    <a:pt x="0" y="0"/>
                  </a:lnTo>
                  <a:close/>
                </a:path>
              </a:pathLst>
            </a:custGeom>
            <a:blipFill>
              <a:blip r:embed="rId4">
                <a:extLst>
                  <a:ext uri="{96DAC541-7B7A-43D3-8B79-37D633B846F1}">
                    <asvg:svgBlip xmlns:asvg="http://schemas.microsoft.com/office/drawing/2016/SVG/main" r:embed="rId5"/>
                  </a:ext>
                </a:extLst>
              </a:blip>
              <a:stretch>
                <a:fillRect t="-133" b="-133"/>
              </a:stretch>
            </a:blipFill>
          </p:spPr>
          <p:txBody>
            <a:bodyPr/>
            <a:lstStyle/>
            <a:p>
              <a:endParaRPr lang="en-US"/>
            </a:p>
          </p:txBody>
        </p:sp>
        <p:sp>
          <p:nvSpPr>
            <p:cNvPr id="17" name="TextBox 17"/>
            <p:cNvSpPr txBox="1"/>
            <p:nvPr/>
          </p:nvSpPr>
          <p:spPr>
            <a:xfrm>
              <a:off x="1432682" y="998310"/>
              <a:ext cx="11327980" cy="1164896"/>
            </a:xfrm>
            <a:prstGeom prst="rect">
              <a:avLst/>
            </a:prstGeom>
          </p:spPr>
          <p:txBody>
            <a:bodyPr lIns="0" tIns="0" rIns="0" bIns="0" rtlCol="0" anchor="t">
              <a:spAutoFit/>
            </a:bodyPr>
            <a:lstStyle/>
            <a:p>
              <a:pPr algn="ctr">
                <a:lnSpc>
                  <a:spcPts val="3426"/>
                </a:lnSpc>
              </a:pPr>
              <a:r>
                <a:rPr lang="en-US" sz="2447" b="1" dirty="0">
                  <a:solidFill>
                    <a:srgbClr val="000000"/>
                  </a:solidFill>
                  <a:latin typeface="Arial MT Pro Bold"/>
                  <a:ea typeface="Arial MT Pro Bold"/>
                  <a:cs typeface="Arial MT Pro Bold"/>
                  <a:sym typeface="Arial MT Pro Bold"/>
                </a:rPr>
                <a:t>Length Constraint:</a:t>
              </a:r>
              <a:r>
                <a:rPr lang="en-US" sz="2447" dirty="0">
                  <a:solidFill>
                    <a:srgbClr val="000000"/>
                  </a:solidFill>
                  <a:latin typeface="Arial MT Pro"/>
                  <a:ea typeface="Arial MT Pro"/>
                  <a:cs typeface="Arial MT Pro"/>
                  <a:sym typeface="Arial MT Pro"/>
                </a:rPr>
                <a:t> Filtered for sentence lengths between 4 and 11 words.</a:t>
              </a: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0FE471DC-D165-7383-978A-1724DE9D7C40}"/>
              </a:ext>
            </a:extLst>
          </p:cNvPr>
          <p:cNvGraphicFramePr>
            <a:graphicFrameLocks noGrp="1"/>
          </p:cNvGraphicFramePr>
          <p:nvPr>
            <p:extLst>
              <p:ext uri="{D42A27DB-BD31-4B8C-83A1-F6EECF244321}">
                <p14:modId xmlns:p14="http://schemas.microsoft.com/office/powerpoint/2010/main" val="3080169091"/>
              </p:ext>
            </p:extLst>
          </p:nvPr>
        </p:nvGraphicFramePr>
        <p:xfrm>
          <a:off x="965198" y="800100"/>
          <a:ext cx="16357603" cy="6615017"/>
        </p:xfrm>
        <a:graphic>
          <a:graphicData uri="http://schemas.openxmlformats.org/drawingml/2006/table">
            <a:tbl>
              <a:tblPr firstRow="1" bandRow="1">
                <a:solidFill>
                  <a:schemeClr val="bg1">
                    <a:lumMod val="95000"/>
                  </a:schemeClr>
                </a:solidFill>
              </a:tblPr>
              <a:tblGrid>
                <a:gridCol w="2742612">
                  <a:extLst>
                    <a:ext uri="{9D8B030D-6E8A-4147-A177-3AD203B41FA5}">
                      <a16:colId xmlns:a16="http://schemas.microsoft.com/office/drawing/2014/main" val="1864230340"/>
                    </a:ext>
                  </a:extLst>
                </a:gridCol>
                <a:gridCol w="2763933">
                  <a:extLst>
                    <a:ext uri="{9D8B030D-6E8A-4147-A177-3AD203B41FA5}">
                      <a16:colId xmlns:a16="http://schemas.microsoft.com/office/drawing/2014/main" val="4017293468"/>
                    </a:ext>
                  </a:extLst>
                </a:gridCol>
                <a:gridCol w="2435603">
                  <a:extLst>
                    <a:ext uri="{9D8B030D-6E8A-4147-A177-3AD203B41FA5}">
                      <a16:colId xmlns:a16="http://schemas.microsoft.com/office/drawing/2014/main" val="2649978033"/>
                    </a:ext>
                  </a:extLst>
                </a:gridCol>
                <a:gridCol w="2370252">
                  <a:extLst>
                    <a:ext uri="{9D8B030D-6E8A-4147-A177-3AD203B41FA5}">
                      <a16:colId xmlns:a16="http://schemas.microsoft.com/office/drawing/2014/main" val="1815743627"/>
                    </a:ext>
                  </a:extLst>
                </a:gridCol>
                <a:gridCol w="2428468">
                  <a:extLst>
                    <a:ext uri="{9D8B030D-6E8A-4147-A177-3AD203B41FA5}">
                      <a16:colId xmlns:a16="http://schemas.microsoft.com/office/drawing/2014/main" val="3097222123"/>
                    </a:ext>
                  </a:extLst>
                </a:gridCol>
                <a:gridCol w="3616735">
                  <a:extLst>
                    <a:ext uri="{9D8B030D-6E8A-4147-A177-3AD203B41FA5}">
                      <a16:colId xmlns:a16="http://schemas.microsoft.com/office/drawing/2014/main" val="2880134410"/>
                    </a:ext>
                  </a:extLst>
                </a:gridCol>
              </a:tblGrid>
              <a:tr h="2513378">
                <a:tc>
                  <a:txBody>
                    <a:bodyPr/>
                    <a:lstStyle/>
                    <a:p>
                      <a:pPr rtl="0">
                        <a:buNone/>
                      </a:pPr>
                      <a:r>
                        <a:rPr lang="en-US" sz="4300" b="0" cap="none" spc="0">
                          <a:solidFill>
                            <a:schemeClr val="bg1"/>
                          </a:solidFill>
                          <a:effectLst/>
                          <a:latin typeface="Google Sans Text"/>
                        </a:rPr>
                        <a:t>Dataset Name</a:t>
                      </a:r>
                    </a:p>
                  </a:txBody>
                  <a:tcPr marL="307009" marR="307009" marT="245607" marB="204672" anchor="ctr">
                    <a:lnL w="12700" cmpd="sng">
                      <a:noFill/>
                    </a:lnL>
                    <a:lnR w="12700" cmpd="sng">
                      <a:noFill/>
                    </a:lnR>
                    <a:lnT w="19050" cap="flat" cmpd="sng" algn="ctr">
                      <a:noFill/>
                      <a:prstDash val="solid"/>
                    </a:lnT>
                    <a:lnB w="38100" cmpd="sng">
                      <a:noFill/>
                    </a:lnB>
                    <a:solidFill>
                      <a:schemeClr val="accent2"/>
                    </a:solidFill>
                  </a:tcPr>
                </a:tc>
                <a:tc>
                  <a:txBody>
                    <a:bodyPr/>
                    <a:lstStyle/>
                    <a:p>
                      <a:pPr rtl="0">
                        <a:buNone/>
                      </a:pPr>
                      <a:r>
                        <a:rPr lang="en-US" sz="4300" b="0" cap="none" spc="0">
                          <a:solidFill>
                            <a:schemeClr val="bg1"/>
                          </a:solidFill>
                          <a:effectLst/>
                          <a:latin typeface="Google Sans Text"/>
                        </a:rPr>
                        <a:t>Total Samples</a:t>
                      </a:r>
                    </a:p>
                  </a:txBody>
                  <a:tcPr marL="307009" marR="307009" marT="245607" marB="204672" anchor="ctr">
                    <a:lnL w="12700" cmpd="sng">
                      <a:noFill/>
                    </a:lnL>
                    <a:lnR w="12700" cmpd="sng">
                      <a:noFill/>
                    </a:lnR>
                    <a:lnT w="19050" cap="flat" cmpd="sng" algn="ctr">
                      <a:noFill/>
                      <a:prstDash val="solid"/>
                    </a:lnT>
                    <a:lnB w="38100" cmpd="sng">
                      <a:noFill/>
                    </a:lnB>
                    <a:solidFill>
                      <a:schemeClr val="accent2"/>
                    </a:solidFill>
                  </a:tcPr>
                </a:tc>
                <a:tc>
                  <a:txBody>
                    <a:bodyPr/>
                    <a:lstStyle/>
                    <a:p>
                      <a:pPr rtl="0">
                        <a:buNone/>
                      </a:pPr>
                      <a:r>
                        <a:rPr lang="en-US" sz="4300" b="0" cap="none" spc="0">
                          <a:solidFill>
                            <a:schemeClr val="bg1"/>
                          </a:solidFill>
                          <a:effectLst/>
                          <a:latin typeface="Google Sans Text"/>
                        </a:rPr>
                        <a:t>Avg Char Length</a:t>
                      </a:r>
                    </a:p>
                  </a:txBody>
                  <a:tcPr marL="307009" marR="307009" marT="245607" marB="204672" anchor="ctr">
                    <a:lnL w="12700" cmpd="sng">
                      <a:noFill/>
                    </a:lnL>
                    <a:lnR w="12700" cmpd="sng">
                      <a:noFill/>
                    </a:lnR>
                    <a:lnT w="19050" cap="flat" cmpd="sng" algn="ctr">
                      <a:noFill/>
                      <a:prstDash val="solid"/>
                    </a:lnT>
                    <a:lnB w="38100" cmpd="sng">
                      <a:noFill/>
                    </a:lnB>
                    <a:solidFill>
                      <a:schemeClr val="accent2"/>
                    </a:solidFill>
                  </a:tcPr>
                </a:tc>
                <a:tc>
                  <a:txBody>
                    <a:bodyPr/>
                    <a:lstStyle/>
                    <a:p>
                      <a:pPr rtl="0">
                        <a:buNone/>
                      </a:pPr>
                      <a:r>
                        <a:rPr lang="en-US" sz="4300" b="0" cap="none" spc="0">
                          <a:solidFill>
                            <a:schemeClr val="bg1"/>
                          </a:solidFill>
                          <a:effectLst/>
                          <a:latin typeface="Google Sans Text"/>
                        </a:rPr>
                        <a:t>Avg Bengali Chars</a:t>
                      </a:r>
                    </a:p>
                  </a:txBody>
                  <a:tcPr marL="307009" marR="307009" marT="245607" marB="204672" anchor="ctr">
                    <a:lnL w="12700" cmpd="sng">
                      <a:noFill/>
                    </a:lnL>
                    <a:lnR w="12700" cmpd="sng">
                      <a:noFill/>
                    </a:lnR>
                    <a:lnT w="19050" cap="flat" cmpd="sng" algn="ctr">
                      <a:noFill/>
                      <a:prstDash val="solid"/>
                    </a:lnT>
                    <a:lnB w="38100" cmpd="sng">
                      <a:noFill/>
                    </a:lnB>
                    <a:solidFill>
                      <a:schemeClr val="accent2"/>
                    </a:solidFill>
                  </a:tcPr>
                </a:tc>
                <a:tc>
                  <a:txBody>
                    <a:bodyPr/>
                    <a:lstStyle/>
                    <a:p>
                      <a:pPr rtl="0">
                        <a:buNone/>
                      </a:pPr>
                      <a:r>
                        <a:rPr lang="en-US" sz="4300" b="0" cap="none" spc="0" dirty="0">
                          <a:solidFill>
                            <a:schemeClr val="bg1"/>
                          </a:solidFill>
                          <a:effectLst/>
                          <a:latin typeface="Google Sans Text"/>
                        </a:rPr>
                        <a:t>Avg Word Count</a:t>
                      </a:r>
                    </a:p>
                  </a:txBody>
                  <a:tcPr marL="307009" marR="307009" marT="245607" marB="204672" anchor="ctr">
                    <a:lnL w="12700" cmpd="sng">
                      <a:noFill/>
                    </a:lnL>
                    <a:lnR w="12700" cmpd="sng">
                      <a:noFill/>
                    </a:lnR>
                    <a:lnT w="19050" cap="flat" cmpd="sng" algn="ctr">
                      <a:noFill/>
                      <a:prstDash val="solid"/>
                    </a:lnT>
                    <a:lnB w="38100" cmpd="sng">
                      <a:noFill/>
                    </a:lnB>
                    <a:solidFill>
                      <a:schemeClr val="accent2"/>
                    </a:solidFill>
                  </a:tcPr>
                </a:tc>
                <a:tc>
                  <a:txBody>
                    <a:bodyPr/>
                    <a:lstStyle/>
                    <a:p>
                      <a:pPr rtl="0">
                        <a:buNone/>
                      </a:pPr>
                      <a:r>
                        <a:rPr lang="en-US" sz="4300" b="0" cap="none" spc="0">
                          <a:solidFill>
                            <a:schemeClr val="bg1"/>
                          </a:solidFill>
                          <a:effectLst/>
                          <a:latin typeface="Google Sans Text"/>
                        </a:rPr>
                        <a:t>Avg Punctuation</a:t>
                      </a:r>
                    </a:p>
                  </a:txBody>
                  <a:tcPr marL="307009" marR="307009" marT="245607" marB="204672" anchor="ctr">
                    <a:lnL w="12700" cmpd="sng">
                      <a:noFill/>
                    </a:lnL>
                    <a:lnR w="12700" cmpd="sng">
                      <a:noFill/>
                    </a:lnR>
                    <a:lnT w="19050" cap="flat" cmpd="sng" algn="ctr">
                      <a:noFill/>
                      <a:prstDash val="solid"/>
                    </a:lnT>
                    <a:lnB w="38100" cmpd="sng">
                      <a:noFill/>
                    </a:lnB>
                    <a:solidFill>
                      <a:schemeClr val="accent2"/>
                    </a:solidFill>
                  </a:tcPr>
                </a:tc>
                <a:extLst>
                  <a:ext uri="{0D108BD9-81ED-4DB2-BD59-A6C34878D82A}">
                    <a16:rowId xmlns:a16="http://schemas.microsoft.com/office/drawing/2014/main" val="2409881970"/>
                  </a:ext>
                </a:extLst>
              </a:tr>
              <a:tr h="1039737">
                <a:tc>
                  <a:txBody>
                    <a:bodyPr/>
                    <a:lstStyle/>
                    <a:p>
                      <a:pPr rtl="0">
                        <a:buNone/>
                      </a:pPr>
                      <a:r>
                        <a:rPr lang="en-US" sz="3200" cap="none" spc="0">
                          <a:solidFill>
                            <a:schemeClr val="tx1"/>
                          </a:solidFill>
                          <a:effectLst/>
                          <a:latin typeface="Google Sans Text"/>
                        </a:rPr>
                        <a:t>Shobdotori</a:t>
                      </a:r>
                    </a:p>
                  </a:txBody>
                  <a:tcPr marL="307009" marR="307009" marT="245607" marB="204672" anchor="ctr">
                    <a:lnL w="12700" cmpd="sng">
                      <a:noFill/>
                      <a:prstDash val="solid"/>
                    </a:lnL>
                    <a:lnR w="12700" cmpd="sng">
                      <a:noFill/>
                      <a:prstDash val="solid"/>
                    </a:lnR>
                    <a:lnT w="38100" cmpd="sng">
                      <a:noFill/>
                    </a:lnT>
                    <a:lnB w="9525" cap="flat" cmpd="sng" algn="ctr">
                      <a:solidFill>
                        <a:schemeClr val="tx1">
                          <a:lumMod val="50000"/>
                          <a:lumOff val="50000"/>
                        </a:schemeClr>
                      </a:solidFill>
                      <a:prstDash val="solid"/>
                    </a:lnB>
                    <a:solidFill>
                      <a:schemeClr val="bg1">
                        <a:lumMod val="95000"/>
                      </a:schemeClr>
                    </a:solidFill>
                  </a:tcPr>
                </a:tc>
                <a:tc>
                  <a:txBody>
                    <a:bodyPr/>
                    <a:lstStyle/>
                    <a:p>
                      <a:pPr rtl="0">
                        <a:buNone/>
                      </a:pPr>
                      <a:r>
                        <a:rPr lang="en-US" sz="3200" cap="none" spc="0">
                          <a:solidFill>
                            <a:schemeClr val="tx1"/>
                          </a:solidFill>
                          <a:effectLst/>
                          <a:latin typeface="Google Sans Text"/>
                        </a:rPr>
                        <a:t>3,350</a:t>
                      </a:r>
                    </a:p>
                  </a:txBody>
                  <a:tcPr marL="307009" marR="307009" marT="245607" marB="204672" anchor="ctr">
                    <a:lnL w="12700" cmpd="sng">
                      <a:noFill/>
                      <a:prstDash val="solid"/>
                    </a:lnL>
                    <a:lnR w="12700" cmpd="sng">
                      <a:noFill/>
                      <a:prstDash val="solid"/>
                    </a:lnR>
                    <a:lnT w="38100" cmpd="sng">
                      <a:noFill/>
                    </a:lnT>
                    <a:lnB w="9525" cap="flat" cmpd="sng" algn="ctr">
                      <a:solidFill>
                        <a:schemeClr val="tx1">
                          <a:lumMod val="50000"/>
                          <a:lumOff val="50000"/>
                        </a:schemeClr>
                      </a:solidFill>
                      <a:prstDash val="solid"/>
                    </a:lnB>
                    <a:solidFill>
                      <a:schemeClr val="bg1">
                        <a:lumMod val="95000"/>
                      </a:schemeClr>
                    </a:solidFill>
                  </a:tcPr>
                </a:tc>
                <a:tc>
                  <a:txBody>
                    <a:bodyPr/>
                    <a:lstStyle/>
                    <a:p>
                      <a:pPr rtl="0">
                        <a:buNone/>
                      </a:pPr>
                      <a:r>
                        <a:rPr lang="en-US" sz="3200" cap="none" spc="0">
                          <a:solidFill>
                            <a:schemeClr val="tx1"/>
                          </a:solidFill>
                          <a:effectLst/>
                          <a:latin typeface="Google Sans Text"/>
                        </a:rPr>
                        <a:t>29.66</a:t>
                      </a:r>
                    </a:p>
                  </a:txBody>
                  <a:tcPr marL="307009" marR="307009" marT="245607" marB="204672" anchor="ctr">
                    <a:lnL w="12700" cmpd="sng">
                      <a:noFill/>
                      <a:prstDash val="solid"/>
                    </a:lnL>
                    <a:lnR w="12700" cmpd="sng">
                      <a:noFill/>
                      <a:prstDash val="solid"/>
                    </a:lnR>
                    <a:lnT w="38100" cmpd="sng">
                      <a:noFill/>
                    </a:lnT>
                    <a:lnB w="9525" cap="flat" cmpd="sng" algn="ctr">
                      <a:solidFill>
                        <a:schemeClr val="tx1">
                          <a:lumMod val="50000"/>
                          <a:lumOff val="50000"/>
                        </a:schemeClr>
                      </a:solidFill>
                      <a:prstDash val="solid"/>
                    </a:lnB>
                    <a:solidFill>
                      <a:schemeClr val="bg1">
                        <a:lumMod val="95000"/>
                      </a:schemeClr>
                    </a:solidFill>
                  </a:tcPr>
                </a:tc>
                <a:tc>
                  <a:txBody>
                    <a:bodyPr/>
                    <a:lstStyle/>
                    <a:p>
                      <a:pPr rtl="0">
                        <a:buNone/>
                      </a:pPr>
                      <a:r>
                        <a:rPr lang="en-US" sz="3200" cap="none" spc="0">
                          <a:solidFill>
                            <a:schemeClr val="tx1"/>
                          </a:solidFill>
                          <a:effectLst/>
                          <a:latin typeface="Google Sans Text"/>
                        </a:rPr>
                        <a:t>24.25</a:t>
                      </a:r>
                    </a:p>
                  </a:txBody>
                  <a:tcPr marL="307009" marR="307009" marT="245607" marB="204672" anchor="ctr">
                    <a:lnL w="12700" cmpd="sng">
                      <a:noFill/>
                      <a:prstDash val="solid"/>
                    </a:lnL>
                    <a:lnR w="12700" cmpd="sng">
                      <a:noFill/>
                      <a:prstDash val="solid"/>
                    </a:lnR>
                    <a:lnT w="38100" cmpd="sng">
                      <a:noFill/>
                    </a:lnT>
                    <a:lnB w="9525" cap="flat" cmpd="sng" algn="ctr">
                      <a:solidFill>
                        <a:schemeClr val="tx1">
                          <a:lumMod val="50000"/>
                          <a:lumOff val="50000"/>
                        </a:schemeClr>
                      </a:solidFill>
                      <a:prstDash val="solid"/>
                    </a:lnB>
                    <a:solidFill>
                      <a:schemeClr val="bg1">
                        <a:lumMod val="95000"/>
                      </a:schemeClr>
                    </a:solidFill>
                  </a:tcPr>
                </a:tc>
                <a:tc>
                  <a:txBody>
                    <a:bodyPr/>
                    <a:lstStyle/>
                    <a:p>
                      <a:pPr rtl="0">
                        <a:buNone/>
                      </a:pPr>
                      <a:r>
                        <a:rPr lang="en-US" sz="3200" cap="none" spc="0">
                          <a:solidFill>
                            <a:schemeClr val="tx1"/>
                          </a:solidFill>
                          <a:effectLst/>
                          <a:latin typeface="Google Sans Text"/>
                        </a:rPr>
                        <a:t>5.39</a:t>
                      </a:r>
                    </a:p>
                  </a:txBody>
                  <a:tcPr marL="307009" marR="307009" marT="245607" marB="204672" anchor="ctr">
                    <a:lnL w="12700" cmpd="sng">
                      <a:noFill/>
                      <a:prstDash val="solid"/>
                    </a:lnL>
                    <a:lnR w="12700" cmpd="sng">
                      <a:noFill/>
                      <a:prstDash val="solid"/>
                    </a:lnR>
                    <a:lnT w="38100" cmpd="sng">
                      <a:noFill/>
                    </a:lnT>
                    <a:lnB w="9525" cap="flat" cmpd="sng" algn="ctr">
                      <a:solidFill>
                        <a:schemeClr val="tx1">
                          <a:lumMod val="50000"/>
                          <a:lumOff val="50000"/>
                        </a:schemeClr>
                      </a:solidFill>
                      <a:prstDash val="solid"/>
                    </a:lnB>
                    <a:solidFill>
                      <a:schemeClr val="bg1">
                        <a:lumMod val="95000"/>
                      </a:schemeClr>
                    </a:solidFill>
                  </a:tcPr>
                </a:tc>
                <a:tc>
                  <a:txBody>
                    <a:bodyPr/>
                    <a:lstStyle/>
                    <a:p>
                      <a:pPr rtl="0">
                        <a:buNone/>
                      </a:pPr>
                      <a:r>
                        <a:rPr lang="en-US" sz="3200" cap="none" spc="0">
                          <a:solidFill>
                            <a:schemeClr val="tx1"/>
                          </a:solidFill>
                          <a:effectLst/>
                          <a:latin typeface="Google Sans Text"/>
                        </a:rPr>
                        <a:t>1.01</a:t>
                      </a:r>
                    </a:p>
                  </a:txBody>
                  <a:tcPr marL="307009" marR="307009" marT="245607" marB="204672" anchor="ctr">
                    <a:lnL w="12700" cmpd="sng">
                      <a:noFill/>
                      <a:prstDash val="solid"/>
                    </a:lnL>
                    <a:lnR w="12700" cmpd="sng">
                      <a:noFill/>
                      <a:prstDash val="solid"/>
                    </a:lnR>
                    <a:lnT w="38100" cmpd="sng">
                      <a:noFill/>
                    </a:lnT>
                    <a:lnB w="9525" cap="flat" cmpd="sng" algn="ctr">
                      <a:solidFill>
                        <a:schemeClr val="tx1">
                          <a:lumMod val="50000"/>
                          <a:lumOff val="50000"/>
                        </a:schemeClr>
                      </a:solidFill>
                      <a:prstDash val="solid"/>
                    </a:lnB>
                    <a:solidFill>
                      <a:schemeClr val="bg1">
                        <a:lumMod val="95000"/>
                      </a:schemeClr>
                    </a:solidFill>
                  </a:tcPr>
                </a:tc>
                <a:extLst>
                  <a:ext uri="{0D108BD9-81ED-4DB2-BD59-A6C34878D82A}">
                    <a16:rowId xmlns:a16="http://schemas.microsoft.com/office/drawing/2014/main" val="1342228697"/>
                  </a:ext>
                </a:extLst>
              </a:tr>
              <a:tr h="1530951">
                <a:tc>
                  <a:txBody>
                    <a:bodyPr/>
                    <a:lstStyle/>
                    <a:p>
                      <a:pPr rtl="0">
                        <a:buNone/>
                      </a:pPr>
                      <a:r>
                        <a:rPr lang="en-US" sz="3200" cap="none" spc="0">
                          <a:solidFill>
                            <a:schemeClr val="tx1"/>
                          </a:solidFill>
                          <a:effectLst/>
                          <a:latin typeface="Google Sans Text"/>
                        </a:rPr>
                        <a:t>DLSprint (CV)</a:t>
                      </a:r>
                    </a:p>
                  </a:txBody>
                  <a:tcPr marL="307009" marR="307009" marT="245607" marB="204672" anchor="ctr">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lnB>
                    <a:solidFill>
                      <a:schemeClr val="bg1">
                        <a:lumMod val="95000"/>
                      </a:schemeClr>
                    </a:solidFill>
                  </a:tcPr>
                </a:tc>
                <a:tc>
                  <a:txBody>
                    <a:bodyPr/>
                    <a:lstStyle/>
                    <a:p>
                      <a:pPr rtl="0">
                        <a:buNone/>
                      </a:pPr>
                      <a:r>
                        <a:rPr lang="en-US" sz="3200" cap="none" spc="0">
                          <a:solidFill>
                            <a:schemeClr val="tx1"/>
                          </a:solidFill>
                          <a:effectLst/>
                          <a:latin typeface="Google Sans Text"/>
                        </a:rPr>
                        <a:t>2,389</a:t>
                      </a:r>
                    </a:p>
                  </a:txBody>
                  <a:tcPr marL="307009" marR="307009" marT="245607" marB="204672" anchor="ctr">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lnB>
                    <a:solidFill>
                      <a:schemeClr val="bg1">
                        <a:lumMod val="95000"/>
                      </a:schemeClr>
                    </a:solidFill>
                  </a:tcPr>
                </a:tc>
                <a:tc>
                  <a:txBody>
                    <a:bodyPr/>
                    <a:lstStyle/>
                    <a:p>
                      <a:pPr rtl="0">
                        <a:buNone/>
                      </a:pPr>
                      <a:r>
                        <a:rPr lang="en-US" sz="3200" cap="none" spc="0">
                          <a:solidFill>
                            <a:schemeClr val="tx1"/>
                          </a:solidFill>
                          <a:effectLst/>
                          <a:latin typeface="Google Sans Text"/>
                        </a:rPr>
                        <a:t>51.19</a:t>
                      </a:r>
                    </a:p>
                  </a:txBody>
                  <a:tcPr marL="307009" marR="307009" marT="245607" marB="204672" anchor="ctr">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lnB>
                    <a:solidFill>
                      <a:schemeClr val="bg1">
                        <a:lumMod val="95000"/>
                      </a:schemeClr>
                    </a:solidFill>
                  </a:tcPr>
                </a:tc>
                <a:tc>
                  <a:txBody>
                    <a:bodyPr/>
                    <a:lstStyle/>
                    <a:p>
                      <a:pPr rtl="0">
                        <a:buNone/>
                      </a:pPr>
                      <a:r>
                        <a:rPr lang="en-US" sz="3200" cap="none" spc="0">
                          <a:solidFill>
                            <a:schemeClr val="tx1"/>
                          </a:solidFill>
                          <a:effectLst/>
                          <a:latin typeface="Google Sans Text"/>
                        </a:rPr>
                        <a:t>43.30</a:t>
                      </a:r>
                    </a:p>
                  </a:txBody>
                  <a:tcPr marL="307009" marR="307009" marT="245607" marB="204672" anchor="ctr">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lnB>
                    <a:solidFill>
                      <a:schemeClr val="bg1">
                        <a:lumMod val="95000"/>
                      </a:schemeClr>
                    </a:solidFill>
                  </a:tcPr>
                </a:tc>
                <a:tc>
                  <a:txBody>
                    <a:bodyPr/>
                    <a:lstStyle/>
                    <a:p>
                      <a:pPr rtl="0">
                        <a:buNone/>
                      </a:pPr>
                      <a:r>
                        <a:rPr lang="en-US" sz="3200" cap="none" spc="0">
                          <a:solidFill>
                            <a:schemeClr val="tx1"/>
                          </a:solidFill>
                          <a:effectLst/>
                          <a:latin typeface="Google Sans Text"/>
                        </a:rPr>
                        <a:t>7.62</a:t>
                      </a:r>
                    </a:p>
                  </a:txBody>
                  <a:tcPr marL="307009" marR="307009" marT="245607" marB="204672" anchor="ctr">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lnB>
                    <a:solidFill>
                      <a:schemeClr val="bg1">
                        <a:lumMod val="95000"/>
                      </a:schemeClr>
                    </a:solidFill>
                  </a:tcPr>
                </a:tc>
                <a:tc>
                  <a:txBody>
                    <a:bodyPr/>
                    <a:lstStyle/>
                    <a:p>
                      <a:pPr rtl="0">
                        <a:buNone/>
                      </a:pPr>
                      <a:r>
                        <a:rPr lang="en-US" sz="3200" cap="none" spc="0">
                          <a:solidFill>
                            <a:schemeClr val="tx1"/>
                          </a:solidFill>
                          <a:effectLst/>
                          <a:latin typeface="Google Sans Text"/>
                        </a:rPr>
                        <a:t>1.20</a:t>
                      </a:r>
                    </a:p>
                  </a:txBody>
                  <a:tcPr marL="307009" marR="307009" marT="245607" marB="204672" anchor="ctr">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lnB>
                    <a:solidFill>
                      <a:schemeClr val="bg1">
                        <a:lumMod val="95000"/>
                      </a:schemeClr>
                    </a:solidFill>
                  </a:tcPr>
                </a:tc>
                <a:extLst>
                  <a:ext uri="{0D108BD9-81ED-4DB2-BD59-A6C34878D82A}">
                    <a16:rowId xmlns:a16="http://schemas.microsoft.com/office/drawing/2014/main" val="1056058718"/>
                  </a:ext>
                </a:extLst>
              </a:tr>
              <a:tr h="1530951">
                <a:tc>
                  <a:txBody>
                    <a:bodyPr/>
                    <a:lstStyle/>
                    <a:p>
                      <a:pPr rtl="0">
                        <a:buNone/>
                      </a:pPr>
                      <a:r>
                        <a:rPr lang="en-US" sz="3200" cap="none" spc="0">
                          <a:solidFill>
                            <a:schemeClr val="tx1"/>
                          </a:solidFill>
                          <a:effectLst/>
                          <a:latin typeface="Google Sans Text"/>
                        </a:rPr>
                        <a:t>BengaliAI Speech</a:t>
                      </a:r>
                    </a:p>
                  </a:txBody>
                  <a:tcPr marL="307009" marR="307009" marT="245607" marB="204672" anchor="ctr">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lnB>
                    <a:solidFill>
                      <a:schemeClr val="bg1">
                        <a:lumMod val="95000"/>
                      </a:schemeClr>
                    </a:solidFill>
                  </a:tcPr>
                </a:tc>
                <a:tc>
                  <a:txBody>
                    <a:bodyPr/>
                    <a:lstStyle/>
                    <a:p>
                      <a:pPr rtl="0">
                        <a:buNone/>
                      </a:pPr>
                      <a:r>
                        <a:rPr lang="en-US" sz="3200" cap="none" spc="0">
                          <a:solidFill>
                            <a:schemeClr val="tx1"/>
                          </a:solidFill>
                          <a:effectLst/>
                          <a:latin typeface="Google Sans Text"/>
                        </a:rPr>
                        <a:t>3,719</a:t>
                      </a:r>
                    </a:p>
                  </a:txBody>
                  <a:tcPr marL="307009" marR="307009" marT="245607" marB="204672" anchor="ctr">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lnB>
                    <a:solidFill>
                      <a:schemeClr val="bg1">
                        <a:lumMod val="95000"/>
                      </a:schemeClr>
                    </a:solidFill>
                  </a:tcPr>
                </a:tc>
                <a:tc>
                  <a:txBody>
                    <a:bodyPr/>
                    <a:lstStyle/>
                    <a:p>
                      <a:pPr rtl="0">
                        <a:buNone/>
                      </a:pPr>
                      <a:r>
                        <a:rPr lang="en-US" sz="3200" cap="none" spc="0">
                          <a:solidFill>
                            <a:schemeClr val="tx1"/>
                          </a:solidFill>
                          <a:effectLst/>
                          <a:latin typeface="Google Sans Text"/>
                        </a:rPr>
                        <a:t>30.71</a:t>
                      </a:r>
                    </a:p>
                  </a:txBody>
                  <a:tcPr marL="307009" marR="307009" marT="245607" marB="204672" anchor="ctr">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lnB>
                    <a:solidFill>
                      <a:schemeClr val="bg1">
                        <a:lumMod val="95000"/>
                      </a:schemeClr>
                    </a:solidFill>
                  </a:tcPr>
                </a:tc>
                <a:tc>
                  <a:txBody>
                    <a:bodyPr/>
                    <a:lstStyle/>
                    <a:p>
                      <a:pPr rtl="0">
                        <a:buNone/>
                      </a:pPr>
                      <a:r>
                        <a:rPr lang="en-US" sz="3200" cap="none" spc="0" dirty="0">
                          <a:solidFill>
                            <a:schemeClr val="tx1"/>
                          </a:solidFill>
                          <a:effectLst/>
                          <a:latin typeface="Google Sans Text"/>
                        </a:rPr>
                        <a:t>25.90</a:t>
                      </a:r>
                    </a:p>
                  </a:txBody>
                  <a:tcPr marL="307009" marR="307009" marT="245607" marB="204672" anchor="ctr">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lnB>
                    <a:solidFill>
                      <a:schemeClr val="bg1">
                        <a:lumMod val="95000"/>
                      </a:schemeClr>
                    </a:solidFill>
                  </a:tcPr>
                </a:tc>
                <a:tc>
                  <a:txBody>
                    <a:bodyPr/>
                    <a:lstStyle/>
                    <a:p>
                      <a:pPr rtl="0">
                        <a:buNone/>
                      </a:pPr>
                      <a:r>
                        <a:rPr lang="en-US" sz="3200" cap="none" spc="0">
                          <a:solidFill>
                            <a:schemeClr val="tx1"/>
                          </a:solidFill>
                          <a:effectLst/>
                          <a:latin typeface="Google Sans Text"/>
                        </a:rPr>
                        <a:t>4.65</a:t>
                      </a:r>
                    </a:p>
                  </a:txBody>
                  <a:tcPr marL="307009" marR="307009" marT="245607" marB="204672" anchor="ctr">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lnB>
                    <a:solidFill>
                      <a:schemeClr val="bg1">
                        <a:lumMod val="95000"/>
                      </a:schemeClr>
                    </a:solidFill>
                  </a:tcPr>
                </a:tc>
                <a:tc>
                  <a:txBody>
                    <a:bodyPr/>
                    <a:lstStyle/>
                    <a:p>
                      <a:pPr rtl="0">
                        <a:buNone/>
                      </a:pPr>
                      <a:r>
                        <a:rPr lang="en-US" sz="3200" cap="none" spc="0" dirty="0">
                          <a:solidFill>
                            <a:schemeClr val="tx1"/>
                          </a:solidFill>
                          <a:effectLst/>
                          <a:latin typeface="Google Sans Text"/>
                        </a:rPr>
                        <a:t>1.12</a:t>
                      </a:r>
                    </a:p>
                  </a:txBody>
                  <a:tcPr marL="307009" marR="307009" marT="245607" marB="204672" anchor="ctr">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lnB>
                    <a:solidFill>
                      <a:schemeClr val="bg1">
                        <a:lumMod val="95000"/>
                      </a:schemeClr>
                    </a:solidFill>
                  </a:tcPr>
                </a:tc>
                <a:extLst>
                  <a:ext uri="{0D108BD9-81ED-4DB2-BD59-A6C34878D82A}">
                    <a16:rowId xmlns:a16="http://schemas.microsoft.com/office/drawing/2014/main" val="3125066246"/>
                  </a:ext>
                </a:extLst>
              </a:tr>
            </a:tbl>
          </a:graphicData>
        </a:graphic>
      </p:graphicFrame>
      <p:sp>
        <p:nvSpPr>
          <p:cNvPr id="4" name="TextBox 3">
            <a:extLst>
              <a:ext uri="{FF2B5EF4-FFF2-40B4-BE49-F238E27FC236}">
                <a16:creationId xmlns:a16="http://schemas.microsoft.com/office/drawing/2014/main" id="{3A248E36-A0D0-4270-1CEC-72943450BFF0}"/>
              </a:ext>
            </a:extLst>
          </p:cNvPr>
          <p:cNvSpPr txBox="1"/>
          <p:nvPr/>
        </p:nvSpPr>
        <p:spPr>
          <a:xfrm>
            <a:off x="3809999" y="7962900"/>
            <a:ext cx="10668000" cy="584775"/>
          </a:xfrm>
          <a:prstGeom prst="rect">
            <a:avLst/>
          </a:prstGeom>
          <a:noFill/>
        </p:spPr>
        <p:txBody>
          <a:bodyPr wrap="square">
            <a:spAutoFit/>
          </a:bodyPr>
          <a:lstStyle/>
          <a:p>
            <a:r>
              <a:rPr lang="en-US" sz="3200" dirty="0"/>
              <a:t>Structural Statistics of Bengali Datasets (Corpus Characteristics</a:t>
            </a:r>
            <a:r>
              <a:rPr lang="en-US" dirty="0"/>
              <a:t>)</a:t>
            </a:r>
          </a:p>
        </p:txBody>
      </p:sp>
    </p:spTree>
    <p:extLst>
      <p:ext uri="{BB962C8B-B14F-4D97-AF65-F5344CB8AC3E}">
        <p14:creationId xmlns:p14="http://schemas.microsoft.com/office/powerpoint/2010/main" val="529619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4F1"/>
        </a:solidFill>
        <a:effectLst/>
      </p:bgPr>
    </p:bg>
    <p:spTree>
      <p:nvGrpSpPr>
        <p:cNvPr id="1" name=""/>
        <p:cNvGrpSpPr/>
        <p:nvPr/>
      </p:nvGrpSpPr>
      <p:grpSpPr>
        <a:xfrm>
          <a:off x="0" y="0"/>
          <a:ext cx="0" cy="0"/>
          <a:chOff x="0" y="0"/>
          <a:chExt cx="0" cy="0"/>
        </a:xfrm>
      </p:grpSpPr>
      <p:grpSp>
        <p:nvGrpSpPr>
          <p:cNvPr id="2" name="Group 2"/>
          <p:cNvGrpSpPr/>
          <p:nvPr/>
        </p:nvGrpSpPr>
        <p:grpSpPr>
          <a:xfrm>
            <a:off x="338499" y="651992"/>
            <a:ext cx="17611002" cy="7691908"/>
            <a:chOff x="0" y="0"/>
            <a:chExt cx="42798649" cy="17750302"/>
          </a:xfrm>
        </p:grpSpPr>
        <p:sp>
          <p:nvSpPr>
            <p:cNvPr id="3" name="Freeform 3"/>
            <p:cNvSpPr/>
            <p:nvPr/>
          </p:nvSpPr>
          <p:spPr>
            <a:xfrm>
              <a:off x="0" y="0"/>
              <a:ext cx="42798581" cy="17750306"/>
            </a:xfrm>
            <a:custGeom>
              <a:avLst/>
              <a:gdLst/>
              <a:ahLst/>
              <a:cxnLst/>
              <a:rect l="l" t="t" r="r" b="b"/>
              <a:pathLst>
                <a:path w="42798581" h="17750306">
                  <a:moveTo>
                    <a:pt x="0" y="0"/>
                  </a:moveTo>
                  <a:lnTo>
                    <a:pt x="42798581" y="0"/>
                  </a:lnTo>
                  <a:lnTo>
                    <a:pt x="42798581" y="17750306"/>
                  </a:lnTo>
                  <a:lnTo>
                    <a:pt x="0" y="17750306"/>
                  </a:lnTo>
                  <a:lnTo>
                    <a:pt x="0" y="0"/>
                  </a:lnTo>
                  <a:close/>
                </a:path>
              </a:pathLst>
            </a:custGeom>
            <a:blipFill>
              <a:blip r:embed="rId2"/>
              <a:stretch>
                <a:fillRect l="-23" r="-23"/>
              </a:stretch>
            </a:blipFill>
          </p:spPr>
          <p:txBody>
            <a:bodyPr/>
            <a:lstStyle/>
            <a:p>
              <a:endParaRPr lang="en-US"/>
            </a:p>
          </p:txBody>
        </p:sp>
      </p:grpSp>
      <p:sp>
        <p:nvSpPr>
          <p:cNvPr id="4" name="TextBox 4"/>
          <p:cNvSpPr txBox="1"/>
          <p:nvPr/>
        </p:nvSpPr>
        <p:spPr>
          <a:xfrm>
            <a:off x="6210286" y="8572500"/>
            <a:ext cx="5867400" cy="745332"/>
          </a:xfrm>
          <a:prstGeom prst="rect">
            <a:avLst/>
          </a:prstGeom>
        </p:spPr>
        <p:txBody>
          <a:bodyPr wrap="square" lIns="0" tIns="0" rIns="0" bIns="0" rtlCol="0" anchor="t">
            <a:spAutoFit/>
          </a:bodyPr>
          <a:lstStyle/>
          <a:p>
            <a:pPr algn="l">
              <a:lnSpc>
                <a:spcPts val="6532"/>
              </a:lnSpc>
            </a:pPr>
            <a:r>
              <a:rPr lang="en-US" sz="4400" dirty="0">
                <a:solidFill>
                  <a:srgbClr val="253439"/>
                </a:solidFill>
                <a:latin typeface="Lato"/>
                <a:ea typeface="Lato"/>
                <a:cs typeface="Lato"/>
                <a:sym typeface="Lato"/>
              </a:rPr>
              <a:t>Audio duration Analysis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6F4F1"/>
        </a:solidFill>
        <a:effectLst/>
      </p:bgPr>
    </p:bg>
    <p:spTree>
      <p:nvGrpSpPr>
        <p:cNvPr id="1" name=""/>
        <p:cNvGrpSpPr/>
        <p:nvPr/>
      </p:nvGrpSpPr>
      <p:grpSpPr>
        <a:xfrm>
          <a:off x="0" y="0"/>
          <a:ext cx="0" cy="0"/>
          <a:chOff x="0" y="0"/>
          <a:chExt cx="0" cy="0"/>
        </a:xfrm>
      </p:grpSpPr>
      <p:sp>
        <p:nvSpPr>
          <p:cNvPr id="2" name="TextBox 2"/>
          <p:cNvSpPr txBox="1"/>
          <p:nvPr/>
        </p:nvSpPr>
        <p:spPr>
          <a:xfrm>
            <a:off x="1208080" y="4216399"/>
            <a:ext cx="13356873" cy="927101"/>
          </a:xfrm>
          <a:prstGeom prst="rect">
            <a:avLst/>
          </a:prstGeom>
        </p:spPr>
        <p:txBody>
          <a:bodyPr lIns="0" tIns="0" rIns="0" bIns="0" rtlCol="0" anchor="t">
            <a:spAutoFit/>
          </a:bodyPr>
          <a:lstStyle/>
          <a:p>
            <a:pPr algn="l">
              <a:lnSpc>
                <a:spcPts val="8000"/>
              </a:lnSpc>
            </a:pPr>
            <a:r>
              <a:rPr lang="en-US" sz="8000">
                <a:solidFill>
                  <a:srgbClr val="253439"/>
                </a:solidFill>
                <a:latin typeface="Lato"/>
                <a:ea typeface="Lato"/>
                <a:cs typeface="Lato"/>
                <a:sym typeface="Lato"/>
              </a:rPr>
              <a:t>Methodology</a:t>
            </a:r>
          </a:p>
        </p:txBody>
      </p:sp>
      <p:sp>
        <p:nvSpPr>
          <p:cNvPr id="3" name="Freeform 3"/>
          <p:cNvSpPr/>
          <p:nvPr/>
        </p:nvSpPr>
        <p:spPr>
          <a:xfrm>
            <a:off x="17103111" y="-363337"/>
            <a:ext cx="1410420" cy="10869012"/>
          </a:xfrm>
          <a:custGeom>
            <a:avLst/>
            <a:gdLst/>
            <a:ahLst/>
            <a:cxnLst/>
            <a:rect l="l" t="t" r="r" b="b"/>
            <a:pathLst>
              <a:path w="1410420" h="10869012">
                <a:moveTo>
                  <a:pt x="0" y="0"/>
                </a:moveTo>
                <a:lnTo>
                  <a:pt x="1410420" y="0"/>
                </a:lnTo>
                <a:lnTo>
                  <a:pt x="1410420" y="10869012"/>
                </a:lnTo>
                <a:lnTo>
                  <a:pt x="0" y="1086901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a:off x="17103111" y="-210937"/>
            <a:ext cx="1258020" cy="1800321"/>
          </a:xfrm>
          <a:custGeom>
            <a:avLst/>
            <a:gdLst/>
            <a:ahLst/>
            <a:cxnLst/>
            <a:rect l="l" t="t" r="r" b="b"/>
            <a:pathLst>
              <a:path w="1258020" h="1800321">
                <a:moveTo>
                  <a:pt x="0" y="0"/>
                </a:moveTo>
                <a:lnTo>
                  <a:pt x="1258020" y="0"/>
                </a:lnTo>
                <a:lnTo>
                  <a:pt x="1258020" y="1800321"/>
                </a:lnTo>
                <a:lnTo>
                  <a:pt x="0" y="180032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5" name="Freeform 5"/>
          <p:cNvSpPr/>
          <p:nvPr/>
        </p:nvSpPr>
        <p:spPr>
          <a:xfrm>
            <a:off x="997209" y="5642561"/>
            <a:ext cx="6511969" cy="263410"/>
          </a:xfrm>
          <a:custGeom>
            <a:avLst/>
            <a:gdLst/>
            <a:ahLst/>
            <a:cxnLst/>
            <a:rect l="l" t="t" r="r" b="b"/>
            <a:pathLst>
              <a:path w="6511969" h="263410">
                <a:moveTo>
                  <a:pt x="0" y="0"/>
                </a:moveTo>
                <a:lnTo>
                  <a:pt x="6511969" y="0"/>
                </a:lnTo>
                <a:lnTo>
                  <a:pt x="6511969" y="263410"/>
                </a:lnTo>
                <a:lnTo>
                  <a:pt x="0" y="26341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6F4F1"/>
        </a:solidFill>
        <a:effectLst/>
      </p:bgPr>
    </p:bg>
    <p:spTree>
      <p:nvGrpSpPr>
        <p:cNvPr id="1" name=""/>
        <p:cNvGrpSpPr/>
        <p:nvPr/>
      </p:nvGrpSpPr>
      <p:grpSpPr>
        <a:xfrm>
          <a:off x="0" y="0"/>
          <a:ext cx="0" cy="0"/>
          <a:chOff x="0" y="0"/>
          <a:chExt cx="0" cy="0"/>
        </a:xfrm>
      </p:grpSpPr>
      <p:sp>
        <p:nvSpPr>
          <p:cNvPr id="2" name="TextBox 2"/>
          <p:cNvSpPr txBox="1"/>
          <p:nvPr/>
        </p:nvSpPr>
        <p:spPr>
          <a:xfrm>
            <a:off x="353515" y="4282113"/>
            <a:ext cx="7114085" cy="2154436"/>
          </a:xfrm>
          <a:prstGeom prst="rect">
            <a:avLst/>
          </a:prstGeom>
        </p:spPr>
        <p:txBody>
          <a:bodyPr wrap="square" lIns="0" tIns="0" rIns="0" bIns="0" rtlCol="0" anchor="t">
            <a:spAutoFit/>
          </a:bodyPr>
          <a:lstStyle/>
          <a:p>
            <a:pPr algn="l">
              <a:lnSpc>
                <a:spcPts val="8428"/>
              </a:lnSpc>
            </a:pPr>
            <a:r>
              <a:rPr lang="en-US" sz="8428" dirty="0">
                <a:solidFill>
                  <a:srgbClr val="253439"/>
                </a:solidFill>
                <a:latin typeface="Lato"/>
                <a:ea typeface="Lato"/>
                <a:cs typeface="Lato"/>
                <a:sym typeface="Lato"/>
              </a:rPr>
              <a:t>Models In Considerations</a:t>
            </a:r>
          </a:p>
        </p:txBody>
      </p:sp>
      <p:sp>
        <p:nvSpPr>
          <p:cNvPr id="3" name="Freeform 3"/>
          <p:cNvSpPr/>
          <p:nvPr/>
        </p:nvSpPr>
        <p:spPr>
          <a:xfrm>
            <a:off x="353515" y="6667500"/>
            <a:ext cx="6200182" cy="252433"/>
          </a:xfrm>
          <a:custGeom>
            <a:avLst/>
            <a:gdLst/>
            <a:ahLst/>
            <a:cxnLst/>
            <a:rect l="l" t="t" r="r" b="b"/>
            <a:pathLst>
              <a:path w="6200182" h="252433">
                <a:moveTo>
                  <a:pt x="0" y="0"/>
                </a:moveTo>
                <a:lnTo>
                  <a:pt x="6200181" y="0"/>
                </a:lnTo>
                <a:lnTo>
                  <a:pt x="6200181" y="252433"/>
                </a:lnTo>
                <a:lnTo>
                  <a:pt x="0" y="25243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8313879" y="1487894"/>
            <a:ext cx="9649788" cy="461665"/>
          </a:xfrm>
          <a:prstGeom prst="rect">
            <a:avLst/>
          </a:prstGeom>
        </p:spPr>
        <p:txBody>
          <a:bodyPr lIns="0" tIns="0" rIns="0" bIns="0" rtlCol="0" anchor="t">
            <a:spAutoFit/>
          </a:bodyPr>
          <a:lstStyle/>
          <a:p>
            <a:pPr rtl="0" fontAlgn="base">
              <a:spcBef>
                <a:spcPts val="1200"/>
              </a:spcBef>
              <a:spcAft>
                <a:spcPts val="1200"/>
              </a:spcAft>
            </a:pPr>
            <a:r>
              <a:rPr lang="en-US" sz="3000" b="1" i="0" u="none" strike="noStrike" dirty="0">
                <a:solidFill>
                  <a:srgbClr val="000000"/>
                </a:solidFill>
                <a:effectLst/>
                <a:latin typeface="Arial" panose="020B0604020202020204" pitchFamily="34" charset="0"/>
              </a:rPr>
              <a:t>Evaluated Architectures</a:t>
            </a:r>
            <a:endParaRPr lang="en-US" sz="3000" b="0" i="0" u="none" strike="noStrike" dirty="0">
              <a:solidFill>
                <a:srgbClr val="000000"/>
              </a:solidFill>
              <a:effectLst/>
              <a:latin typeface="Arial" panose="020B0604020202020204" pitchFamily="34" charset="0"/>
            </a:endParaRPr>
          </a:p>
        </p:txBody>
      </p:sp>
      <p:sp>
        <p:nvSpPr>
          <p:cNvPr id="5" name="Freeform 5"/>
          <p:cNvSpPr/>
          <p:nvPr/>
        </p:nvSpPr>
        <p:spPr>
          <a:xfrm>
            <a:off x="7906697" y="1558930"/>
            <a:ext cx="331671" cy="413489"/>
          </a:xfrm>
          <a:custGeom>
            <a:avLst/>
            <a:gdLst/>
            <a:ahLst/>
            <a:cxnLst/>
            <a:rect l="l" t="t" r="r" b="b"/>
            <a:pathLst>
              <a:path w="331671" h="413489">
                <a:moveTo>
                  <a:pt x="0" y="0"/>
                </a:moveTo>
                <a:lnTo>
                  <a:pt x="331672" y="0"/>
                </a:lnTo>
                <a:lnTo>
                  <a:pt x="331672" y="413490"/>
                </a:lnTo>
                <a:lnTo>
                  <a:pt x="0" y="413490"/>
                </a:lnTo>
                <a:lnTo>
                  <a:pt x="0" y="0"/>
                </a:lnTo>
                <a:close/>
              </a:path>
            </a:pathLst>
          </a:custGeom>
          <a:blipFill>
            <a:blip r:embed="rId4">
              <a:extLst>
                <a:ext uri="{96DAC541-7B7A-43D3-8B79-37D633B846F1}">
                  <asvg:svgBlip xmlns:asvg="http://schemas.microsoft.com/office/drawing/2016/SVG/main" r:embed="rId5"/>
                </a:ext>
              </a:extLst>
            </a:blip>
            <a:stretch>
              <a:fillRect t="-133" b="-133"/>
            </a:stretch>
          </a:blipFill>
        </p:spPr>
        <p:txBody>
          <a:bodyPr/>
          <a:lstStyle/>
          <a:p>
            <a:endParaRPr lang="en-US"/>
          </a:p>
        </p:txBody>
      </p:sp>
      <p:sp>
        <p:nvSpPr>
          <p:cNvPr id="6" name="TextBox 6"/>
          <p:cNvSpPr txBox="1"/>
          <p:nvPr/>
        </p:nvSpPr>
        <p:spPr>
          <a:xfrm>
            <a:off x="8313879" y="4408649"/>
            <a:ext cx="9464623" cy="461665"/>
          </a:xfrm>
          <a:prstGeom prst="rect">
            <a:avLst/>
          </a:prstGeom>
        </p:spPr>
        <p:txBody>
          <a:bodyPr lIns="0" tIns="0" rIns="0" bIns="0" rtlCol="0" anchor="t">
            <a:spAutoFit/>
          </a:bodyPr>
          <a:lstStyle/>
          <a:p>
            <a:pPr rtl="0" fontAlgn="base">
              <a:spcBef>
                <a:spcPts val="1200"/>
              </a:spcBef>
              <a:spcAft>
                <a:spcPts val="1200"/>
              </a:spcAft>
            </a:pPr>
            <a:r>
              <a:rPr lang="en-US" sz="3000" i="0" u="none" strike="noStrike" dirty="0">
                <a:solidFill>
                  <a:srgbClr val="000000"/>
                </a:solidFill>
                <a:effectLst/>
                <a:highlight>
                  <a:srgbClr val="FFFF00"/>
                </a:highlight>
                <a:latin typeface="Arial" panose="020B0604020202020204" pitchFamily="34" charset="0"/>
              </a:rPr>
              <a:t> Selected Model: Whisper Medium</a:t>
            </a:r>
          </a:p>
        </p:txBody>
      </p:sp>
      <p:sp>
        <p:nvSpPr>
          <p:cNvPr id="8" name="TextBox 8"/>
          <p:cNvSpPr txBox="1"/>
          <p:nvPr/>
        </p:nvSpPr>
        <p:spPr>
          <a:xfrm>
            <a:off x="8313879" y="7050404"/>
            <a:ext cx="9649788" cy="2277547"/>
          </a:xfrm>
          <a:prstGeom prst="rect">
            <a:avLst/>
          </a:prstGeom>
        </p:spPr>
        <p:txBody>
          <a:bodyPr lIns="0" tIns="0" rIns="0" bIns="0" rtlCol="0" anchor="t">
            <a:spAutoFit/>
          </a:bodyPr>
          <a:lstStyle/>
          <a:p>
            <a:pPr rtl="0">
              <a:spcBef>
                <a:spcPts val="1200"/>
              </a:spcBef>
              <a:spcAft>
                <a:spcPts val="1200"/>
              </a:spcAft>
              <a:buNone/>
            </a:pPr>
            <a:r>
              <a:rPr lang="en-US" sz="3200" b="1" i="0" u="none" strike="noStrike" dirty="0">
                <a:solidFill>
                  <a:srgbClr val="000000"/>
                </a:solidFill>
                <a:effectLst/>
                <a:latin typeface="Arial" panose="020B0604020202020204" pitchFamily="34" charset="0"/>
              </a:rPr>
              <a:t>Implementation Strategy</a:t>
            </a:r>
            <a:endParaRPr lang="en-US" sz="3200" b="0" dirty="0">
              <a:effectLst/>
            </a:endParaRPr>
          </a:p>
          <a:p>
            <a:pPr rtl="0" fontAlgn="base">
              <a:spcBef>
                <a:spcPts val="1200"/>
              </a:spcBef>
              <a:buFont typeface="Arial" panose="020B0604020202020204" pitchFamily="34" charset="0"/>
              <a:buChar char="•"/>
            </a:pPr>
            <a:r>
              <a:rPr lang="en-US" sz="3200" b="0" i="0" u="none" strike="noStrike" dirty="0">
                <a:solidFill>
                  <a:srgbClr val="000000"/>
                </a:solidFill>
                <a:effectLst/>
                <a:latin typeface="Arial" panose="020B0604020202020204" pitchFamily="34" charset="0"/>
              </a:rPr>
              <a:t>Initialized using the winner's pre-trained weights.</a:t>
            </a:r>
          </a:p>
          <a:p>
            <a:pPr rtl="0" fontAlgn="base">
              <a:spcAft>
                <a:spcPts val="1200"/>
              </a:spcAft>
              <a:buFont typeface="Arial" panose="020B0604020202020204" pitchFamily="34" charset="0"/>
              <a:buChar char="•"/>
            </a:pPr>
            <a:r>
              <a:rPr lang="en-US" sz="3200" b="1" i="0" u="none" strike="noStrike" dirty="0">
                <a:solidFill>
                  <a:srgbClr val="000000"/>
                </a:solidFill>
                <a:effectLst/>
                <a:latin typeface="Arial" panose="020B0604020202020204" pitchFamily="34" charset="0"/>
              </a:rPr>
              <a:t>Adopted their specialized post-processing technique.</a:t>
            </a:r>
            <a:endParaRPr lang="en-US" sz="3200" b="0" i="0" u="none" strike="noStrike" dirty="0">
              <a:solidFill>
                <a:srgbClr val="000000"/>
              </a:solidFill>
              <a:effectLst/>
              <a:latin typeface="Arial" panose="020B0604020202020204" pitchFamily="34" charset="0"/>
            </a:endParaRPr>
          </a:p>
        </p:txBody>
      </p:sp>
      <p:sp>
        <p:nvSpPr>
          <p:cNvPr id="11" name="TextBox 10">
            <a:extLst>
              <a:ext uri="{FF2B5EF4-FFF2-40B4-BE49-F238E27FC236}">
                <a16:creationId xmlns:a16="http://schemas.microsoft.com/office/drawing/2014/main" id="{8435F89D-2776-0DF0-1DE2-A64F5253B7D9}"/>
              </a:ext>
            </a:extLst>
          </p:cNvPr>
          <p:cNvSpPr txBox="1"/>
          <p:nvPr/>
        </p:nvSpPr>
        <p:spPr>
          <a:xfrm>
            <a:off x="8024189" y="2220150"/>
            <a:ext cx="9300116" cy="1692771"/>
          </a:xfrm>
          <a:prstGeom prst="rect">
            <a:avLst/>
          </a:prstGeom>
          <a:noFill/>
        </p:spPr>
        <p:txBody>
          <a:bodyPr wrap="square">
            <a:spAutoFit/>
          </a:bodyPr>
          <a:lstStyle/>
          <a:p>
            <a:pPr marL="914400" indent="-457200" rtl="0" fontAlgn="base">
              <a:spcBef>
                <a:spcPts val="1200"/>
              </a:spcBef>
              <a:buFontTx/>
              <a:buChar char="-"/>
            </a:pPr>
            <a:r>
              <a:rPr lang="en-US" sz="2800" b="0" i="0" u="none" strike="noStrike" dirty="0">
                <a:solidFill>
                  <a:srgbClr val="000000"/>
                </a:solidFill>
                <a:effectLst/>
                <a:latin typeface="Arial" panose="020B0604020202020204" pitchFamily="34" charset="0"/>
              </a:rPr>
              <a:t>OpenAI Whisper</a:t>
            </a:r>
            <a:endParaRPr lang="en-US" sz="2800" dirty="0">
              <a:solidFill>
                <a:srgbClr val="000000"/>
              </a:solidFill>
              <a:latin typeface="Arial" panose="020B0604020202020204" pitchFamily="34" charset="0"/>
            </a:endParaRPr>
          </a:p>
          <a:p>
            <a:pPr marL="914400" indent="-457200" rtl="0" fontAlgn="base">
              <a:spcBef>
                <a:spcPts val="1200"/>
              </a:spcBef>
              <a:buFontTx/>
              <a:buChar char="-"/>
            </a:pPr>
            <a:r>
              <a:rPr lang="en-US" sz="2800" b="0" i="0" u="none" strike="noStrike" dirty="0">
                <a:solidFill>
                  <a:srgbClr val="000000"/>
                </a:solidFill>
                <a:effectLst/>
                <a:latin typeface="Arial" panose="020B0604020202020204" pitchFamily="34" charset="0"/>
              </a:rPr>
              <a:t>Wav2Vec 2.0</a:t>
            </a:r>
            <a:endParaRPr lang="en-US" sz="2800" dirty="0">
              <a:solidFill>
                <a:srgbClr val="000000"/>
              </a:solidFill>
              <a:latin typeface="Arial" panose="020B0604020202020204" pitchFamily="34" charset="0"/>
            </a:endParaRPr>
          </a:p>
          <a:p>
            <a:pPr marL="457200" rtl="0" fontAlgn="base">
              <a:spcBef>
                <a:spcPts val="1200"/>
              </a:spcBef>
            </a:pPr>
            <a:r>
              <a:rPr lang="en-US" sz="2800" dirty="0">
                <a:solidFill>
                  <a:srgbClr val="000000"/>
                </a:solidFill>
                <a:latin typeface="Arial" panose="020B0604020202020204" pitchFamily="34" charset="0"/>
              </a:rPr>
              <a:t>-    </a:t>
            </a:r>
            <a:r>
              <a:rPr lang="en-US" sz="2800" b="0" i="0" u="none" strike="noStrike" dirty="0">
                <a:solidFill>
                  <a:srgbClr val="000000"/>
                </a:solidFill>
                <a:effectLst/>
                <a:latin typeface="Arial" panose="020B0604020202020204" pitchFamily="34" charset="0"/>
              </a:rPr>
              <a:t>IndicWav2Vec</a:t>
            </a:r>
          </a:p>
        </p:txBody>
      </p:sp>
      <p:sp>
        <p:nvSpPr>
          <p:cNvPr id="13" name="TextBox 12">
            <a:extLst>
              <a:ext uri="{FF2B5EF4-FFF2-40B4-BE49-F238E27FC236}">
                <a16:creationId xmlns:a16="http://schemas.microsoft.com/office/drawing/2014/main" id="{A33F5A0F-1073-1B96-88FD-A18F8834899A}"/>
              </a:ext>
            </a:extLst>
          </p:cNvPr>
          <p:cNvSpPr txBox="1"/>
          <p:nvPr/>
        </p:nvSpPr>
        <p:spPr>
          <a:xfrm>
            <a:off x="8238368" y="5359331"/>
            <a:ext cx="9300116" cy="984885"/>
          </a:xfrm>
          <a:prstGeom prst="rect">
            <a:avLst/>
          </a:prstGeom>
          <a:noFill/>
        </p:spPr>
        <p:txBody>
          <a:bodyPr wrap="square">
            <a:spAutoFit/>
          </a:bodyPr>
          <a:lstStyle/>
          <a:p>
            <a:r>
              <a:rPr lang="en-US" sz="2800" b="1" i="0" u="none" strike="noStrike" dirty="0">
                <a:solidFill>
                  <a:srgbClr val="000000"/>
                </a:solidFill>
                <a:effectLst/>
                <a:latin typeface="Arial" panose="020B0604020202020204" pitchFamily="34" charset="0"/>
              </a:rPr>
              <a:t>Why:</a:t>
            </a:r>
            <a:r>
              <a:rPr lang="en-US" sz="2800" b="0" i="0" u="none" strike="noStrike" dirty="0">
                <a:solidFill>
                  <a:srgbClr val="000000"/>
                </a:solidFill>
                <a:effectLst/>
                <a:latin typeface="Arial" panose="020B0604020202020204" pitchFamily="34" charset="0"/>
              </a:rPr>
              <a:t> Foundation of the </a:t>
            </a:r>
            <a:r>
              <a:rPr lang="en-US" sz="2800" b="0" i="1" u="none" strike="noStrike" dirty="0">
                <a:solidFill>
                  <a:srgbClr val="000000"/>
                </a:solidFill>
                <a:effectLst/>
                <a:latin typeface="Arial" panose="020B0604020202020204" pitchFamily="34" charset="0"/>
              </a:rPr>
              <a:t>Bengali.AI Speech Recognition</a:t>
            </a:r>
            <a:r>
              <a:rPr lang="en-US" sz="2800" b="0" i="0" u="none" strike="noStrike" dirty="0">
                <a:solidFill>
                  <a:srgbClr val="000000"/>
                </a:solidFill>
                <a:effectLst/>
                <a:latin typeface="Arial" panose="020B0604020202020204" pitchFamily="34" charset="0"/>
              </a:rPr>
              <a:t> 1st Place Solution and </a:t>
            </a:r>
            <a:r>
              <a:rPr lang="as-IN" sz="3000" dirty="0"/>
              <a:t>ভাষা-বিচিত্রা</a:t>
            </a:r>
            <a:endParaRPr lang="en-US" sz="3000" dirty="0"/>
          </a:p>
        </p:txBody>
      </p:sp>
      <p:sp>
        <p:nvSpPr>
          <p:cNvPr id="10" name="Freeform 5">
            <a:extLst>
              <a:ext uri="{FF2B5EF4-FFF2-40B4-BE49-F238E27FC236}">
                <a16:creationId xmlns:a16="http://schemas.microsoft.com/office/drawing/2014/main" id="{ED9DD4CD-CAE6-101B-C0B5-41B7FE7D0667}"/>
              </a:ext>
            </a:extLst>
          </p:cNvPr>
          <p:cNvSpPr/>
          <p:nvPr/>
        </p:nvSpPr>
        <p:spPr>
          <a:xfrm>
            <a:off x="7906697" y="4498928"/>
            <a:ext cx="331671" cy="413489"/>
          </a:xfrm>
          <a:custGeom>
            <a:avLst/>
            <a:gdLst/>
            <a:ahLst/>
            <a:cxnLst/>
            <a:rect l="l" t="t" r="r" b="b"/>
            <a:pathLst>
              <a:path w="331671" h="413489">
                <a:moveTo>
                  <a:pt x="0" y="0"/>
                </a:moveTo>
                <a:lnTo>
                  <a:pt x="331672" y="0"/>
                </a:lnTo>
                <a:lnTo>
                  <a:pt x="331672" y="413490"/>
                </a:lnTo>
                <a:lnTo>
                  <a:pt x="0" y="413490"/>
                </a:lnTo>
                <a:lnTo>
                  <a:pt x="0" y="0"/>
                </a:lnTo>
                <a:close/>
              </a:path>
            </a:pathLst>
          </a:custGeom>
          <a:blipFill>
            <a:blip r:embed="rId4">
              <a:extLst>
                <a:ext uri="{96DAC541-7B7A-43D3-8B79-37D633B846F1}">
                  <asvg:svgBlip xmlns:asvg="http://schemas.microsoft.com/office/drawing/2016/SVG/main" r:embed="rId5"/>
                </a:ext>
              </a:extLst>
            </a:blip>
            <a:stretch>
              <a:fillRect t="-133" b="-133"/>
            </a:stretch>
          </a:blipFill>
        </p:spPr>
        <p:txBody>
          <a:bodyPr/>
          <a:lstStyle/>
          <a:p>
            <a:endParaRPr lang="en-US"/>
          </a:p>
        </p:txBody>
      </p:sp>
      <p:sp>
        <p:nvSpPr>
          <p:cNvPr id="12" name="Freeform 5">
            <a:extLst>
              <a:ext uri="{FF2B5EF4-FFF2-40B4-BE49-F238E27FC236}">
                <a16:creationId xmlns:a16="http://schemas.microsoft.com/office/drawing/2014/main" id="{2131B667-3511-B6DB-B268-DCB9C9950478}"/>
              </a:ext>
            </a:extLst>
          </p:cNvPr>
          <p:cNvSpPr/>
          <p:nvPr/>
        </p:nvSpPr>
        <p:spPr>
          <a:xfrm>
            <a:off x="7906696" y="7034191"/>
            <a:ext cx="331671" cy="413489"/>
          </a:xfrm>
          <a:custGeom>
            <a:avLst/>
            <a:gdLst/>
            <a:ahLst/>
            <a:cxnLst/>
            <a:rect l="l" t="t" r="r" b="b"/>
            <a:pathLst>
              <a:path w="331671" h="413489">
                <a:moveTo>
                  <a:pt x="0" y="0"/>
                </a:moveTo>
                <a:lnTo>
                  <a:pt x="331672" y="0"/>
                </a:lnTo>
                <a:lnTo>
                  <a:pt x="331672" y="413490"/>
                </a:lnTo>
                <a:lnTo>
                  <a:pt x="0" y="413490"/>
                </a:lnTo>
                <a:lnTo>
                  <a:pt x="0" y="0"/>
                </a:lnTo>
                <a:close/>
              </a:path>
            </a:pathLst>
          </a:custGeom>
          <a:blipFill>
            <a:blip r:embed="rId4">
              <a:extLst>
                <a:ext uri="{96DAC541-7B7A-43D3-8B79-37D633B846F1}">
                  <asvg:svgBlip xmlns:asvg="http://schemas.microsoft.com/office/drawing/2016/SVG/main" r:embed="rId5"/>
                </a:ext>
              </a:extLst>
            </a:blip>
            <a:stretch>
              <a:fillRect t="-133" b="-133"/>
            </a:stretch>
          </a:blipFill>
        </p:spPr>
        <p:txBody>
          <a:bodyPr/>
          <a:lstStyle/>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6F4F1"/>
        </a:solidFill>
        <a:effectLst/>
      </p:bgPr>
    </p:bg>
    <p:spTree>
      <p:nvGrpSpPr>
        <p:cNvPr id="1" name="">
          <a:extLst>
            <a:ext uri="{FF2B5EF4-FFF2-40B4-BE49-F238E27FC236}">
              <a16:creationId xmlns:a16="http://schemas.microsoft.com/office/drawing/2014/main" id="{BC46CA71-538D-FD59-74E3-7AB00CDEA65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48BC752-01F6-ECB7-59CB-49CABA292CF0}"/>
              </a:ext>
            </a:extLst>
          </p:cNvPr>
          <p:cNvGrpSpPr/>
          <p:nvPr/>
        </p:nvGrpSpPr>
        <p:grpSpPr>
          <a:xfrm>
            <a:off x="427717" y="414849"/>
            <a:ext cx="17069815" cy="9169599"/>
            <a:chOff x="179311" y="2804"/>
            <a:chExt cx="22759753" cy="12226132"/>
          </a:xfrm>
        </p:grpSpPr>
        <p:sp>
          <p:nvSpPr>
            <p:cNvPr id="3" name="Freeform 3">
              <a:extLst>
                <a:ext uri="{FF2B5EF4-FFF2-40B4-BE49-F238E27FC236}">
                  <a16:creationId xmlns:a16="http://schemas.microsoft.com/office/drawing/2014/main" id="{82CB923C-F1B7-003A-854F-ECA893DA9156}"/>
                </a:ext>
              </a:extLst>
            </p:cNvPr>
            <p:cNvSpPr/>
            <p:nvPr/>
          </p:nvSpPr>
          <p:spPr>
            <a:xfrm>
              <a:off x="15541761" y="11927763"/>
              <a:ext cx="7397303" cy="301173"/>
            </a:xfrm>
            <a:custGeom>
              <a:avLst/>
              <a:gdLst/>
              <a:ahLst/>
              <a:cxnLst/>
              <a:rect l="l" t="t" r="r" b="b"/>
              <a:pathLst>
                <a:path w="7397303" h="301173">
                  <a:moveTo>
                    <a:pt x="0" y="0"/>
                  </a:moveTo>
                  <a:lnTo>
                    <a:pt x="7397303" y="0"/>
                  </a:lnTo>
                  <a:lnTo>
                    <a:pt x="7397303" y="301173"/>
                  </a:lnTo>
                  <a:lnTo>
                    <a:pt x="0" y="30117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a:extLst>
                <a:ext uri="{FF2B5EF4-FFF2-40B4-BE49-F238E27FC236}">
                  <a16:creationId xmlns:a16="http://schemas.microsoft.com/office/drawing/2014/main" id="{A0611550-745B-5722-805A-4DD0F3D41362}"/>
                </a:ext>
              </a:extLst>
            </p:cNvPr>
            <p:cNvSpPr txBox="1"/>
            <p:nvPr/>
          </p:nvSpPr>
          <p:spPr>
            <a:xfrm>
              <a:off x="15830140" y="9149157"/>
              <a:ext cx="5375176" cy="2432532"/>
            </a:xfrm>
            <a:prstGeom prst="rect">
              <a:avLst/>
            </a:prstGeom>
          </p:spPr>
          <p:txBody>
            <a:bodyPr lIns="0" tIns="0" rIns="0" bIns="0" rtlCol="0" anchor="t">
              <a:spAutoFit/>
            </a:bodyPr>
            <a:lstStyle/>
            <a:p>
              <a:pPr algn="just">
                <a:lnSpc>
                  <a:spcPts val="4674"/>
                </a:lnSpc>
              </a:pPr>
              <a:r>
                <a:rPr lang="en-US" sz="4674">
                  <a:solidFill>
                    <a:srgbClr val="253439"/>
                  </a:solidFill>
                  <a:latin typeface="Lato"/>
                  <a:ea typeface="Lato"/>
                  <a:cs typeface="Lato"/>
                  <a:sym typeface="Lato"/>
                </a:rPr>
                <a:t>Data Preprocessing Pipeline</a:t>
              </a:r>
            </a:p>
          </p:txBody>
        </p:sp>
        <p:sp>
          <p:nvSpPr>
            <p:cNvPr id="5" name="TextBox 5">
              <a:extLst>
                <a:ext uri="{FF2B5EF4-FFF2-40B4-BE49-F238E27FC236}">
                  <a16:creationId xmlns:a16="http://schemas.microsoft.com/office/drawing/2014/main" id="{B76DDE33-B846-A296-2474-7D0CB30476AE}"/>
                </a:ext>
              </a:extLst>
            </p:cNvPr>
            <p:cNvSpPr txBox="1"/>
            <p:nvPr/>
          </p:nvSpPr>
          <p:spPr>
            <a:xfrm>
              <a:off x="217389" y="57150"/>
              <a:ext cx="1365119" cy="598170"/>
            </a:xfrm>
            <a:prstGeom prst="rect">
              <a:avLst/>
            </a:prstGeom>
          </p:spPr>
          <p:txBody>
            <a:bodyPr lIns="0" tIns="0" rIns="0" bIns="0" rtlCol="0" anchor="t">
              <a:spAutoFit/>
            </a:bodyPr>
            <a:lstStyle/>
            <a:p>
              <a:pPr algn="r">
                <a:lnSpc>
                  <a:spcPts val="3600"/>
                </a:lnSpc>
              </a:pPr>
              <a:r>
                <a:rPr lang="en-US" sz="3600" dirty="0">
                  <a:solidFill>
                    <a:srgbClr val="7C898B"/>
                  </a:solidFill>
                  <a:latin typeface="Lato"/>
                  <a:ea typeface="Lato"/>
                  <a:cs typeface="Lato"/>
                  <a:sym typeface="Lato"/>
                </a:rPr>
                <a:t>01</a:t>
              </a:r>
            </a:p>
          </p:txBody>
        </p:sp>
        <p:sp>
          <p:nvSpPr>
            <p:cNvPr id="6" name="TextBox 6">
              <a:extLst>
                <a:ext uri="{FF2B5EF4-FFF2-40B4-BE49-F238E27FC236}">
                  <a16:creationId xmlns:a16="http://schemas.microsoft.com/office/drawing/2014/main" id="{A4DA27FA-DC2A-6F13-4830-D344C2C49C54}"/>
                </a:ext>
              </a:extLst>
            </p:cNvPr>
            <p:cNvSpPr txBox="1"/>
            <p:nvPr/>
          </p:nvSpPr>
          <p:spPr>
            <a:xfrm>
              <a:off x="1796307" y="2804"/>
              <a:ext cx="9006052" cy="630649"/>
            </a:xfrm>
            <a:prstGeom prst="rect">
              <a:avLst/>
            </a:prstGeom>
          </p:spPr>
          <p:txBody>
            <a:bodyPr lIns="0" tIns="0" rIns="0" bIns="0" rtlCol="0" anchor="t">
              <a:spAutoFit/>
            </a:bodyPr>
            <a:lstStyle/>
            <a:p>
              <a:pPr algn="l">
                <a:lnSpc>
                  <a:spcPts val="4001"/>
                </a:lnSpc>
              </a:pPr>
              <a:r>
                <a:rPr lang="en-US" sz="2858" b="1" spc="-56" dirty="0">
                  <a:solidFill>
                    <a:srgbClr val="1C191A"/>
                  </a:solidFill>
                  <a:latin typeface="Lato Bold"/>
                  <a:ea typeface="Lato Bold"/>
                  <a:cs typeface="Lato Bold"/>
                  <a:sym typeface="Lato Bold"/>
                </a:rPr>
                <a:t>Audio Processing</a:t>
              </a:r>
            </a:p>
          </p:txBody>
        </p:sp>
        <p:sp>
          <p:nvSpPr>
            <p:cNvPr id="7" name="TextBox 7">
              <a:extLst>
                <a:ext uri="{FF2B5EF4-FFF2-40B4-BE49-F238E27FC236}">
                  <a16:creationId xmlns:a16="http://schemas.microsoft.com/office/drawing/2014/main" id="{E1D0023E-E035-D5C3-5EE3-9ECE7431B22A}"/>
                </a:ext>
              </a:extLst>
            </p:cNvPr>
            <p:cNvSpPr txBox="1"/>
            <p:nvPr/>
          </p:nvSpPr>
          <p:spPr>
            <a:xfrm>
              <a:off x="1796306" y="936895"/>
              <a:ext cx="11072521" cy="1131846"/>
            </a:xfrm>
            <a:prstGeom prst="rect">
              <a:avLst/>
            </a:prstGeom>
          </p:spPr>
          <p:txBody>
            <a:bodyPr lIns="0" tIns="0" rIns="0" bIns="0" rtlCol="0" anchor="t">
              <a:spAutoFit/>
            </a:bodyPr>
            <a:lstStyle/>
            <a:p>
              <a:pPr algn="ctr">
                <a:lnSpc>
                  <a:spcPts val="3348"/>
                </a:lnSpc>
              </a:pPr>
              <a:r>
                <a:rPr lang="en-US" sz="2391" b="1" dirty="0">
                  <a:solidFill>
                    <a:srgbClr val="000000"/>
                  </a:solidFill>
                  <a:latin typeface="Arial MT Pro Bold"/>
                  <a:ea typeface="Arial MT Pro Bold"/>
                  <a:cs typeface="Arial MT Pro Bold"/>
                  <a:sym typeface="Arial MT Pro Bold"/>
                </a:rPr>
                <a:t>Resampling:</a:t>
              </a:r>
              <a:r>
                <a:rPr lang="en-US" sz="2391" dirty="0">
                  <a:solidFill>
                    <a:srgbClr val="000000"/>
                  </a:solidFill>
                  <a:latin typeface="Arial MT Pro"/>
                  <a:ea typeface="Arial MT Pro"/>
                  <a:cs typeface="Arial MT Pro"/>
                  <a:sym typeface="Arial MT Pro"/>
                </a:rPr>
                <a:t> resampled to 16 kHz mono-channel (using </a:t>
              </a:r>
              <a:r>
                <a:rPr lang="en-US" sz="2391" dirty="0" err="1">
                  <a:solidFill>
                    <a:srgbClr val="000000"/>
                  </a:solidFill>
                  <a:latin typeface="Arial MT Pro"/>
                  <a:ea typeface="Arial MT Pro"/>
                  <a:cs typeface="Arial MT Pro"/>
                  <a:sym typeface="Arial MT Pro"/>
                </a:rPr>
                <a:t>librosa</a:t>
              </a:r>
              <a:r>
                <a:rPr lang="en-US" sz="2391" dirty="0">
                  <a:solidFill>
                    <a:srgbClr val="000000"/>
                  </a:solidFill>
                  <a:latin typeface="Arial MT Pro"/>
                  <a:ea typeface="Arial MT Pro"/>
                  <a:cs typeface="Arial MT Pro"/>
                  <a:sym typeface="Arial MT Pro"/>
                </a:rPr>
                <a:t>) </a:t>
              </a:r>
            </a:p>
          </p:txBody>
        </p:sp>
        <p:sp>
          <p:nvSpPr>
            <p:cNvPr id="8" name="Freeform 8">
              <a:extLst>
                <a:ext uri="{FF2B5EF4-FFF2-40B4-BE49-F238E27FC236}">
                  <a16:creationId xmlns:a16="http://schemas.microsoft.com/office/drawing/2014/main" id="{929BD65A-D43D-CF41-E5A0-38FEE887EA3A}"/>
                </a:ext>
              </a:extLst>
            </p:cNvPr>
            <p:cNvSpPr/>
            <p:nvPr/>
          </p:nvSpPr>
          <p:spPr>
            <a:xfrm>
              <a:off x="1637402" y="1032468"/>
              <a:ext cx="358908" cy="447445"/>
            </a:xfrm>
            <a:custGeom>
              <a:avLst/>
              <a:gdLst/>
              <a:ahLst/>
              <a:cxnLst/>
              <a:rect l="l" t="t" r="r" b="b"/>
              <a:pathLst>
                <a:path w="358908" h="447445">
                  <a:moveTo>
                    <a:pt x="0" y="0"/>
                  </a:moveTo>
                  <a:lnTo>
                    <a:pt x="358908" y="0"/>
                  </a:lnTo>
                  <a:lnTo>
                    <a:pt x="358908" y="447444"/>
                  </a:lnTo>
                  <a:lnTo>
                    <a:pt x="0" y="447444"/>
                  </a:lnTo>
                  <a:lnTo>
                    <a:pt x="0" y="0"/>
                  </a:lnTo>
                  <a:close/>
                </a:path>
              </a:pathLst>
            </a:custGeom>
            <a:blipFill>
              <a:blip r:embed="rId4">
                <a:extLst>
                  <a:ext uri="{96DAC541-7B7A-43D3-8B79-37D633B846F1}">
                    <asvg:svgBlip xmlns:asvg="http://schemas.microsoft.com/office/drawing/2016/SVG/main" r:embed="rId5"/>
                  </a:ext>
                </a:extLst>
              </a:blip>
              <a:stretch>
                <a:fillRect t="-133" b="-133"/>
              </a:stretch>
            </a:blipFill>
          </p:spPr>
          <p:txBody>
            <a:bodyPr/>
            <a:lstStyle/>
            <a:p>
              <a:endParaRPr lang="en-US"/>
            </a:p>
          </p:txBody>
        </p:sp>
        <p:sp>
          <p:nvSpPr>
            <p:cNvPr id="9" name="Freeform 9">
              <a:extLst>
                <a:ext uri="{FF2B5EF4-FFF2-40B4-BE49-F238E27FC236}">
                  <a16:creationId xmlns:a16="http://schemas.microsoft.com/office/drawing/2014/main" id="{FF27B22F-3183-4A4A-615F-C47659E918F7}"/>
                </a:ext>
              </a:extLst>
            </p:cNvPr>
            <p:cNvSpPr/>
            <p:nvPr/>
          </p:nvSpPr>
          <p:spPr>
            <a:xfrm>
              <a:off x="1710184" y="2283059"/>
              <a:ext cx="389167" cy="485167"/>
            </a:xfrm>
            <a:custGeom>
              <a:avLst/>
              <a:gdLst/>
              <a:ahLst/>
              <a:cxnLst/>
              <a:rect l="l" t="t" r="r" b="b"/>
              <a:pathLst>
                <a:path w="389166" h="485167">
                  <a:moveTo>
                    <a:pt x="0" y="0"/>
                  </a:moveTo>
                  <a:lnTo>
                    <a:pt x="389166" y="0"/>
                  </a:lnTo>
                  <a:lnTo>
                    <a:pt x="389166" y="485167"/>
                  </a:lnTo>
                  <a:lnTo>
                    <a:pt x="0" y="485167"/>
                  </a:lnTo>
                  <a:lnTo>
                    <a:pt x="0" y="0"/>
                  </a:lnTo>
                  <a:close/>
                </a:path>
              </a:pathLst>
            </a:custGeom>
            <a:blipFill>
              <a:blip r:embed="rId4">
                <a:extLst>
                  <a:ext uri="{96DAC541-7B7A-43D3-8B79-37D633B846F1}">
                    <asvg:svgBlip xmlns:asvg="http://schemas.microsoft.com/office/drawing/2016/SVG/main" r:embed="rId5"/>
                  </a:ext>
                </a:extLst>
              </a:blip>
              <a:stretch>
                <a:fillRect t="-133" b="-133"/>
              </a:stretch>
            </a:blipFill>
          </p:spPr>
          <p:txBody>
            <a:bodyPr/>
            <a:lstStyle/>
            <a:p>
              <a:endParaRPr lang="en-US"/>
            </a:p>
          </p:txBody>
        </p:sp>
        <p:sp>
          <p:nvSpPr>
            <p:cNvPr id="10" name="TextBox 10">
              <a:extLst>
                <a:ext uri="{FF2B5EF4-FFF2-40B4-BE49-F238E27FC236}">
                  <a16:creationId xmlns:a16="http://schemas.microsoft.com/office/drawing/2014/main" id="{5DF292EE-262D-E44C-A463-F8FBDA985C4F}"/>
                </a:ext>
              </a:extLst>
            </p:cNvPr>
            <p:cNvSpPr txBox="1"/>
            <p:nvPr/>
          </p:nvSpPr>
          <p:spPr>
            <a:xfrm>
              <a:off x="1955670" y="2264575"/>
              <a:ext cx="11327980" cy="1164896"/>
            </a:xfrm>
            <a:prstGeom prst="rect">
              <a:avLst/>
            </a:prstGeom>
          </p:spPr>
          <p:txBody>
            <a:bodyPr lIns="0" tIns="0" rIns="0" bIns="0" rtlCol="0" anchor="t">
              <a:spAutoFit/>
            </a:bodyPr>
            <a:lstStyle/>
            <a:p>
              <a:pPr algn="ctr">
                <a:lnSpc>
                  <a:spcPts val="3426"/>
                </a:lnSpc>
              </a:pPr>
              <a:r>
                <a:rPr lang="en-US" sz="2447" b="1" dirty="0">
                  <a:solidFill>
                    <a:srgbClr val="000000"/>
                  </a:solidFill>
                  <a:latin typeface="Arial MT Pro Bold"/>
                  <a:ea typeface="Arial MT Pro Bold"/>
                  <a:cs typeface="Arial MT Pro Bold"/>
                  <a:sym typeface="Arial MT Pro Bold"/>
                </a:rPr>
                <a:t>Feature Extraction:</a:t>
              </a:r>
              <a:r>
                <a:rPr lang="en-US" sz="2447" dirty="0">
                  <a:solidFill>
                    <a:srgbClr val="000000"/>
                  </a:solidFill>
                  <a:latin typeface="Arial MT Pro"/>
                  <a:ea typeface="Arial MT Pro"/>
                  <a:cs typeface="Arial MT Pro"/>
                  <a:sym typeface="Arial MT Pro"/>
                </a:rPr>
                <a:t> Raw waveforms were converted into Log-Mel Spectrograms</a:t>
              </a:r>
            </a:p>
          </p:txBody>
        </p:sp>
        <p:sp>
          <p:nvSpPr>
            <p:cNvPr id="11" name="TextBox 11">
              <a:extLst>
                <a:ext uri="{FF2B5EF4-FFF2-40B4-BE49-F238E27FC236}">
                  <a16:creationId xmlns:a16="http://schemas.microsoft.com/office/drawing/2014/main" id="{03ACA517-747E-040F-A68B-40DA8A7620B8}"/>
                </a:ext>
              </a:extLst>
            </p:cNvPr>
            <p:cNvSpPr txBox="1"/>
            <p:nvPr/>
          </p:nvSpPr>
          <p:spPr>
            <a:xfrm>
              <a:off x="1710184" y="3422238"/>
              <a:ext cx="7438032" cy="700412"/>
            </a:xfrm>
            <a:prstGeom prst="rect">
              <a:avLst/>
            </a:prstGeom>
          </p:spPr>
          <p:txBody>
            <a:bodyPr lIns="0" tIns="0" rIns="0" bIns="0" rtlCol="0" anchor="t">
              <a:spAutoFit/>
            </a:bodyPr>
            <a:lstStyle/>
            <a:p>
              <a:pPr algn="l">
                <a:lnSpc>
                  <a:spcPts val="4422"/>
                </a:lnSpc>
              </a:pPr>
              <a:r>
                <a:rPr lang="en-US" sz="3158" b="1" spc="-61" dirty="0">
                  <a:solidFill>
                    <a:srgbClr val="1C191A"/>
                  </a:solidFill>
                  <a:latin typeface="Lato Bold"/>
                  <a:ea typeface="Lato Bold"/>
                  <a:cs typeface="Lato Bold"/>
                  <a:sym typeface="Lato Bold"/>
                </a:rPr>
                <a:t>Text Normalization</a:t>
              </a:r>
            </a:p>
          </p:txBody>
        </p:sp>
        <p:sp>
          <p:nvSpPr>
            <p:cNvPr id="12" name="TextBox 12">
              <a:extLst>
                <a:ext uri="{FF2B5EF4-FFF2-40B4-BE49-F238E27FC236}">
                  <a16:creationId xmlns:a16="http://schemas.microsoft.com/office/drawing/2014/main" id="{D8B4D1A7-3874-D1A1-6481-33B5093E8AEB}"/>
                </a:ext>
              </a:extLst>
            </p:cNvPr>
            <p:cNvSpPr txBox="1"/>
            <p:nvPr/>
          </p:nvSpPr>
          <p:spPr>
            <a:xfrm>
              <a:off x="222425" y="3524480"/>
              <a:ext cx="1365119" cy="598170"/>
            </a:xfrm>
            <a:prstGeom prst="rect">
              <a:avLst/>
            </a:prstGeom>
          </p:spPr>
          <p:txBody>
            <a:bodyPr lIns="0" tIns="0" rIns="0" bIns="0" rtlCol="0" anchor="t">
              <a:spAutoFit/>
            </a:bodyPr>
            <a:lstStyle/>
            <a:p>
              <a:pPr algn="r">
                <a:lnSpc>
                  <a:spcPts val="3600"/>
                </a:lnSpc>
              </a:pPr>
              <a:r>
                <a:rPr lang="en-US" sz="3600" dirty="0">
                  <a:solidFill>
                    <a:srgbClr val="7C898B"/>
                  </a:solidFill>
                  <a:latin typeface="Lato"/>
                  <a:ea typeface="Lato"/>
                  <a:cs typeface="Lato"/>
                  <a:sym typeface="Lato"/>
                </a:rPr>
                <a:t>02</a:t>
              </a:r>
            </a:p>
          </p:txBody>
        </p:sp>
        <p:sp>
          <p:nvSpPr>
            <p:cNvPr id="13" name="TextBox 13">
              <a:extLst>
                <a:ext uri="{FF2B5EF4-FFF2-40B4-BE49-F238E27FC236}">
                  <a16:creationId xmlns:a16="http://schemas.microsoft.com/office/drawing/2014/main" id="{71F1A406-5BD9-1706-9027-FD456724331D}"/>
                </a:ext>
              </a:extLst>
            </p:cNvPr>
            <p:cNvSpPr txBox="1"/>
            <p:nvPr/>
          </p:nvSpPr>
          <p:spPr>
            <a:xfrm>
              <a:off x="2149022" y="4428096"/>
              <a:ext cx="12270166" cy="1143951"/>
            </a:xfrm>
            <a:prstGeom prst="rect">
              <a:avLst/>
            </a:prstGeom>
          </p:spPr>
          <p:txBody>
            <a:bodyPr lIns="0" tIns="0" rIns="0" bIns="0" rtlCol="0" anchor="t">
              <a:spAutoFit/>
            </a:bodyPr>
            <a:lstStyle/>
            <a:p>
              <a:pPr algn="ctr">
                <a:lnSpc>
                  <a:spcPts val="3389"/>
                </a:lnSpc>
              </a:pPr>
              <a:r>
                <a:rPr lang="en-US" sz="2420" b="1" dirty="0">
                  <a:solidFill>
                    <a:srgbClr val="000000"/>
                  </a:solidFill>
                  <a:latin typeface="Arial MT Pro Bold"/>
                  <a:ea typeface="Arial MT Pro Bold"/>
                  <a:cs typeface="Arial MT Pro Bold"/>
                  <a:sym typeface="Arial MT Pro Bold"/>
                </a:rPr>
                <a:t>Noise Removal:</a:t>
              </a:r>
              <a:r>
                <a:rPr lang="en-US" sz="2420" dirty="0">
                  <a:solidFill>
                    <a:srgbClr val="000000"/>
                  </a:solidFill>
                  <a:latin typeface="Arial MT Pro"/>
                  <a:ea typeface="Arial MT Pro"/>
                  <a:cs typeface="Arial MT Pro"/>
                  <a:sym typeface="Arial MT Pro"/>
                </a:rPr>
                <a:t> Filtered out non-speech artifacts (e.g., &lt;&gt;, ..) and distinct English characters ([a-</a:t>
              </a:r>
              <a:r>
                <a:rPr lang="en-US" sz="2420" dirty="0" err="1">
                  <a:solidFill>
                    <a:srgbClr val="000000"/>
                  </a:solidFill>
                  <a:latin typeface="Arial MT Pro"/>
                  <a:ea typeface="Arial MT Pro"/>
                  <a:cs typeface="Arial MT Pro"/>
                  <a:sym typeface="Arial MT Pro"/>
                </a:rPr>
                <a:t>z,A</a:t>
              </a:r>
              <a:r>
                <a:rPr lang="en-US" sz="2420" dirty="0">
                  <a:solidFill>
                    <a:srgbClr val="000000"/>
                  </a:solidFill>
                  <a:latin typeface="Arial MT Pro"/>
                  <a:ea typeface="Arial MT Pro"/>
                  <a:cs typeface="Arial MT Pro"/>
                  <a:sym typeface="Arial MT Pro"/>
                </a:rPr>
                <a:t>-Z]) </a:t>
              </a:r>
            </a:p>
          </p:txBody>
        </p:sp>
        <p:sp>
          <p:nvSpPr>
            <p:cNvPr id="14" name="Freeform 14">
              <a:extLst>
                <a:ext uri="{FF2B5EF4-FFF2-40B4-BE49-F238E27FC236}">
                  <a16:creationId xmlns:a16="http://schemas.microsoft.com/office/drawing/2014/main" id="{E0F2FCFD-E926-AEDB-8576-F0AC0FDFE6C5}"/>
                </a:ext>
              </a:extLst>
            </p:cNvPr>
            <p:cNvSpPr/>
            <p:nvPr/>
          </p:nvSpPr>
          <p:spPr>
            <a:xfrm>
              <a:off x="1710184" y="4516901"/>
              <a:ext cx="358908" cy="447445"/>
            </a:xfrm>
            <a:custGeom>
              <a:avLst/>
              <a:gdLst/>
              <a:ahLst/>
              <a:cxnLst/>
              <a:rect l="l" t="t" r="r" b="b"/>
              <a:pathLst>
                <a:path w="358908" h="447445">
                  <a:moveTo>
                    <a:pt x="0" y="0"/>
                  </a:moveTo>
                  <a:lnTo>
                    <a:pt x="358908" y="0"/>
                  </a:lnTo>
                  <a:lnTo>
                    <a:pt x="358908" y="447445"/>
                  </a:lnTo>
                  <a:lnTo>
                    <a:pt x="0" y="447445"/>
                  </a:lnTo>
                  <a:lnTo>
                    <a:pt x="0" y="0"/>
                  </a:lnTo>
                  <a:close/>
                </a:path>
              </a:pathLst>
            </a:custGeom>
            <a:blipFill>
              <a:blip r:embed="rId4">
                <a:extLst>
                  <a:ext uri="{96DAC541-7B7A-43D3-8B79-37D633B846F1}">
                    <asvg:svgBlip xmlns:asvg="http://schemas.microsoft.com/office/drawing/2016/SVG/main" r:embed="rId5"/>
                  </a:ext>
                </a:extLst>
              </a:blip>
              <a:stretch>
                <a:fillRect t="-133" b="-133"/>
              </a:stretch>
            </a:blipFill>
          </p:spPr>
          <p:txBody>
            <a:bodyPr/>
            <a:lstStyle/>
            <a:p>
              <a:endParaRPr lang="en-US"/>
            </a:p>
          </p:txBody>
        </p:sp>
        <p:sp>
          <p:nvSpPr>
            <p:cNvPr id="15" name="Freeform 15">
              <a:extLst>
                <a:ext uri="{FF2B5EF4-FFF2-40B4-BE49-F238E27FC236}">
                  <a16:creationId xmlns:a16="http://schemas.microsoft.com/office/drawing/2014/main" id="{9EC2CC0B-BC1F-E8DA-1CFD-DDAA4C0C786E}"/>
                </a:ext>
              </a:extLst>
            </p:cNvPr>
            <p:cNvSpPr/>
            <p:nvPr/>
          </p:nvSpPr>
          <p:spPr>
            <a:xfrm>
              <a:off x="1710183" y="5794424"/>
              <a:ext cx="358908" cy="447445"/>
            </a:xfrm>
            <a:custGeom>
              <a:avLst/>
              <a:gdLst/>
              <a:ahLst/>
              <a:cxnLst/>
              <a:rect l="l" t="t" r="r" b="b"/>
              <a:pathLst>
                <a:path w="358908" h="447445">
                  <a:moveTo>
                    <a:pt x="0" y="0"/>
                  </a:moveTo>
                  <a:lnTo>
                    <a:pt x="358908" y="0"/>
                  </a:lnTo>
                  <a:lnTo>
                    <a:pt x="358908" y="447444"/>
                  </a:lnTo>
                  <a:lnTo>
                    <a:pt x="0" y="447444"/>
                  </a:lnTo>
                  <a:lnTo>
                    <a:pt x="0" y="0"/>
                  </a:lnTo>
                  <a:close/>
                </a:path>
              </a:pathLst>
            </a:custGeom>
            <a:blipFill>
              <a:blip r:embed="rId4">
                <a:extLst>
                  <a:ext uri="{96DAC541-7B7A-43D3-8B79-37D633B846F1}">
                    <asvg:svgBlip xmlns:asvg="http://schemas.microsoft.com/office/drawing/2016/SVG/main" r:embed="rId5"/>
                  </a:ext>
                </a:extLst>
              </a:blip>
              <a:stretch>
                <a:fillRect t="-133" b="-133"/>
              </a:stretch>
            </a:blipFill>
          </p:spPr>
          <p:txBody>
            <a:bodyPr/>
            <a:lstStyle/>
            <a:p>
              <a:endParaRPr lang="en-US"/>
            </a:p>
          </p:txBody>
        </p:sp>
        <p:sp>
          <p:nvSpPr>
            <p:cNvPr id="16" name="TextBox 16">
              <a:extLst>
                <a:ext uri="{FF2B5EF4-FFF2-40B4-BE49-F238E27FC236}">
                  <a16:creationId xmlns:a16="http://schemas.microsoft.com/office/drawing/2014/main" id="{E89BDD7D-5C0C-D410-0E13-0BEB3AE4E54F}"/>
                </a:ext>
              </a:extLst>
            </p:cNvPr>
            <p:cNvSpPr txBox="1"/>
            <p:nvPr/>
          </p:nvSpPr>
          <p:spPr>
            <a:xfrm>
              <a:off x="1996310" y="5737245"/>
              <a:ext cx="11327980" cy="593396"/>
            </a:xfrm>
            <a:prstGeom prst="rect">
              <a:avLst/>
            </a:prstGeom>
          </p:spPr>
          <p:txBody>
            <a:bodyPr lIns="0" tIns="0" rIns="0" bIns="0" rtlCol="0" anchor="t">
              <a:spAutoFit/>
            </a:bodyPr>
            <a:lstStyle/>
            <a:p>
              <a:pPr algn="ctr">
                <a:lnSpc>
                  <a:spcPts val="3426"/>
                </a:lnSpc>
              </a:pPr>
              <a:r>
                <a:rPr lang="en-US" sz="2447" b="1" dirty="0">
                  <a:solidFill>
                    <a:srgbClr val="000000"/>
                  </a:solidFill>
                  <a:latin typeface="Arial MT Pro Bold"/>
                  <a:ea typeface="Arial MT Pro Bold"/>
                  <a:cs typeface="Arial MT Pro Bold"/>
                  <a:sym typeface="Arial MT Pro Bold"/>
                </a:rPr>
                <a:t>Whitespace Handling: </a:t>
              </a:r>
              <a:r>
                <a:rPr lang="en-US" sz="2447" dirty="0">
                  <a:solidFill>
                    <a:srgbClr val="000000"/>
                  </a:solidFill>
                  <a:latin typeface="Arial MT Pro"/>
                  <a:ea typeface="Arial MT Pro"/>
                  <a:cs typeface="Arial MT Pro"/>
                  <a:sym typeface="Arial MT Pro"/>
                </a:rPr>
                <a:t>Stripped leading/trailing whitespace </a:t>
              </a:r>
            </a:p>
          </p:txBody>
        </p:sp>
        <p:sp>
          <p:nvSpPr>
            <p:cNvPr id="17" name="TextBox 17">
              <a:extLst>
                <a:ext uri="{FF2B5EF4-FFF2-40B4-BE49-F238E27FC236}">
                  <a16:creationId xmlns:a16="http://schemas.microsoft.com/office/drawing/2014/main" id="{4697630E-EF5E-3032-493F-22ACC6C69F18}"/>
                </a:ext>
              </a:extLst>
            </p:cNvPr>
            <p:cNvSpPr txBox="1"/>
            <p:nvPr/>
          </p:nvSpPr>
          <p:spPr>
            <a:xfrm>
              <a:off x="179311" y="6753725"/>
              <a:ext cx="1365119" cy="598171"/>
            </a:xfrm>
            <a:prstGeom prst="rect">
              <a:avLst/>
            </a:prstGeom>
          </p:spPr>
          <p:txBody>
            <a:bodyPr lIns="0" tIns="0" rIns="0" bIns="0" rtlCol="0" anchor="t">
              <a:spAutoFit/>
            </a:bodyPr>
            <a:lstStyle/>
            <a:p>
              <a:pPr algn="r">
                <a:lnSpc>
                  <a:spcPts val="3600"/>
                </a:lnSpc>
              </a:pPr>
              <a:r>
                <a:rPr lang="en-US" sz="3600" dirty="0">
                  <a:solidFill>
                    <a:srgbClr val="7C898B"/>
                  </a:solidFill>
                  <a:latin typeface="Lato"/>
                  <a:ea typeface="Lato"/>
                  <a:cs typeface="Lato"/>
                  <a:sym typeface="Lato"/>
                </a:rPr>
                <a:t>03</a:t>
              </a:r>
            </a:p>
          </p:txBody>
        </p:sp>
        <p:sp>
          <p:nvSpPr>
            <p:cNvPr id="18" name="TextBox 18">
              <a:extLst>
                <a:ext uri="{FF2B5EF4-FFF2-40B4-BE49-F238E27FC236}">
                  <a16:creationId xmlns:a16="http://schemas.microsoft.com/office/drawing/2014/main" id="{D92100F2-5737-109C-B590-B6B4CBDFAF9E}"/>
                </a:ext>
              </a:extLst>
            </p:cNvPr>
            <p:cNvSpPr txBox="1"/>
            <p:nvPr/>
          </p:nvSpPr>
          <p:spPr>
            <a:xfrm>
              <a:off x="1796307" y="6710145"/>
              <a:ext cx="7342055" cy="692235"/>
            </a:xfrm>
            <a:prstGeom prst="rect">
              <a:avLst/>
            </a:prstGeom>
          </p:spPr>
          <p:txBody>
            <a:bodyPr lIns="0" tIns="0" rIns="0" bIns="0" rtlCol="0" anchor="t">
              <a:spAutoFit/>
            </a:bodyPr>
            <a:lstStyle/>
            <a:p>
              <a:pPr algn="l">
                <a:lnSpc>
                  <a:spcPts val="4365"/>
                </a:lnSpc>
              </a:pPr>
              <a:r>
                <a:rPr lang="en-US" sz="3117" b="1" spc="-61" dirty="0">
                  <a:solidFill>
                    <a:srgbClr val="1C191A"/>
                  </a:solidFill>
                  <a:latin typeface="Lato Bold"/>
                  <a:ea typeface="Lato Bold"/>
                  <a:cs typeface="Lato Bold"/>
                  <a:sym typeface="Lato Bold"/>
                </a:rPr>
                <a:t>Dataset Management</a:t>
              </a:r>
            </a:p>
          </p:txBody>
        </p:sp>
        <p:sp>
          <p:nvSpPr>
            <p:cNvPr id="19" name="Freeform 19">
              <a:extLst>
                <a:ext uri="{FF2B5EF4-FFF2-40B4-BE49-F238E27FC236}">
                  <a16:creationId xmlns:a16="http://schemas.microsoft.com/office/drawing/2014/main" id="{D4204C6D-E606-CA7C-036C-72E9D3E25EA8}"/>
                </a:ext>
              </a:extLst>
            </p:cNvPr>
            <p:cNvSpPr/>
            <p:nvPr/>
          </p:nvSpPr>
          <p:spPr>
            <a:xfrm>
              <a:off x="1766998" y="7798759"/>
              <a:ext cx="358908" cy="447445"/>
            </a:xfrm>
            <a:custGeom>
              <a:avLst/>
              <a:gdLst/>
              <a:ahLst/>
              <a:cxnLst/>
              <a:rect l="l" t="t" r="r" b="b"/>
              <a:pathLst>
                <a:path w="358908" h="447445">
                  <a:moveTo>
                    <a:pt x="0" y="0"/>
                  </a:moveTo>
                  <a:lnTo>
                    <a:pt x="358908" y="0"/>
                  </a:lnTo>
                  <a:lnTo>
                    <a:pt x="358908" y="447445"/>
                  </a:lnTo>
                  <a:lnTo>
                    <a:pt x="0" y="447445"/>
                  </a:lnTo>
                  <a:lnTo>
                    <a:pt x="0" y="0"/>
                  </a:lnTo>
                  <a:close/>
                </a:path>
              </a:pathLst>
            </a:custGeom>
            <a:blipFill>
              <a:blip r:embed="rId4">
                <a:extLst>
                  <a:ext uri="{96DAC541-7B7A-43D3-8B79-37D633B846F1}">
                    <asvg:svgBlip xmlns:asvg="http://schemas.microsoft.com/office/drawing/2016/SVG/main" r:embed="rId5"/>
                  </a:ext>
                </a:extLst>
              </a:blip>
              <a:stretch>
                <a:fillRect t="-133" b="-133"/>
              </a:stretch>
            </a:blipFill>
          </p:spPr>
          <p:txBody>
            <a:bodyPr/>
            <a:lstStyle/>
            <a:p>
              <a:endParaRPr lang="en-US"/>
            </a:p>
          </p:txBody>
        </p:sp>
        <p:sp>
          <p:nvSpPr>
            <p:cNvPr id="20" name="TextBox 20">
              <a:extLst>
                <a:ext uri="{FF2B5EF4-FFF2-40B4-BE49-F238E27FC236}">
                  <a16:creationId xmlns:a16="http://schemas.microsoft.com/office/drawing/2014/main" id="{493A0944-7259-6CC7-5379-47431A680C6C}"/>
                </a:ext>
              </a:extLst>
            </p:cNvPr>
            <p:cNvSpPr txBox="1"/>
            <p:nvPr/>
          </p:nvSpPr>
          <p:spPr>
            <a:xfrm>
              <a:off x="1996310" y="7729612"/>
              <a:ext cx="11327980" cy="1736396"/>
            </a:xfrm>
            <a:prstGeom prst="rect">
              <a:avLst/>
            </a:prstGeom>
          </p:spPr>
          <p:txBody>
            <a:bodyPr lIns="0" tIns="0" rIns="0" bIns="0" rtlCol="0" anchor="t">
              <a:spAutoFit/>
            </a:bodyPr>
            <a:lstStyle/>
            <a:p>
              <a:pPr algn="ctr">
                <a:lnSpc>
                  <a:spcPts val="3426"/>
                </a:lnSpc>
              </a:pPr>
              <a:r>
                <a:rPr lang="en-US" sz="2447" b="1" dirty="0">
                  <a:solidFill>
                    <a:srgbClr val="000000"/>
                  </a:solidFill>
                  <a:latin typeface="Arial MT Pro Bold"/>
                  <a:ea typeface="Arial MT Pro Bold"/>
                  <a:cs typeface="Arial MT Pro Bold"/>
                  <a:sym typeface="Arial MT Pro Bold"/>
                </a:rPr>
                <a:t>Dialect Balance:</a:t>
              </a:r>
              <a:r>
                <a:rPr lang="en-US" sz="2447" dirty="0">
                  <a:solidFill>
                    <a:srgbClr val="000000"/>
                  </a:solidFill>
                  <a:latin typeface="Arial MT Pro"/>
                  <a:ea typeface="Arial MT Pro"/>
                  <a:cs typeface="Arial MT Pro"/>
                  <a:sym typeface="Arial MT Pro"/>
                </a:rPr>
                <a:t> Stratified sampling preserves distribution across all 20 dialects.</a:t>
              </a:r>
            </a:p>
            <a:p>
              <a:pPr algn="ctr">
                <a:lnSpc>
                  <a:spcPts val="3426"/>
                </a:lnSpc>
              </a:pPr>
              <a:endParaRPr lang="en-US" sz="2447" dirty="0">
                <a:solidFill>
                  <a:srgbClr val="000000"/>
                </a:solidFill>
                <a:latin typeface="Arial MT Pro"/>
                <a:ea typeface="Arial MT Pro"/>
                <a:cs typeface="Arial MT Pro"/>
                <a:sym typeface="Arial MT Pro"/>
              </a:endParaRPr>
            </a:p>
          </p:txBody>
        </p:sp>
        <p:sp>
          <p:nvSpPr>
            <p:cNvPr id="21" name="Freeform 21">
              <a:extLst>
                <a:ext uri="{FF2B5EF4-FFF2-40B4-BE49-F238E27FC236}">
                  <a16:creationId xmlns:a16="http://schemas.microsoft.com/office/drawing/2014/main" id="{12F8758A-80EC-578A-1E3F-9AEB27F37215}"/>
                </a:ext>
              </a:extLst>
            </p:cNvPr>
            <p:cNvSpPr/>
            <p:nvPr/>
          </p:nvSpPr>
          <p:spPr>
            <a:xfrm>
              <a:off x="1710182" y="10218985"/>
              <a:ext cx="358908" cy="447445"/>
            </a:xfrm>
            <a:custGeom>
              <a:avLst/>
              <a:gdLst/>
              <a:ahLst/>
              <a:cxnLst/>
              <a:rect l="l" t="t" r="r" b="b"/>
              <a:pathLst>
                <a:path w="358908" h="447445">
                  <a:moveTo>
                    <a:pt x="0" y="0"/>
                  </a:moveTo>
                  <a:lnTo>
                    <a:pt x="358908" y="0"/>
                  </a:lnTo>
                  <a:lnTo>
                    <a:pt x="358908" y="447445"/>
                  </a:lnTo>
                  <a:lnTo>
                    <a:pt x="0" y="447445"/>
                  </a:lnTo>
                  <a:lnTo>
                    <a:pt x="0" y="0"/>
                  </a:lnTo>
                  <a:close/>
                </a:path>
              </a:pathLst>
            </a:custGeom>
            <a:blipFill>
              <a:blip r:embed="rId4">
                <a:extLst>
                  <a:ext uri="{96DAC541-7B7A-43D3-8B79-37D633B846F1}">
                    <asvg:svgBlip xmlns:asvg="http://schemas.microsoft.com/office/drawing/2016/SVG/main" r:embed="rId5"/>
                  </a:ext>
                </a:extLst>
              </a:blip>
              <a:stretch>
                <a:fillRect t="-133" b="-133"/>
              </a:stretch>
            </a:blipFill>
          </p:spPr>
          <p:txBody>
            <a:bodyPr/>
            <a:lstStyle/>
            <a:p>
              <a:endParaRPr lang="en-US"/>
            </a:p>
          </p:txBody>
        </p:sp>
      </p:grpSp>
      <p:sp>
        <p:nvSpPr>
          <p:cNvPr id="23" name="TextBox 18">
            <a:extLst>
              <a:ext uri="{FF2B5EF4-FFF2-40B4-BE49-F238E27FC236}">
                <a16:creationId xmlns:a16="http://schemas.microsoft.com/office/drawing/2014/main" id="{5897DB62-F49E-B305-599A-BC278C5E78D1}"/>
              </a:ext>
            </a:extLst>
          </p:cNvPr>
          <p:cNvSpPr txBox="1"/>
          <p:nvPr/>
        </p:nvSpPr>
        <p:spPr>
          <a:xfrm>
            <a:off x="1625223" y="7047696"/>
            <a:ext cx="5506541" cy="527132"/>
          </a:xfrm>
          <a:prstGeom prst="rect">
            <a:avLst/>
          </a:prstGeom>
        </p:spPr>
        <p:txBody>
          <a:bodyPr lIns="0" tIns="0" rIns="0" bIns="0" rtlCol="0" anchor="t">
            <a:spAutoFit/>
          </a:bodyPr>
          <a:lstStyle/>
          <a:p>
            <a:pPr algn="l">
              <a:lnSpc>
                <a:spcPts val="4365"/>
              </a:lnSpc>
            </a:pPr>
            <a:r>
              <a:rPr lang="en-US" sz="3200" b="1" dirty="0"/>
              <a:t>Dynamic Construction</a:t>
            </a:r>
            <a:endParaRPr lang="en-US" sz="3117" b="1" spc="-61" dirty="0">
              <a:solidFill>
                <a:srgbClr val="1C191A"/>
              </a:solidFill>
              <a:latin typeface="Lato Bold"/>
              <a:ea typeface="Lato Bold"/>
              <a:cs typeface="Lato Bold"/>
              <a:sym typeface="Lato Bold"/>
            </a:endParaRPr>
          </a:p>
        </p:txBody>
      </p:sp>
      <p:sp>
        <p:nvSpPr>
          <p:cNvPr id="24" name="TextBox 17">
            <a:extLst>
              <a:ext uri="{FF2B5EF4-FFF2-40B4-BE49-F238E27FC236}">
                <a16:creationId xmlns:a16="http://schemas.microsoft.com/office/drawing/2014/main" id="{B95FD280-D605-7847-70CE-B85FA24CF08F}"/>
              </a:ext>
            </a:extLst>
          </p:cNvPr>
          <p:cNvSpPr txBox="1"/>
          <p:nvPr/>
        </p:nvSpPr>
        <p:spPr>
          <a:xfrm>
            <a:off x="340330" y="7090303"/>
            <a:ext cx="1023839" cy="461665"/>
          </a:xfrm>
          <a:prstGeom prst="rect">
            <a:avLst/>
          </a:prstGeom>
        </p:spPr>
        <p:txBody>
          <a:bodyPr lIns="0" tIns="0" rIns="0" bIns="0" rtlCol="0" anchor="t">
            <a:spAutoFit/>
          </a:bodyPr>
          <a:lstStyle/>
          <a:p>
            <a:pPr algn="r">
              <a:lnSpc>
                <a:spcPts val="3600"/>
              </a:lnSpc>
            </a:pPr>
            <a:r>
              <a:rPr lang="en-US" sz="3600" dirty="0">
                <a:solidFill>
                  <a:srgbClr val="7C898B"/>
                </a:solidFill>
                <a:latin typeface="Lato"/>
                <a:ea typeface="Lato"/>
                <a:cs typeface="Lato"/>
                <a:sym typeface="Lato"/>
              </a:rPr>
              <a:t>04</a:t>
            </a:r>
          </a:p>
        </p:txBody>
      </p:sp>
      <p:sp>
        <p:nvSpPr>
          <p:cNvPr id="30" name="Rectangle 2">
            <a:extLst>
              <a:ext uri="{FF2B5EF4-FFF2-40B4-BE49-F238E27FC236}">
                <a16:creationId xmlns:a16="http://schemas.microsoft.com/office/drawing/2014/main" id="{408EBD38-55C2-8D59-FEAE-813024A79C91}"/>
              </a:ext>
            </a:extLst>
          </p:cNvPr>
          <p:cNvSpPr>
            <a:spLocks noChangeArrowheads="1"/>
          </p:cNvSpPr>
          <p:nvPr/>
        </p:nvSpPr>
        <p:spPr bwMode="auto">
          <a:xfrm>
            <a:off x="1905000" y="7962549"/>
            <a:ext cx="8744649" cy="10310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1" i="0" u="none" strike="noStrike" cap="none" normalizeH="0" baseline="0" dirty="0">
                <a:ln>
                  <a:noFill/>
                </a:ln>
                <a:solidFill>
                  <a:schemeClr val="tx1"/>
                </a:solidFill>
                <a:effectLst/>
                <a:latin typeface="Google Sans Text"/>
              </a:rPr>
              <a:t>custom data collator</a:t>
            </a:r>
            <a:r>
              <a:rPr kumimoji="0" lang="en-US" altLang="en-US" sz="3200" b="0" i="0" u="none" strike="noStrike" cap="none" normalizeH="0" baseline="0" dirty="0">
                <a:ln>
                  <a:noFill/>
                </a:ln>
                <a:solidFill>
                  <a:schemeClr val="tx1"/>
                </a:solidFill>
                <a:effectLst/>
              </a:rPr>
              <a:t> for </a:t>
            </a:r>
            <a:r>
              <a:rPr kumimoji="0" lang="en-US" altLang="en-US" sz="3200" b="1" i="0" u="none" strike="noStrike" cap="none" normalizeH="0" baseline="0" dirty="0">
                <a:ln>
                  <a:noFill/>
                </a:ln>
                <a:solidFill>
                  <a:schemeClr val="tx1"/>
                </a:solidFill>
                <a:effectLst/>
                <a:latin typeface="Google Sans Text"/>
              </a:rPr>
              <a:t>batch-level dynamic padding and masking (-100).</a:t>
            </a: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995756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914257E-1E2A-4AC7-89EC-1FB65C9C0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00" cy="10287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03E1C8F1-97F5-489C-8308-958F096572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16904004" cy="3012958"/>
          </a:xfrm>
          <a:custGeom>
            <a:avLst/>
            <a:gdLst>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296127 w 11269336"/>
              <a:gd name="connsiteY139" fmla="*/ 2023208 h 2323145"/>
              <a:gd name="connsiteX140" fmla="*/ 5174645 w 11269336"/>
              <a:gd name="connsiteY140" fmla="*/ 2088358 h 2323145"/>
              <a:gd name="connsiteX141" fmla="*/ 5092476 w 11269336"/>
              <a:gd name="connsiteY141" fmla="*/ 2100737 h 2323145"/>
              <a:gd name="connsiteX142" fmla="*/ 5060738 w 11269336"/>
              <a:gd name="connsiteY142" fmla="*/ 2083274 h 2323145"/>
              <a:gd name="connsiteX143" fmla="*/ 4860988 w 11269336"/>
              <a:gd name="connsiteY143" fmla="*/ 2135698 h 2323145"/>
              <a:gd name="connsiteX144" fmla="*/ 4807902 w 11269336"/>
              <a:gd name="connsiteY144" fmla="*/ 2138894 h 2323145"/>
              <a:gd name="connsiteX145" fmla="*/ 4765388 w 11269336"/>
              <a:gd name="connsiteY145" fmla="*/ 2162525 h 2323145"/>
              <a:gd name="connsiteX146" fmla="*/ 4745033 w 11269336"/>
              <a:gd name="connsiteY146" fmla="*/ 2158859 h 2323145"/>
              <a:gd name="connsiteX147" fmla="*/ 4741475 w 11269336"/>
              <a:gd name="connsiteY147" fmla="*/ 2157998 h 2323145"/>
              <a:gd name="connsiteX148" fmla="*/ 4728247 w 11269336"/>
              <a:gd name="connsiteY148" fmla="*/ 2159526 h 2323145"/>
              <a:gd name="connsiteX149" fmla="*/ 4723263 w 11269336"/>
              <a:gd name="connsiteY149" fmla="*/ 2153742 h 2323145"/>
              <a:gd name="connsiteX150" fmla="*/ 4702453 w 11269336"/>
              <a:gd name="connsiteY150" fmla="*/ 2151586 h 2323145"/>
              <a:gd name="connsiteX151" fmla="*/ 4678455 w 11269336"/>
              <a:gd name="connsiteY151" fmla="*/ 2156131 h 2323145"/>
              <a:gd name="connsiteX152" fmla="*/ 4593061 w 11269336"/>
              <a:gd name="connsiteY152" fmla="*/ 2171597 h 2323145"/>
              <a:gd name="connsiteX153" fmla="*/ 4579902 w 11269336"/>
              <a:gd name="connsiteY153" fmla="*/ 2177927 h 2323145"/>
              <a:gd name="connsiteX154" fmla="*/ 4533444 w 11269336"/>
              <a:gd name="connsiteY154" fmla="*/ 2181200 h 2323145"/>
              <a:gd name="connsiteX155" fmla="*/ 4492832 w 11269336"/>
              <a:gd name="connsiteY155" fmla="*/ 2188033 h 2323145"/>
              <a:gd name="connsiteX156" fmla="*/ 4467257 w 11269336"/>
              <a:gd name="connsiteY156" fmla="*/ 2196121 h 2323145"/>
              <a:gd name="connsiteX157" fmla="*/ 4459937 w 11269336"/>
              <a:gd name="connsiteY157" fmla="*/ 2195182 h 2323145"/>
              <a:gd name="connsiteX158" fmla="*/ 4433312 w 11269336"/>
              <a:gd name="connsiteY158" fmla="*/ 2199004 h 2323145"/>
              <a:gd name="connsiteX159" fmla="*/ 4420601 w 11269336"/>
              <a:gd name="connsiteY159" fmla="*/ 2205158 h 2323145"/>
              <a:gd name="connsiteX160" fmla="*/ 4405765 w 11269336"/>
              <a:gd name="connsiteY160" fmla="*/ 2199902 h 2323145"/>
              <a:gd name="connsiteX161" fmla="*/ 4401354 w 11269336"/>
              <a:gd name="connsiteY161" fmla="*/ 2194745 h 2323145"/>
              <a:gd name="connsiteX162" fmla="*/ 4383151 w 11269336"/>
              <a:gd name="connsiteY162" fmla="*/ 2201140 h 2323145"/>
              <a:gd name="connsiteX163" fmla="*/ 4366646 w 11269336"/>
              <a:gd name="connsiteY163" fmla="*/ 2198564 h 2323145"/>
              <a:gd name="connsiteX164" fmla="*/ 4354009 w 11269336"/>
              <a:gd name="connsiteY164" fmla="*/ 2204984 h 2323145"/>
              <a:gd name="connsiteX165" fmla="*/ 4348284 w 11269336"/>
              <a:gd name="connsiteY165" fmla="*/ 2205270 h 2323145"/>
              <a:gd name="connsiteX166" fmla="*/ 4333906 w 11269336"/>
              <a:gd name="connsiteY166" fmla="*/ 2205251 h 2323145"/>
              <a:gd name="connsiteX167" fmla="*/ 4308819 w 11269336"/>
              <a:gd name="connsiteY167" fmla="*/ 2203822 h 2323145"/>
              <a:gd name="connsiteX168" fmla="*/ 4301210 w 11269336"/>
              <a:gd name="connsiteY168" fmla="*/ 2204456 h 2323145"/>
              <a:gd name="connsiteX169" fmla="*/ 4283095 w 11269336"/>
              <a:gd name="connsiteY169" fmla="*/ 2198177 h 2323145"/>
              <a:gd name="connsiteX170" fmla="*/ 4250119 w 11269336"/>
              <a:gd name="connsiteY170" fmla="*/ 2196342 h 2323145"/>
              <a:gd name="connsiteX171" fmla="*/ 4189203 w 11269336"/>
              <a:gd name="connsiteY171" fmla="*/ 2178994 h 2323145"/>
              <a:gd name="connsiteX172" fmla="*/ 4154035 w 11269336"/>
              <a:gd name="connsiteY172" fmla="*/ 2171950 h 2323145"/>
              <a:gd name="connsiteX173" fmla="*/ 4129569 w 11269336"/>
              <a:gd name="connsiteY173" fmla="*/ 2163850 h 2323145"/>
              <a:gd name="connsiteX174" fmla="*/ 4061250 w 11269336"/>
              <a:gd name="connsiteY174" fmla="*/ 2159236 h 2323145"/>
              <a:gd name="connsiteX175" fmla="*/ 3945480 w 11269336"/>
              <a:gd name="connsiteY175" fmla="*/ 2158279 h 2323145"/>
              <a:gd name="connsiteX176" fmla="*/ 3921468 w 11269336"/>
              <a:gd name="connsiteY176" fmla="*/ 2156588 h 2323145"/>
              <a:gd name="connsiteX177" fmla="*/ 3903348 w 11269336"/>
              <a:gd name="connsiteY177" fmla="*/ 2149220 h 2323145"/>
              <a:gd name="connsiteX178" fmla="*/ 3901342 w 11269336"/>
              <a:gd name="connsiteY178" fmla="*/ 2142355 h 2323145"/>
              <a:gd name="connsiteX179" fmla="*/ 3888539 w 11269336"/>
              <a:gd name="connsiteY179" fmla="*/ 2140476 h 2323145"/>
              <a:gd name="connsiteX180" fmla="*/ 3885662 w 11269336"/>
              <a:gd name="connsiteY180" fmla="*/ 2138740 h 2323145"/>
              <a:gd name="connsiteX181" fmla="*/ 3868627 w 11269336"/>
              <a:gd name="connsiteY181" fmla="*/ 2130023 h 2323145"/>
              <a:gd name="connsiteX182" fmla="*/ 3819177 w 11269336"/>
              <a:gd name="connsiteY182" fmla="*/ 2142111 h 2323145"/>
              <a:gd name="connsiteX183" fmla="*/ 3769100 w 11269336"/>
              <a:gd name="connsiteY183" fmla="*/ 2131731 h 2323145"/>
              <a:gd name="connsiteX184" fmla="*/ 3562752 w 11269336"/>
              <a:gd name="connsiteY184" fmla="*/ 2131785 h 2323145"/>
              <a:gd name="connsiteX185" fmla="*/ 3541402 w 11269336"/>
              <a:gd name="connsiteY185" fmla="*/ 2106821 h 2323145"/>
              <a:gd name="connsiteX186" fmla="*/ 3460591 w 11269336"/>
              <a:gd name="connsiteY186" fmla="*/ 2097951 h 2323145"/>
              <a:gd name="connsiteX187" fmla="*/ 3320348 w 11269336"/>
              <a:gd name="connsiteY187" fmla="*/ 2130191 h 2323145"/>
              <a:gd name="connsiteX188" fmla="*/ 3170922 w 11269336"/>
              <a:gd name="connsiteY188" fmla="*/ 2115957 h 2323145"/>
              <a:gd name="connsiteX189" fmla="*/ 3156256 w 11269336"/>
              <a:gd name="connsiteY189" fmla="*/ 2124773 h 2323145"/>
              <a:gd name="connsiteX190" fmla="*/ 3140298 w 11269336"/>
              <a:gd name="connsiteY190" fmla="*/ 2129182 h 2323145"/>
              <a:gd name="connsiteX191" fmla="*/ 3138514 w 11269336"/>
              <a:gd name="connsiteY191" fmla="*/ 2128069 h 2323145"/>
              <a:gd name="connsiteX192" fmla="*/ 3120467 w 11269336"/>
              <a:gd name="connsiteY192" fmla="*/ 2128281 h 2323145"/>
              <a:gd name="connsiteX193" fmla="*/ 3116175 w 11269336"/>
              <a:gd name="connsiteY193" fmla="*/ 2131633 h 2323145"/>
              <a:gd name="connsiteX194" fmla="*/ 3103685 w 11269336"/>
              <a:gd name="connsiteY194" fmla="*/ 2132814 h 2323145"/>
              <a:gd name="connsiteX195" fmla="*/ 3078794 w 11269336"/>
              <a:gd name="connsiteY195" fmla="*/ 2137935 h 2323145"/>
              <a:gd name="connsiteX196" fmla="*/ 3074407 w 11269336"/>
              <a:gd name="connsiteY196" fmla="*/ 2136274 h 2323145"/>
              <a:gd name="connsiteX197" fmla="*/ 3037285 w 11269336"/>
              <a:gd name="connsiteY197" fmla="*/ 2139919 h 2323145"/>
              <a:gd name="connsiteX198" fmla="*/ 3036901 w 11269336"/>
              <a:gd name="connsiteY198" fmla="*/ 2138726 h 2323145"/>
              <a:gd name="connsiteX199" fmla="*/ 3026996 w 11269336"/>
              <a:gd name="connsiteY199" fmla="*/ 2134322 h 2323145"/>
              <a:gd name="connsiteX200" fmla="*/ 3007772 w 11269336"/>
              <a:gd name="connsiteY200" fmla="*/ 2128742 h 2323145"/>
              <a:gd name="connsiteX201" fmla="*/ 2965030 w 11269336"/>
              <a:gd name="connsiteY201" fmla="*/ 2100494 h 2323145"/>
              <a:gd name="connsiteX202" fmla="*/ 2926342 w 11269336"/>
              <a:gd name="connsiteY202" fmla="*/ 2104155 h 2323145"/>
              <a:gd name="connsiteX203" fmla="*/ 2918608 w 11269336"/>
              <a:gd name="connsiteY203" fmla="*/ 2104215 h 2323145"/>
              <a:gd name="connsiteX204" fmla="*/ 2918475 w 11269336"/>
              <a:gd name="connsiteY204" fmla="*/ 2103937 h 2323145"/>
              <a:gd name="connsiteX205" fmla="*/ 2910360 w 11269336"/>
              <a:gd name="connsiteY205" fmla="*/ 2103444 h 2323145"/>
              <a:gd name="connsiteX206" fmla="*/ 2904507 w 11269336"/>
              <a:gd name="connsiteY206" fmla="*/ 2104326 h 2323145"/>
              <a:gd name="connsiteX207" fmla="*/ 2889503 w 11269336"/>
              <a:gd name="connsiteY207" fmla="*/ 2104443 h 2323145"/>
              <a:gd name="connsiteX208" fmla="*/ 2884480 w 11269336"/>
              <a:gd name="connsiteY208" fmla="*/ 2102626 h 2323145"/>
              <a:gd name="connsiteX209" fmla="*/ 2882689 w 11269336"/>
              <a:gd name="connsiteY209" fmla="*/ 2099228 h 2323145"/>
              <a:gd name="connsiteX210" fmla="*/ 2881291 w 11269336"/>
              <a:gd name="connsiteY210" fmla="*/ 2099618 h 2323145"/>
              <a:gd name="connsiteX211" fmla="*/ 2853979 w 11269336"/>
              <a:gd name="connsiteY211" fmla="*/ 2090388 h 2323145"/>
              <a:gd name="connsiteX212" fmla="*/ 2791790 w 11269336"/>
              <a:gd name="connsiteY212" fmla="*/ 2080332 h 2323145"/>
              <a:gd name="connsiteX213" fmla="*/ 2755844 w 11269336"/>
              <a:gd name="connsiteY213" fmla="*/ 2078874 h 2323145"/>
              <a:gd name="connsiteX214" fmla="*/ 2657742 w 11269336"/>
              <a:gd name="connsiteY214" fmla="*/ 2070179 h 2323145"/>
              <a:gd name="connsiteX215" fmla="*/ 2559549 w 11269336"/>
              <a:gd name="connsiteY215" fmla="*/ 2057873 h 2323145"/>
              <a:gd name="connsiteX216" fmla="*/ 2512054 w 11269336"/>
              <a:gd name="connsiteY216" fmla="*/ 2031671 h 2323145"/>
              <a:gd name="connsiteX217" fmla="*/ 2506437 w 11269336"/>
              <a:gd name="connsiteY217" fmla="*/ 2030918 h 2323145"/>
              <a:gd name="connsiteX218" fmla="*/ 2491752 w 11269336"/>
              <a:gd name="connsiteY218" fmla="*/ 2033906 h 2323145"/>
              <a:gd name="connsiteX219" fmla="*/ 2486338 w 11269336"/>
              <a:gd name="connsiteY219" fmla="*/ 2035862 h 2323145"/>
              <a:gd name="connsiteX220" fmla="*/ 2478186 w 11269336"/>
              <a:gd name="connsiteY220" fmla="*/ 2036953 h 2323145"/>
              <a:gd name="connsiteX221" fmla="*/ 2477950 w 11269336"/>
              <a:gd name="connsiteY221" fmla="*/ 2036715 h 2323145"/>
              <a:gd name="connsiteX222" fmla="*/ 2470381 w 11269336"/>
              <a:gd name="connsiteY222" fmla="*/ 2038256 h 2323145"/>
              <a:gd name="connsiteX223" fmla="*/ 2433781 w 11269336"/>
              <a:gd name="connsiteY223" fmla="*/ 2049140 h 2323145"/>
              <a:gd name="connsiteX224" fmla="*/ 2381172 w 11269336"/>
              <a:gd name="connsiteY224" fmla="*/ 2030645 h 2323145"/>
              <a:gd name="connsiteX225" fmla="*/ 2360198 w 11269336"/>
              <a:gd name="connsiteY225" fmla="*/ 2029059 h 2323145"/>
              <a:gd name="connsiteX226" fmla="*/ 2348815 w 11269336"/>
              <a:gd name="connsiteY226" fmla="*/ 2026798 h 2323145"/>
              <a:gd name="connsiteX227" fmla="*/ 2347988 w 11269336"/>
              <a:gd name="connsiteY227" fmla="*/ 2025745 h 2323145"/>
              <a:gd name="connsiteX228" fmla="*/ 2312920 w 11269336"/>
              <a:gd name="connsiteY228" fmla="*/ 2036311 h 2323145"/>
              <a:gd name="connsiteX229" fmla="*/ 2307986 w 11269336"/>
              <a:gd name="connsiteY229" fmla="*/ 2035583 h 2323145"/>
              <a:gd name="connsiteX230" fmla="*/ 2285481 w 11269336"/>
              <a:gd name="connsiteY230" fmla="*/ 2045197 h 2323145"/>
              <a:gd name="connsiteX231" fmla="*/ 2273666 w 11269336"/>
              <a:gd name="connsiteY231" fmla="*/ 2048710 h 2323145"/>
              <a:gd name="connsiteX232" fmla="*/ 2270719 w 11269336"/>
              <a:gd name="connsiteY232" fmla="*/ 2052702 h 2323145"/>
              <a:gd name="connsiteX233" fmla="*/ 2253080 w 11269336"/>
              <a:gd name="connsiteY233" fmla="*/ 2056363 h 2323145"/>
              <a:gd name="connsiteX234" fmla="*/ 2250906 w 11269336"/>
              <a:gd name="connsiteY234" fmla="*/ 2055654 h 2323145"/>
              <a:gd name="connsiteX235" fmla="*/ 2236905 w 11269336"/>
              <a:gd name="connsiteY235" fmla="*/ 2062882 h 2323145"/>
              <a:gd name="connsiteX236" fmla="*/ 2225830 w 11269336"/>
              <a:gd name="connsiteY236" fmla="*/ 2074027 h 2323145"/>
              <a:gd name="connsiteX237" fmla="*/ 2073776 w 11269336"/>
              <a:gd name="connsiteY237" fmla="*/ 2089244 h 2323145"/>
              <a:gd name="connsiteX238" fmla="*/ 1948256 w 11269336"/>
              <a:gd name="connsiteY238" fmla="*/ 2146616 h 2323145"/>
              <a:gd name="connsiteX239" fmla="*/ 1865582 w 11269336"/>
              <a:gd name="connsiteY239" fmla="*/ 2153738 h 2323145"/>
              <a:gd name="connsiteX240" fmla="*/ 1835210 w 11269336"/>
              <a:gd name="connsiteY240" fmla="*/ 2134244 h 2323145"/>
              <a:gd name="connsiteX241" fmla="*/ 1632661 w 11269336"/>
              <a:gd name="connsiteY241" fmla="*/ 2173882 h 2323145"/>
              <a:gd name="connsiteX242" fmla="*/ 1579590 w 11269336"/>
              <a:gd name="connsiteY242" fmla="*/ 2173680 h 2323145"/>
              <a:gd name="connsiteX243" fmla="*/ 1535601 w 11269336"/>
              <a:gd name="connsiteY243" fmla="*/ 2194590 h 2323145"/>
              <a:gd name="connsiteX244" fmla="*/ 1515594 w 11269336"/>
              <a:gd name="connsiteY244" fmla="*/ 2189622 h 2323145"/>
              <a:gd name="connsiteX245" fmla="*/ 1512113 w 11269336"/>
              <a:gd name="connsiteY245" fmla="*/ 2188534 h 2323145"/>
              <a:gd name="connsiteX246" fmla="*/ 1498838 w 11269336"/>
              <a:gd name="connsiteY246" fmla="*/ 2189213 h 2323145"/>
              <a:gd name="connsiteX247" fmla="*/ 1494279 w 11269336"/>
              <a:gd name="connsiteY247" fmla="*/ 2183112 h 2323145"/>
              <a:gd name="connsiteX248" fmla="*/ 1473714 w 11269336"/>
              <a:gd name="connsiteY248" fmla="*/ 2179625 h 2323145"/>
              <a:gd name="connsiteX249" fmla="*/ 1449503 w 11269336"/>
              <a:gd name="connsiteY249" fmla="*/ 2182633 h 2323145"/>
              <a:gd name="connsiteX250" fmla="*/ 1335495 w 11269336"/>
              <a:gd name="connsiteY250" fmla="*/ 2203940 h 2323145"/>
              <a:gd name="connsiteX251" fmla="*/ 1266687 w 11269336"/>
              <a:gd name="connsiteY251" fmla="*/ 2212688 h 2323145"/>
              <a:gd name="connsiteX252" fmla="*/ 1239614 w 11269336"/>
              <a:gd name="connsiteY252" fmla="*/ 2209727 h 2323145"/>
              <a:gd name="connsiteX253" fmla="*/ 1202436 w 11269336"/>
              <a:gd name="connsiteY253" fmla="*/ 2209817 h 2323145"/>
              <a:gd name="connsiteX254" fmla="*/ 1136097 w 11269336"/>
              <a:gd name="connsiteY254" fmla="*/ 2205112 h 2323145"/>
              <a:gd name="connsiteX255" fmla="*/ 1048229 w 11269336"/>
              <a:gd name="connsiteY255" fmla="*/ 2207249 h 2323145"/>
              <a:gd name="connsiteX256" fmla="*/ 988232 w 11269336"/>
              <a:gd name="connsiteY256" fmla="*/ 2235635 h 2323145"/>
              <a:gd name="connsiteX257" fmla="*/ 981959 w 11269336"/>
              <a:gd name="connsiteY257" fmla="*/ 2231607 h 2323145"/>
              <a:gd name="connsiteX258" fmla="*/ 938600 w 11269336"/>
              <a:gd name="connsiteY258" fmla="*/ 2238113 h 2323145"/>
              <a:gd name="connsiteX259" fmla="*/ 791788 w 11269336"/>
              <a:gd name="connsiteY259" fmla="*/ 2293224 h 2323145"/>
              <a:gd name="connsiteX260" fmla="*/ 706914 w 11269336"/>
              <a:gd name="connsiteY260" fmla="*/ 2305046 h 2323145"/>
              <a:gd name="connsiteX261" fmla="*/ 675971 w 11269336"/>
              <a:gd name="connsiteY261" fmla="*/ 2304030 h 2323145"/>
              <a:gd name="connsiteX262" fmla="*/ 624180 w 11269336"/>
              <a:gd name="connsiteY262" fmla="*/ 2302650 h 2323145"/>
              <a:gd name="connsiteX263" fmla="*/ 583453 w 11269336"/>
              <a:gd name="connsiteY263" fmla="*/ 2288788 h 2323145"/>
              <a:gd name="connsiteX264" fmla="*/ 540946 w 11269336"/>
              <a:gd name="connsiteY264" fmla="*/ 2292721 h 2323145"/>
              <a:gd name="connsiteX265" fmla="*/ 533680 w 11269336"/>
              <a:gd name="connsiteY265" fmla="*/ 2310233 h 2323145"/>
              <a:gd name="connsiteX266" fmla="*/ 487366 w 11269336"/>
              <a:gd name="connsiteY266" fmla="*/ 2309053 h 2323145"/>
              <a:gd name="connsiteX267" fmla="*/ 416820 w 11269336"/>
              <a:gd name="connsiteY267" fmla="*/ 2305443 h 2323145"/>
              <a:gd name="connsiteX268" fmla="*/ 376805 w 11269336"/>
              <a:gd name="connsiteY268" fmla="*/ 2307647 h 2323145"/>
              <a:gd name="connsiteX269" fmla="*/ 266777 w 11269336"/>
              <a:gd name="connsiteY269" fmla="*/ 2309012 h 2323145"/>
              <a:gd name="connsiteX270" fmla="*/ 156013 w 11269336"/>
              <a:gd name="connsiteY270" fmla="*/ 2306832 h 2323145"/>
              <a:gd name="connsiteX271" fmla="*/ 87258 w 11269336"/>
              <a:gd name="connsiteY271" fmla="*/ 2285511 h 2323145"/>
              <a:gd name="connsiteX272" fmla="*/ 23798 w 11269336"/>
              <a:gd name="connsiteY272" fmla="*/ 2281822 h 2323145"/>
              <a:gd name="connsiteX273" fmla="*/ 0 w 11269336"/>
              <a:gd name="connsiteY273" fmla="*/ 2285369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296127 w 11269336"/>
              <a:gd name="connsiteY139" fmla="*/ 2023208 h 2323145"/>
              <a:gd name="connsiteX140" fmla="*/ 5092476 w 11269336"/>
              <a:gd name="connsiteY140" fmla="*/ 2100737 h 2323145"/>
              <a:gd name="connsiteX141" fmla="*/ 5060738 w 11269336"/>
              <a:gd name="connsiteY141" fmla="*/ 2083274 h 2323145"/>
              <a:gd name="connsiteX142" fmla="*/ 4860988 w 11269336"/>
              <a:gd name="connsiteY142" fmla="*/ 2135698 h 2323145"/>
              <a:gd name="connsiteX143" fmla="*/ 4807902 w 11269336"/>
              <a:gd name="connsiteY143" fmla="*/ 2138894 h 2323145"/>
              <a:gd name="connsiteX144" fmla="*/ 4765388 w 11269336"/>
              <a:gd name="connsiteY144" fmla="*/ 2162525 h 2323145"/>
              <a:gd name="connsiteX145" fmla="*/ 4745033 w 11269336"/>
              <a:gd name="connsiteY145" fmla="*/ 2158859 h 2323145"/>
              <a:gd name="connsiteX146" fmla="*/ 4741475 w 11269336"/>
              <a:gd name="connsiteY146" fmla="*/ 2157998 h 2323145"/>
              <a:gd name="connsiteX147" fmla="*/ 4728247 w 11269336"/>
              <a:gd name="connsiteY147" fmla="*/ 2159526 h 2323145"/>
              <a:gd name="connsiteX148" fmla="*/ 4723263 w 11269336"/>
              <a:gd name="connsiteY148" fmla="*/ 2153742 h 2323145"/>
              <a:gd name="connsiteX149" fmla="*/ 4702453 w 11269336"/>
              <a:gd name="connsiteY149" fmla="*/ 2151586 h 2323145"/>
              <a:gd name="connsiteX150" fmla="*/ 4678455 w 11269336"/>
              <a:gd name="connsiteY150" fmla="*/ 2156131 h 2323145"/>
              <a:gd name="connsiteX151" fmla="*/ 4593061 w 11269336"/>
              <a:gd name="connsiteY151" fmla="*/ 2171597 h 2323145"/>
              <a:gd name="connsiteX152" fmla="*/ 4579902 w 11269336"/>
              <a:gd name="connsiteY152" fmla="*/ 2177927 h 2323145"/>
              <a:gd name="connsiteX153" fmla="*/ 4533444 w 11269336"/>
              <a:gd name="connsiteY153" fmla="*/ 2181200 h 2323145"/>
              <a:gd name="connsiteX154" fmla="*/ 4492832 w 11269336"/>
              <a:gd name="connsiteY154" fmla="*/ 2188033 h 2323145"/>
              <a:gd name="connsiteX155" fmla="*/ 4467257 w 11269336"/>
              <a:gd name="connsiteY155" fmla="*/ 2196121 h 2323145"/>
              <a:gd name="connsiteX156" fmla="*/ 4459937 w 11269336"/>
              <a:gd name="connsiteY156" fmla="*/ 2195182 h 2323145"/>
              <a:gd name="connsiteX157" fmla="*/ 4433312 w 11269336"/>
              <a:gd name="connsiteY157" fmla="*/ 2199004 h 2323145"/>
              <a:gd name="connsiteX158" fmla="*/ 4420601 w 11269336"/>
              <a:gd name="connsiteY158" fmla="*/ 2205158 h 2323145"/>
              <a:gd name="connsiteX159" fmla="*/ 4405765 w 11269336"/>
              <a:gd name="connsiteY159" fmla="*/ 2199902 h 2323145"/>
              <a:gd name="connsiteX160" fmla="*/ 4401354 w 11269336"/>
              <a:gd name="connsiteY160" fmla="*/ 2194745 h 2323145"/>
              <a:gd name="connsiteX161" fmla="*/ 4383151 w 11269336"/>
              <a:gd name="connsiteY161" fmla="*/ 2201140 h 2323145"/>
              <a:gd name="connsiteX162" fmla="*/ 4366646 w 11269336"/>
              <a:gd name="connsiteY162" fmla="*/ 2198564 h 2323145"/>
              <a:gd name="connsiteX163" fmla="*/ 4354009 w 11269336"/>
              <a:gd name="connsiteY163" fmla="*/ 2204984 h 2323145"/>
              <a:gd name="connsiteX164" fmla="*/ 4348284 w 11269336"/>
              <a:gd name="connsiteY164" fmla="*/ 2205270 h 2323145"/>
              <a:gd name="connsiteX165" fmla="*/ 4333906 w 11269336"/>
              <a:gd name="connsiteY165" fmla="*/ 2205251 h 2323145"/>
              <a:gd name="connsiteX166" fmla="*/ 4308819 w 11269336"/>
              <a:gd name="connsiteY166" fmla="*/ 2203822 h 2323145"/>
              <a:gd name="connsiteX167" fmla="*/ 4301210 w 11269336"/>
              <a:gd name="connsiteY167" fmla="*/ 2204456 h 2323145"/>
              <a:gd name="connsiteX168" fmla="*/ 4283095 w 11269336"/>
              <a:gd name="connsiteY168" fmla="*/ 2198177 h 2323145"/>
              <a:gd name="connsiteX169" fmla="*/ 4250119 w 11269336"/>
              <a:gd name="connsiteY169" fmla="*/ 2196342 h 2323145"/>
              <a:gd name="connsiteX170" fmla="*/ 4189203 w 11269336"/>
              <a:gd name="connsiteY170" fmla="*/ 2178994 h 2323145"/>
              <a:gd name="connsiteX171" fmla="*/ 4154035 w 11269336"/>
              <a:gd name="connsiteY171" fmla="*/ 2171950 h 2323145"/>
              <a:gd name="connsiteX172" fmla="*/ 4129569 w 11269336"/>
              <a:gd name="connsiteY172" fmla="*/ 2163850 h 2323145"/>
              <a:gd name="connsiteX173" fmla="*/ 4061250 w 11269336"/>
              <a:gd name="connsiteY173" fmla="*/ 2159236 h 2323145"/>
              <a:gd name="connsiteX174" fmla="*/ 3945480 w 11269336"/>
              <a:gd name="connsiteY174" fmla="*/ 2158279 h 2323145"/>
              <a:gd name="connsiteX175" fmla="*/ 3921468 w 11269336"/>
              <a:gd name="connsiteY175" fmla="*/ 2156588 h 2323145"/>
              <a:gd name="connsiteX176" fmla="*/ 3903348 w 11269336"/>
              <a:gd name="connsiteY176" fmla="*/ 2149220 h 2323145"/>
              <a:gd name="connsiteX177" fmla="*/ 3901342 w 11269336"/>
              <a:gd name="connsiteY177" fmla="*/ 2142355 h 2323145"/>
              <a:gd name="connsiteX178" fmla="*/ 3888539 w 11269336"/>
              <a:gd name="connsiteY178" fmla="*/ 2140476 h 2323145"/>
              <a:gd name="connsiteX179" fmla="*/ 3885662 w 11269336"/>
              <a:gd name="connsiteY179" fmla="*/ 2138740 h 2323145"/>
              <a:gd name="connsiteX180" fmla="*/ 3868627 w 11269336"/>
              <a:gd name="connsiteY180" fmla="*/ 2130023 h 2323145"/>
              <a:gd name="connsiteX181" fmla="*/ 3819177 w 11269336"/>
              <a:gd name="connsiteY181" fmla="*/ 2142111 h 2323145"/>
              <a:gd name="connsiteX182" fmla="*/ 3769100 w 11269336"/>
              <a:gd name="connsiteY182" fmla="*/ 2131731 h 2323145"/>
              <a:gd name="connsiteX183" fmla="*/ 3562752 w 11269336"/>
              <a:gd name="connsiteY183" fmla="*/ 2131785 h 2323145"/>
              <a:gd name="connsiteX184" fmla="*/ 3541402 w 11269336"/>
              <a:gd name="connsiteY184" fmla="*/ 2106821 h 2323145"/>
              <a:gd name="connsiteX185" fmla="*/ 3460591 w 11269336"/>
              <a:gd name="connsiteY185" fmla="*/ 2097951 h 2323145"/>
              <a:gd name="connsiteX186" fmla="*/ 3320348 w 11269336"/>
              <a:gd name="connsiteY186" fmla="*/ 2130191 h 2323145"/>
              <a:gd name="connsiteX187" fmla="*/ 3170922 w 11269336"/>
              <a:gd name="connsiteY187" fmla="*/ 2115957 h 2323145"/>
              <a:gd name="connsiteX188" fmla="*/ 3156256 w 11269336"/>
              <a:gd name="connsiteY188" fmla="*/ 2124773 h 2323145"/>
              <a:gd name="connsiteX189" fmla="*/ 3140298 w 11269336"/>
              <a:gd name="connsiteY189" fmla="*/ 2129182 h 2323145"/>
              <a:gd name="connsiteX190" fmla="*/ 3138514 w 11269336"/>
              <a:gd name="connsiteY190" fmla="*/ 2128069 h 2323145"/>
              <a:gd name="connsiteX191" fmla="*/ 3120467 w 11269336"/>
              <a:gd name="connsiteY191" fmla="*/ 2128281 h 2323145"/>
              <a:gd name="connsiteX192" fmla="*/ 3116175 w 11269336"/>
              <a:gd name="connsiteY192" fmla="*/ 2131633 h 2323145"/>
              <a:gd name="connsiteX193" fmla="*/ 3103685 w 11269336"/>
              <a:gd name="connsiteY193" fmla="*/ 2132814 h 2323145"/>
              <a:gd name="connsiteX194" fmla="*/ 3078794 w 11269336"/>
              <a:gd name="connsiteY194" fmla="*/ 2137935 h 2323145"/>
              <a:gd name="connsiteX195" fmla="*/ 3074407 w 11269336"/>
              <a:gd name="connsiteY195" fmla="*/ 2136274 h 2323145"/>
              <a:gd name="connsiteX196" fmla="*/ 3037285 w 11269336"/>
              <a:gd name="connsiteY196" fmla="*/ 2139919 h 2323145"/>
              <a:gd name="connsiteX197" fmla="*/ 3036901 w 11269336"/>
              <a:gd name="connsiteY197" fmla="*/ 2138726 h 2323145"/>
              <a:gd name="connsiteX198" fmla="*/ 3026996 w 11269336"/>
              <a:gd name="connsiteY198" fmla="*/ 2134322 h 2323145"/>
              <a:gd name="connsiteX199" fmla="*/ 3007772 w 11269336"/>
              <a:gd name="connsiteY199" fmla="*/ 2128742 h 2323145"/>
              <a:gd name="connsiteX200" fmla="*/ 2965030 w 11269336"/>
              <a:gd name="connsiteY200" fmla="*/ 2100494 h 2323145"/>
              <a:gd name="connsiteX201" fmla="*/ 2926342 w 11269336"/>
              <a:gd name="connsiteY201" fmla="*/ 2104155 h 2323145"/>
              <a:gd name="connsiteX202" fmla="*/ 2918608 w 11269336"/>
              <a:gd name="connsiteY202" fmla="*/ 2104215 h 2323145"/>
              <a:gd name="connsiteX203" fmla="*/ 2918475 w 11269336"/>
              <a:gd name="connsiteY203" fmla="*/ 2103937 h 2323145"/>
              <a:gd name="connsiteX204" fmla="*/ 2910360 w 11269336"/>
              <a:gd name="connsiteY204" fmla="*/ 2103444 h 2323145"/>
              <a:gd name="connsiteX205" fmla="*/ 2904507 w 11269336"/>
              <a:gd name="connsiteY205" fmla="*/ 2104326 h 2323145"/>
              <a:gd name="connsiteX206" fmla="*/ 2889503 w 11269336"/>
              <a:gd name="connsiteY206" fmla="*/ 2104443 h 2323145"/>
              <a:gd name="connsiteX207" fmla="*/ 2884480 w 11269336"/>
              <a:gd name="connsiteY207" fmla="*/ 2102626 h 2323145"/>
              <a:gd name="connsiteX208" fmla="*/ 2882689 w 11269336"/>
              <a:gd name="connsiteY208" fmla="*/ 2099228 h 2323145"/>
              <a:gd name="connsiteX209" fmla="*/ 2881291 w 11269336"/>
              <a:gd name="connsiteY209" fmla="*/ 2099618 h 2323145"/>
              <a:gd name="connsiteX210" fmla="*/ 2853979 w 11269336"/>
              <a:gd name="connsiteY210" fmla="*/ 2090388 h 2323145"/>
              <a:gd name="connsiteX211" fmla="*/ 2791790 w 11269336"/>
              <a:gd name="connsiteY211" fmla="*/ 2080332 h 2323145"/>
              <a:gd name="connsiteX212" fmla="*/ 2755844 w 11269336"/>
              <a:gd name="connsiteY212" fmla="*/ 2078874 h 2323145"/>
              <a:gd name="connsiteX213" fmla="*/ 2657742 w 11269336"/>
              <a:gd name="connsiteY213" fmla="*/ 2070179 h 2323145"/>
              <a:gd name="connsiteX214" fmla="*/ 2559549 w 11269336"/>
              <a:gd name="connsiteY214" fmla="*/ 2057873 h 2323145"/>
              <a:gd name="connsiteX215" fmla="*/ 2512054 w 11269336"/>
              <a:gd name="connsiteY215" fmla="*/ 2031671 h 2323145"/>
              <a:gd name="connsiteX216" fmla="*/ 2506437 w 11269336"/>
              <a:gd name="connsiteY216" fmla="*/ 2030918 h 2323145"/>
              <a:gd name="connsiteX217" fmla="*/ 2491752 w 11269336"/>
              <a:gd name="connsiteY217" fmla="*/ 2033906 h 2323145"/>
              <a:gd name="connsiteX218" fmla="*/ 2486338 w 11269336"/>
              <a:gd name="connsiteY218" fmla="*/ 2035862 h 2323145"/>
              <a:gd name="connsiteX219" fmla="*/ 2478186 w 11269336"/>
              <a:gd name="connsiteY219" fmla="*/ 2036953 h 2323145"/>
              <a:gd name="connsiteX220" fmla="*/ 2477950 w 11269336"/>
              <a:gd name="connsiteY220" fmla="*/ 2036715 h 2323145"/>
              <a:gd name="connsiteX221" fmla="*/ 2470381 w 11269336"/>
              <a:gd name="connsiteY221" fmla="*/ 2038256 h 2323145"/>
              <a:gd name="connsiteX222" fmla="*/ 2433781 w 11269336"/>
              <a:gd name="connsiteY222" fmla="*/ 2049140 h 2323145"/>
              <a:gd name="connsiteX223" fmla="*/ 2381172 w 11269336"/>
              <a:gd name="connsiteY223" fmla="*/ 2030645 h 2323145"/>
              <a:gd name="connsiteX224" fmla="*/ 2360198 w 11269336"/>
              <a:gd name="connsiteY224" fmla="*/ 2029059 h 2323145"/>
              <a:gd name="connsiteX225" fmla="*/ 2348815 w 11269336"/>
              <a:gd name="connsiteY225" fmla="*/ 2026798 h 2323145"/>
              <a:gd name="connsiteX226" fmla="*/ 2347988 w 11269336"/>
              <a:gd name="connsiteY226" fmla="*/ 2025745 h 2323145"/>
              <a:gd name="connsiteX227" fmla="*/ 2312920 w 11269336"/>
              <a:gd name="connsiteY227" fmla="*/ 2036311 h 2323145"/>
              <a:gd name="connsiteX228" fmla="*/ 2307986 w 11269336"/>
              <a:gd name="connsiteY228" fmla="*/ 2035583 h 2323145"/>
              <a:gd name="connsiteX229" fmla="*/ 2285481 w 11269336"/>
              <a:gd name="connsiteY229" fmla="*/ 2045197 h 2323145"/>
              <a:gd name="connsiteX230" fmla="*/ 2273666 w 11269336"/>
              <a:gd name="connsiteY230" fmla="*/ 2048710 h 2323145"/>
              <a:gd name="connsiteX231" fmla="*/ 2270719 w 11269336"/>
              <a:gd name="connsiteY231" fmla="*/ 2052702 h 2323145"/>
              <a:gd name="connsiteX232" fmla="*/ 2253080 w 11269336"/>
              <a:gd name="connsiteY232" fmla="*/ 2056363 h 2323145"/>
              <a:gd name="connsiteX233" fmla="*/ 2250906 w 11269336"/>
              <a:gd name="connsiteY233" fmla="*/ 2055654 h 2323145"/>
              <a:gd name="connsiteX234" fmla="*/ 2236905 w 11269336"/>
              <a:gd name="connsiteY234" fmla="*/ 2062882 h 2323145"/>
              <a:gd name="connsiteX235" fmla="*/ 2225830 w 11269336"/>
              <a:gd name="connsiteY235" fmla="*/ 2074027 h 2323145"/>
              <a:gd name="connsiteX236" fmla="*/ 2073776 w 11269336"/>
              <a:gd name="connsiteY236" fmla="*/ 2089244 h 2323145"/>
              <a:gd name="connsiteX237" fmla="*/ 1948256 w 11269336"/>
              <a:gd name="connsiteY237" fmla="*/ 2146616 h 2323145"/>
              <a:gd name="connsiteX238" fmla="*/ 1865582 w 11269336"/>
              <a:gd name="connsiteY238" fmla="*/ 2153738 h 2323145"/>
              <a:gd name="connsiteX239" fmla="*/ 1835210 w 11269336"/>
              <a:gd name="connsiteY239" fmla="*/ 2134244 h 2323145"/>
              <a:gd name="connsiteX240" fmla="*/ 1632661 w 11269336"/>
              <a:gd name="connsiteY240" fmla="*/ 2173882 h 2323145"/>
              <a:gd name="connsiteX241" fmla="*/ 1579590 w 11269336"/>
              <a:gd name="connsiteY241" fmla="*/ 2173680 h 2323145"/>
              <a:gd name="connsiteX242" fmla="*/ 1535601 w 11269336"/>
              <a:gd name="connsiteY242" fmla="*/ 2194590 h 2323145"/>
              <a:gd name="connsiteX243" fmla="*/ 1515594 w 11269336"/>
              <a:gd name="connsiteY243" fmla="*/ 2189622 h 2323145"/>
              <a:gd name="connsiteX244" fmla="*/ 1512113 w 11269336"/>
              <a:gd name="connsiteY244" fmla="*/ 2188534 h 2323145"/>
              <a:gd name="connsiteX245" fmla="*/ 1498838 w 11269336"/>
              <a:gd name="connsiteY245" fmla="*/ 2189213 h 2323145"/>
              <a:gd name="connsiteX246" fmla="*/ 1494279 w 11269336"/>
              <a:gd name="connsiteY246" fmla="*/ 2183112 h 2323145"/>
              <a:gd name="connsiteX247" fmla="*/ 1473714 w 11269336"/>
              <a:gd name="connsiteY247" fmla="*/ 2179625 h 2323145"/>
              <a:gd name="connsiteX248" fmla="*/ 1449503 w 11269336"/>
              <a:gd name="connsiteY248" fmla="*/ 2182633 h 2323145"/>
              <a:gd name="connsiteX249" fmla="*/ 1335495 w 11269336"/>
              <a:gd name="connsiteY249" fmla="*/ 2203940 h 2323145"/>
              <a:gd name="connsiteX250" fmla="*/ 1266687 w 11269336"/>
              <a:gd name="connsiteY250" fmla="*/ 2212688 h 2323145"/>
              <a:gd name="connsiteX251" fmla="*/ 1239614 w 11269336"/>
              <a:gd name="connsiteY251" fmla="*/ 2209727 h 2323145"/>
              <a:gd name="connsiteX252" fmla="*/ 1202436 w 11269336"/>
              <a:gd name="connsiteY252" fmla="*/ 2209817 h 2323145"/>
              <a:gd name="connsiteX253" fmla="*/ 1136097 w 11269336"/>
              <a:gd name="connsiteY253" fmla="*/ 2205112 h 2323145"/>
              <a:gd name="connsiteX254" fmla="*/ 1048229 w 11269336"/>
              <a:gd name="connsiteY254" fmla="*/ 2207249 h 2323145"/>
              <a:gd name="connsiteX255" fmla="*/ 988232 w 11269336"/>
              <a:gd name="connsiteY255" fmla="*/ 2235635 h 2323145"/>
              <a:gd name="connsiteX256" fmla="*/ 981959 w 11269336"/>
              <a:gd name="connsiteY256" fmla="*/ 2231607 h 2323145"/>
              <a:gd name="connsiteX257" fmla="*/ 938600 w 11269336"/>
              <a:gd name="connsiteY257" fmla="*/ 2238113 h 2323145"/>
              <a:gd name="connsiteX258" fmla="*/ 791788 w 11269336"/>
              <a:gd name="connsiteY258" fmla="*/ 2293224 h 2323145"/>
              <a:gd name="connsiteX259" fmla="*/ 706914 w 11269336"/>
              <a:gd name="connsiteY259" fmla="*/ 2305046 h 2323145"/>
              <a:gd name="connsiteX260" fmla="*/ 675971 w 11269336"/>
              <a:gd name="connsiteY260" fmla="*/ 2304030 h 2323145"/>
              <a:gd name="connsiteX261" fmla="*/ 624180 w 11269336"/>
              <a:gd name="connsiteY261" fmla="*/ 2302650 h 2323145"/>
              <a:gd name="connsiteX262" fmla="*/ 583453 w 11269336"/>
              <a:gd name="connsiteY262" fmla="*/ 2288788 h 2323145"/>
              <a:gd name="connsiteX263" fmla="*/ 540946 w 11269336"/>
              <a:gd name="connsiteY263" fmla="*/ 2292721 h 2323145"/>
              <a:gd name="connsiteX264" fmla="*/ 533680 w 11269336"/>
              <a:gd name="connsiteY264" fmla="*/ 2310233 h 2323145"/>
              <a:gd name="connsiteX265" fmla="*/ 487366 w 11269336"/>
              <a:gd name="connsiteY265" fmla="*/ 2309053 h 2323145"/>
              <a:gd name="connsiteX266" fmla="*/ 416820 w 11269336"/>
              <a:gd name="connsiteY266" fmla="*/ 2305443 h 2323145"/>
              <a:gd name="connsiteX267" fmla="*/ 376805 w 11269336"/>
              <a:gd name="connsiteY267" fmla="*/ 2307647 h 2323145"/>
              <a:gd name="connsiteX268" fmla="*/ 266777 w 11269336"/>
              <a:gd name="connsiteY268" fmla="*/ 2309012 h 2323145"/>
              <a:gd name="connsiteX269" fmla="*/ 156013 w 11269336"/>
              <a:gd name="connsiteY269" fmla="*/ 2306832 h 2323145"/>
              <a:gd name="connsiteX270" fmla="*/ 87258 w 11269336"/>
              <a:gd name="connsiteY270" fmla="*/ 2285511 h 2323145"/>
              <a:gd name="connsiteX271" fmla="*/ 23798 w 11269336"/>
              <a:gd name="connsiteY271" fmla="*/ 2281822 h 2323145"/>
              <a:gd name="connsiteX272" fmla="*/ 0 w 11269336"/>
              <a:gd name="connsiteY272" fmla="*/ 2285369 h 2323145"/>
              <a:gd name="connsiteX273" fmla="*/ 0 w 11269336"/>
              <a:gd name="connsiteY27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092476 w 11269336"/>
              <a:gd name="connsiteY139" fmla="*/ 2100737 h 2323145"/>
              <a:gd name="connsiteX140" fmla="*/ 5060738 w 11269336"/>
              <a:gd name="connsiteY140" fmla="*/ 208327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320348 w 11269336"/>
              <a:gd name="connsiteY185" fmla="*/ 2130191 h 2323145"/>
              <a:gd name="connsiteX186" fmla="*/ 3170922 w 11269336"/>
              <a:gd name="connsiteY186" fmla="*/ 2115957 h 2323145"/>
              <a:gd name="connsiteX187" fmla="*/ 3156256 w 11269336"/>
              <a:gd name="connsiteY187" fmla="*/ 2124773 h 2323145"/>
              <a:gd name="connsiteX188" fmla="*/ 3140298 w 11269336"/>
              <a:gd name="connsiteY188" fmla="*/ 2129182 h 2323145"/>
              <a:gd name="connsiteX189" fmla="*/ 3138514 w 11269336"/>
              <a:gd name="connsiteY189" fmla="*/ 2128069 h 2323145"/>
              <a:gd name="connsiteX190" fmla="*/ 3120467 w 11269336"/>
              <a:gd name="connsiteY190" fmla="*/ 2128281 h 2323145"/>
              <a:gd name="connsiteX191" fmla="*/ 3116175 w 11269336"/>
              <a:gd name="connsiteY191" fmla="*/ 2131633 h 2323145"/>
              <a:gd name="connsiteX192" fmla="*/ 3103685 w 11269336"/>
              <a:gd name="connsiteY192" fmla="*/ 2132814 h 2323145"/>
              <a:gd name="connsiteX193" fmla="*/ 3078794 w 11269336"/>
              <a:gd name="connsiteY193" fmla="*/ 2137935 h 2323145"/>
              <a:gd name="connsiteX194" fmla="*/ 3074407 w 11269336"/>
              <a:gd name="connsiteY194" fmla="*/ 2136274 h 2323145"/>
              <a:gd name="connsiteX195" fmla="*/ 3037285 w 11269336"/>
              <a:gd name="connsiteY195" fmla="*/ 2139919 h 2323145"/>
              <a:gd name="connsiteX196" fmla="*/ 3036901 w 11269336"/>
              <a:gd name="connsiteY196" fmla="*/ 2138726 h 2323145"/>
              <a:gd name="connsiteX197" fmla="*/ 3026996 w 11269336"/>
              <a:gd name="connsiteY197" fmla="*/ 2134322 h 2323145"/>
              <a:gd name="connsiteX198" fmla="*/ 3007772 w 11269336"/>
              <a:gd name="connsiteY198" fmla="*/ 2128742 h 2323145"/>
              <a:gd name="connsiteX199" fmla="*/ 2965030 w 11269336"/>
              <a:gd name="connsiteY199" fmla="*/ 2100494 h 2323145"/>
              <a:gd name="connsiteX200" fmla="*/ 2926342 w 11269336"/>
              <a:gd name="connsiteY200" fmla="*/ 2104155 h 2323145"/>
              <a:gd name="connsiteX201" fmla="*/ 2918608 w 11269336"/>
              <a:gd name="connsiteY201" fmla="*/ 2104215 h 2323145"/>
              <a:gd name="connsiteX202" fmla="*/ 2918475 w 11269336"/>
              <a:gd name="connsiteY202" fmla="*/ 2103937 h 2323145"/>
              <a:gd name="connsiteX203" fmla="*/ 2910360 w 11269336"/>
              <a:gd name="connsiteY203" fmla="*/ 2103444 h 2323145"/>
              <a:gd name="connsiteX204" fmla="*/ 2904507 w 11269336"/>
              <a:gd name="connsiteY204" fmla="*/ 2104326 h 2323145"/>
              <a:gd name="connsiteX205" fmla="*/ 2889503 w 11269336"/>
              <a:gd name="connsiteY205" fmla="*/ 2104443 h 2323145"/>
              <a:gd name="connsiteX206" fmla="*/ 2884480 w 11269336"/>
              <a:gd name="connsiteY206" fmla="*/ 2102626 h 2323145"/>
              <a:gd name="connsiteX207" fmla="*/ 2882689 w 11269336"/>
              <a:gd name="connsiteY207" fmla="*/ 2099228 h 2323145"/>
              <a:gd name="connsiteX208" fmla="*/ 2881291 w 11269336"/>
              <a:gd name="connsiteY208" fmla="*/ 2099618 h 2323145"/>
              <a:gd name="connsiteX209" fmla="*/ 2853979 w 11269336"/>
              <a:gd name="connsiteY209" fmla="*/ 2090388 h 2323145"/>
              <a:gd name="connsiteX210" fmla="*/ 2791790 w 11269336"/>
              <a:gd name="connsiteY210" fmla="*/ 2080332 h 2323145"/>
              <a:gd name="connsiteX211" fmla="*/ 2755844 w 11269336"/>
              <a:gd name="connsiteY211" fmla="*/ 2078874 h 2323145"/>
              <a:gd name="connsiteX212" fmla="*/ 2657742 w 11269336"/>
              <a:gd name="connsiteY212" fmla="*/ 2070179 h 2323145"/>
              <a:gd name="connsiteX213" fmla="*/ 2559549 w 11269336"/>
              <a:gd name="connsiteY213" fmla="*/ 2057873 h 2323145"/>
              <a:gd name="connsiteX214" fmla="*/ 2512054 w 11269336"/>
              <a:gd name="connsiteY214" fmla="*/ 2031671 h 2323145"/>
              <a:gd name="connsiteX215" fmla="*/ 2506437 w 11269336"/>
              <a:gd name="connsiteY215" fmla="*/ 2030918 h 2323145"/>
              <a:gd name="connsiteX216" fmla="*/ 2491752 w 11269336"/>
              <a:gd name="connsiteY216" fmla="*/ 2033906 h 2323145"/>
              <a:gd name="connsiteX217" fmla="*/ 2486338 w 11269336"/>
              <a:gd name="connsiteY217" fmla="*/ 2035862 h 2323145"/>
              <a:gd name="connsiteX218" fmla="*/ 2478186 w 11269336"/>
              <a:gd name="connsiteY218" fmla="*/ 2036953 h 2323145"/>
              <a:gd name="connsiteX219" fmla="*/ 2477950 w 11269336"/>
              <a:gd name="connsiteY219" fmla="*/ 2036715 h 2323145"/>
              <a:gd name="connsiteX220" fmla="*/ 2470381 w 11269336"/>
              <a:gd name="connsiteY220" fmla="*/ 2038256 h 2323145"/>
              <a:gd name="connsiteX221" fmla="*/ 2433781 w 11269336"/>
              <a:gd name="connsiteY221" fmla="*/ 2049140 h 2323145"/>
              <a:gd name="connsiteX222" fmla="*/ 2381172 w 11269336"/>
              <a:gd name="connsiteY222" fmla="*/ 2030645 h 2323145"/>
              <a:gd name="connsiteX223" fmla="*/ 2360198 w 11269336"/>
              <a:gd name="connsiteY223" fmla="*/ 2029059 h 2323145"/>
              <a:gd name="connsiteX224" fmla="*/ 2348815 w 11269336"/>
              <a:gd name="connsiteY224" fmla="*/ 2026798 h 2323145"/>
              <a:gd name="connsiteX225" fmla="*/ 2347988 w 11269336"/>
              <a:gd name="connsiteY225" fmla="*/ 2025745 h 2323145"/>
              <a:gd name="connsiteX226" fmla="*/ 2312920 w 11269336"/>
              <a:gd name="connsiteY226" fmla="*/ 2036311 h 2323145"/>
              <a:gd name="connsiteX227" fmla="*/ 2307986 w 11269336"/>
              <a:gd name="connsiteY227" fmla="*/ 2035583 h 2323145"/>
              <a:gd name="connsiteX228" fmla="*/ 2285481 w 11269336"/>
              <a:gd name="connsiteY228" fmla="*/ 2045197 h 2323145"/>
              <a:gd name="connsiteX229" fmla="*/ 2273666 w 11269336"/>
              <a:gd name="connsiteY229" fmla="*/ 2048710 h 2323145"/>
              <a:gd name="connsiteX230" fmla="*/ 2270719 w 11269336"/>
              <a:gd name="connsiteY230" fmla="*/ 2052702 h 2323145"/>
              <a:gd name="connsiteX231" fmla="*/ 2253080 w 11269336"/>
              <a:gd name="connsiteY231" fmla="*/ 2056363 h 2323145"/>
              <a:gd name="connsiteX232" fmla="*/ 2250906 w 11269336"/>
              <a:gd name="connsiteY232" fmla="*/ 2055654 h 2323145"/>
              <a:gd name="connsiteX233" fmla="*/ 2236905 w 11269336"/>
              <a:gd name="connsiteY233" fmla="*/ 2062882 h 2323145"/>
              <a:gd name="connsiteX234" fmla="*/ 2225830 w 11269336"/>
              <a:gd name="connsiteY234" fmla="*/ 2074027 h 2323145"/>
              <a:gd name="connsiteX235" fmla="*/ 2073776 w 11269336"/>
              <a:gd name="connsiteY235" fmla="*/ 2089244 h 2323145"/>
              <a:gd name="connsiteX236" fmla="*/ 1948256 w 11269336"/>
              <a:gd name="connsiteY236" fmla="*/ 2146616 h 2323145"/>
              <a:gd name="connsiteX237" fmla="*/ 1865582 w 11269336"/>
              <a:gd name="connsiteY237" fmla="*/ 2153738 h 2323145"/>
              <a:gd name="connsiteX238" fmla="*/ 1835210 w 11269336"/>
              <a:gd name="connsiteY238" fmla="*/ 2134244 h 2323145"/>
              <a:gd name="connsiteX239" fmla="*/ 1632661 w 11269336"/>
              <a:gd name="connsiteY239" fmla="*/ 2173882 h 2323145"/>
              <a:gd name="connsiteX240" fmla="*/ 1579590 w 11269336"/>
              <a:gd name="connsiteY240" fmla="*/ 2173680 h 2323145"/>
              <a:gd name="connsiteX241" fmla="*/ 1535601 w 11269336"/>
              <a:gd name="connsiteY241" fmla="*/ 2194590 h 2323145"/>
              <a:gd name="connsiteX242" fmla="*/ 1515594 w 11269336"/>
              <a:gd name="connsiteY242" fmla="*/ 2189622 h 2323145"/>
              <a:gd name="connsiteX243" fmla="*/ 1512113 w 11269336"/>
              <a:gd name="connsiteY243" fmla="*/ 2188534 h 2323145"/>
              <a:gd name="connsiteX244" fmla="*/ 1498838 w 11269336"/>
              <a:gd name="connsiteY244" fmla="*/ 2189213 h 2323145"/>
              <a:gd name="connsiteX245" fmla="*/ 1494279 w 11269336"/>
              <a:gd name="connsiteY245" fmla="*/ 2183112 h 2323145"/>
              <a:gd name="connsiteX246" fmla="*/ 1473714 w 11269336"/>
              <a:gd name="connsiteY246" fmla="*/ 2179625 h 2323145"/>
              <a:gd name="connsiteX247" fmla="*/ 1449503 w 11269336"/>
              <a:gd name="connsiteY247" fmla="*/ 2182633 h 2323145"/>
              <a:gd name="connsiteX248" fmla="*/ 1335495 w 11269336"/>
              <a:gd name="connsiteY248" fmla="*/ 2203940 h 2323145"/>
              <a:gd name="connsiteX249" fmla="*/ 1266687 w 11269336"/>
              <a:gd name="connsiteY249" fmla="*/ 2212688 h 2323145"/>
              <a:gd name="connsiteX250" fmla="*/ 1239614 w 11269336"/>
              <a:gd name="connsiteY250" fmla="*/ 2209727 h 2323145"/>
              <a:gd name="connsiteX251" fmla="*/ 1202436 w 11269336"/>
              <a:gd name="connsiteY251" fmla="*/ 2209817 h 2323145"/>
              <a:gd name="connsiteX252" fmla="*/ 1136097 w 11269336"/>
              <a:gd name="connsiteY252" fmla="*/ 2205112 h 2323145"/>
              <a:gd name="connsiteX253" fmla="*/ 1048229 w 11269336"/>
              <a:gd name="connsiteY253" fmla="*/ 2207249 h 2323145"/>
              <a:gd name="connsiteX254" fmla="*/ 988232 w 11269336"/>
              <a:gd name="connsiteY254" fmla="*/ 2235635 h 2323145"/>
              <a:gd name="connsiteX255" fmla="*/ 981959 w 11269336"/>
              <a:gd name="connsiteY255" fmla="*/ 2231607 h 2323145"/>
              <a:gd name="connsiteX256" fmla="*/ 938600 w 11269336"/>
              <a:gd name="connsiteY256" fmla="*/ 2238113 h 2323145"/>
              <a:gd name="connsiteX257" fmla="*/ 791788 w 11269336"/>
              <a:gd name="connsiteY257" fmla="*/ 2293224 h 2323145"/>
              <a:gd name="connsiteX258" fmla="*/ 706914 w 11269336"/>
              <a:gd name="connsiteY258" fmla="*/ 2305046 h 2323145"/>
              <a:gd name="connsiteX259" fmla="*/ 675971 w 11269336"/>
              <a:gd name="connsiteY259" fmla="*/ 2304030 h 2323145"/>
              <a:gd name="connsiteX260" fmla="*/ 624180 w 11269336"/>
              <a:gd name="connsiteY260" fmla="*/ 2302650 h 2323145"/>
              <a:gd name="connsiteX261" fmla="*/ 583453 w 11269336"/>
              <a:gd name="connsiteY261" fmla="*/ 2288788 h 2323145"/>
              <a:gd name="connsiteX262" fmla="*/ 540946 w 11269336"/>
              <a:gd name="connsiteY262" fmla="*/ 2292721 h 2323145"/>
              <a:gd name="connsiteX263" fmla="*/ 533680 w 11269336"/>
              <a:gd name="connsiteY263" fmla="*/ 2310233 h 2323145"/>
              <a:gd name="connsiteX264" fmla="*/ 487366 w 11269336"/>
              <a:gd name="connsiteY264" fmla="*/ 2309053 h 2323145"/>
              <a:gd name="connsiteX265" fmla="*/ 416820 w 11269336"/>
              <a:gd name="connsiteY265" fmla="*/ 2305443 h 2323145"/>
              <a:gd name="connsiteX266" fmla="*/ 376805 w 11269336"/>
              <a:gd name="connsiteY266" fmla="*/ 2307647 h 2323145"/>
              <a:gd name="connsiteX267" fmla="*/ 266777 w 11269336"/>
              <a:gd name="connsiteY267" fmla="*/ 2309012 h 2323145"/>
              <a:gd name="connsiteX268" fmla="*/ 156013 w 11269336"/>
              <a:gd name="connsiteY268" fmla="*/ 2306832 h 2323145"/>
              <a:gd name="connsiteX269" fmla="*/ 87258 w 11269336"/>
              <a:gd name="connsiteY269" fmla="*/ 2285511 h 2323145"/>
              <a:gd name="connsiteX270" fmla="*/ 23798 w 11269336"/>
              <a:gd name="connsiteY270" fmla="*/ 2281822 h 2323145"/>
              <a:gd name="connsiteX271" fmla="*/ 0 w 11269336"/>
              <a:gd name="connsiteY271" fmla="*/ 2285369 h 2323145"/>
              <a:gd name="connsiteX272" fmla="*/ 0 w 11269336"/>
              <a:gd name="connsiteY27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60738 w 11269336"/>
              <a:gd name="connsiteY140" fmla="*/ 208327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320348 w 11269336"/>
              <a:gd name="connsiteY185" fmla="*/ 2130191 h 2323145"/>
              <a:gd name="connsiteX186" fmla="*/ 3170922 w 11269336"/>
              <a:gd name="connsiteY186" fmla="*/ 2115957 h 2323145"/>
              <a:gd name="connsiteX187" fmla="*/ 3156256 w 11269336"/>
              <a:gd name="connsiteY187" fmla="*/ 2124773 h 2323145"/>
              <a:gd name="connsiteX188" fmla="*/ 3140298 w 11269336"/>
              <a:gd name="connsiteY188" fmla="*/ 2129182 h 2323145"/>
              <a:gd name="connsiteX189" fmla="*/ 3138514 w 11269336"/>
              <a:gd name="connsiteY189" fmla="*/ 2128069 h 2323145"/>
              <a:gd name="connsiteX190" fmla="*/ 3120467 w 11269336"/>
              <a:gd name="connsiteY190" fmla="*/ 2128281 h 2323145"/>
              <a:gd name="connsiteX191" fmla="*/ 3116175 w 11269336"/>
              <a:gd name="connsiteY191" fmla="*/ 2131633 h 2323145"/>
              <a:gd name="connsiteX192" fmla="*/ 3103685 w 11269336"/>
              <a:gd name="connsiteY192" fmla="*/ 2132814 h 2323145"/>
              <a:gd name="connsiteX193" fmla="*/ 3078794 w 11269336"/>
              <a:gd name="connsiteY193" fmla="*/ 2137935 h 2323145"/>
              <a:gd name="connsiteX194" fmla="*/ 3074407 w 11269336"/>
              <a:gd name="connsiteY194" fmla="*/ 2136274 h 2323145"/>
              <a:gd name="connsiteX195" fmla="*/ 3037285 w 11269336"/>
              <a:gd name="connsiteY195" fmla="*/ 2139919 h 2323145"/>
              <a:gd name="connsiteX196" fmla="*/ 3036901 w 11269336"/>
              <a:gd name="connsiteY196" fmla="*/ 2138726 h 2323145"/>
              <a:gd name="connsiteX197" fmla="*/ 3026996 w 11269336"/>
              <a:gd name="connsiteY197" fmla="*/ 2134322 h 2323145"/>
              <a:gd name="connsiteX198" fmla="*/ 3007772 w 11269336"/>
              <a:gd name="connsiteY198" fmla="*/ 2128742 h 2323145"/>
              <a:gd name="connsiteX199" fmla="*/ 2965030 w 11269336"/>
              <a:gd name="connsiteY199" fmla="*/ 2100494 h 2323145"/>
              <a:gd name="connsiteX200" fmla="*/ 2926342 w 11269336"/>
              <a:gd name="connsiteY200" fmla="*/ 2104155 h 2323145"/>
              <a:gd name="connsiteX201" fmla="*/ 2918608 w 11269336"/>
              <a:gd name="connsiteY201" fmla="*/ 2104215 h 2323145"/>
              <a:gd name="connsiteX202" fmla="*/ 2918475 w 11269336"/>
              <a:gd name="connsiteY202" fmla="*/ 2103937 h 2323145"/>
              <a:gd name="connsiteX203" fmla="*/ 2910360 w 11269336"/>
              <a:gd name="connsiteY203" fmla="*/ 2103444 h 2323145"/>
              <a:gd name="connsiteX204" fmla="*/ 2904507 w 11269336"/>
              <a:gd name="connsiteY204" fmla="*/ 2104326 h 2323145"/>
              <a:gd name="connsiteX205" fmla="*/ 2889503 w 11269336"/>
              <a:gd name="connsiteY205" fmla="*/ 2104443 h 2323145"/>
              <a:gd name="connsiteX206" fmla="*/ 2884480 w 11269336"/>
              <a:gd name="connsiteY206" fmla="*/ 2102626 h 2323145"/>
              <a:gd name="connsiteX207" fmla="*/ 2882689 w 11269336"/>
              <a:gd name="connsiteY207" fmla="*/ 2099228 h 2323145"/>
              <a:gd name="connsiteX208" fmla="*/ 2881291 w 11269336"/>
              <a:gd name="connsiteY208" fmla="*/ 2099618 h 2323145"/>
              <a:gd name="connsiteX209" fmla="*/ 2853979 w 11269336"/>
              <a:gd name="connsiteY209" fmla="*/ 2090388 h 2323145"/>
              <a:gd name="connsiteX210" fmla="*/ 2791790 w 11269336"/>
              <a:gd name="connsiteY210" fmla="*/ 2080332 h 2323145"/>
              <a:gd name="connsiteX211" fmla="*/ 2755844 w 11269336"/>
              <a:gd name="connsiteY211" fmla="*/ 2078874 h 2323145"/>
              <a:gd name="connsiteX212" fmla="*/ 2657742 w 11269336"/>
              <a:gd name="connsiteY212" fmla="*/ 2070179 h 2323145"/>
              <a:gd name="connsiteX213" fmla="*/ 2559549 w 11269336"/>
              <a:gd name="connsiteY213" fmla="*/ 2057873 h 2323145"/>
              <a:gd name="connsiteX214" fmla="*/ 2512054 w 11269336"/>
              <a:gd name="connsiteY214" fmla="*/ 2031671 h 2323145"/>
              <a:gd name="connsiteX215" fmla="*/ 2506437 w 11269336"/>
              <a:gd name="connsiteY215" fmla="*/ 2030918 h 2323145"/>
              <a:gd name="connsiteX216" fmla="*/ 2491752 w 11269336"/>
              <a:gd name="connsiteY216" fmla="*/ 2033906 h 2323145"/>
              <a:gd name="connsiteX217" fmla="*/ 2486338 w 11269336"/>
              <a:gd name="connsiteY217" fmla="*/ 2035862 h 2323145"/>
              <a:gd name="connsiteX218" fmla="*/ 2478186 w 11269336"/>
              <a:gd name="connsiteY218" fmla="*/ 2036953 h 2323145"/>
              <a:gd name="connsiteX219" fmla="*/ 2477950 w 11269336"/>
              <a:gd name="connsiteY219" fmla="*/ 2036715 h 2323145"/>
              <a:gd name="connsiteX220" fmla="*/ 2470381 w 11269336"/>
              <a:gd name="connsiteY220" fmla="*/ 2038256 h 2323145"/>
              <a:gd name="connsiteX221" fmla="*/ 2433781 w 11269336"/>
              <a:gd name="connsiteY221" fmla="*/ 2049140 h 2323145"/>
              <a:gd name="connsiteX222" fmla="*/ 2381172 w 11269336"/>
              <a:gd name="connsiteY222" fmla="*/ 2030645 h 2323145"/>
              <a:gd name="connsiteX223" fmla="*/ 2360198 w 11269336"/>
              <a:gd name="connsiteY223" fmla="*/ 2029059 h 2323145"/>
              <a:gd name="connsiteX224" fmla="*/ 2348815 w 11269336"/>
              <a:gd name="connsiteY224" fmla="*/ 2026798 h 2323145"/>
              <a:gd name="connsiteX225" fmla="*/ 2347988 w 11269336"/>
              <a:gd name="connsiteY225" fmla="*/ 2025745 h 2323145"/>
              <a:gd name="connsiteX226" fmla="*/ 2312920 w 11269336"/>
              <a:gd name="connsiteY226" fmla="*/ 2036311 h 2323145"/>
              <a:gd name="connsiteX227" fmla="*/ 2307986 w 11269336"/>
              <a:gd name="connsiteY227" fmla="*/ 2035583 h 2323145"/>
              <a:gd name="connsiteX228" fmla="*/ 2285481 w 11269336"/>
              <a:gd name="connsiteY228" fmla="*/ 2045197 h 2323145"/>
              <a:gd name="connsiteX229" fmla="*/ 2273666 w 11269336"/>
              <a:gd name="connsiteY229" fmla="*/ 2048710 h 2323145"/>
              <a:gd name="connsiteX230" fmla="*/ 2270719 w 11269336"/>
              <a:gd name="connsiteY230" fmla="*/ 2052702 h 2323145"/>
              <a:gd name="connsiteX231" fmla="*/ 2253080 w 11269336"/>
              <a:gd name="connsiteY231" fmla="*/ 2056363 h 2323145"/>
              <a:gd name="connsiteX232" fmla="*/ 2250906 w 11269336"/>
              <a:gd name="connsiteY232" fmla="*/ 2055654 h 2323145"/>
              <a:gd name="connsiteX233" fmla="*/ 2236905 w 11269336"/>
              <a:gd name="connsiteY233" fmla="*/ 2062882 h 2323145"/>
              <a:gd name="connsiteX234" fmla="*/ 2225830 w 11269336"/>
              <a:gd name="connsiteY234" fmla="*/ 2074027 h 2323145"/>
              <a:gd name="connsiteX235" fmla="*/ 2073776 w 11269336"/>
              <a:gd name="connsiteY235" fmla="*/ 2089244 h 2323145"/>
              <a:gd name="connsiteX236" fmla="*/ 1948256 w 11269336"/>
              <a:gd name="connsiteY236" fmla="*/ 2146616 h 2323145"/>
              <a:gd name="connsiteX237" fmla="*/ 1865582 w 11269336"/>
              <a:gd name="connsiteY237" fmla="*/ 2153738 h 2323145"/>
              <a:gd name="connsiteX238" fmla="*/ 1835210 w 11269336"/>
              <a:gd name="connsiteY238" fmla="*/ 2134244 h 2323145"/>
              <a:gd name="connsiteX239" fmla="*/ 1632661 w 11269336"/>
              <a:gd name="connsiteY239" fmla="*/ 2173882 h 2323145"/>
              <a:gd name="connsiteX240" fmla="*/ 1579590 w 11269336"/>
              <a:gd name="connsiteY240" fmla="*/ 2173680 h 2323145"/>
              <a:gd name="connsiteX241" fmla="*/ 1535601 w 11269336"/>
              <a:gd name="connsiteY241" fmla="*/ 2194590 h 2323145"/>
              <a:gd name="connsiteX242" fmla="*/ 1515594 w 11269336"/>
              <a:gd name="connsiteY242" fmla="*/ 2189622 h 2323145"/>
              <a:gd name="connsiteX243" fmla="*/ 1512113 w 11269336"/>
              <a:gd name="connsiteY243" fmla="*/ 2188534 h 2323145"/>
              <a:gd name="connsiteX244" fmla="*/ 1498838 w 11269336"/>
              <a:gd name="connsiteY244" fmla="*/ 2189213 h 2323145"/>
              <a:gd name="connsiteX245" fmla="*/ 1494279 w 11269336"/>
              <a:gd name="connsiteY245" fmla="*/ 2183112 h 2323145"/>
              <a:gd name="connsiteX246" fmla="*/ 1473714 w 11269336"/>
              <a:gd name="connsiteY246" fmla="*/ 2179625 h 2323145"/>
              <a:gd name="connsiteX247" fmla="*/ 1449503 w 11269336"/>
              <a:gd name="connsiteY247" fmla="*/ 2182633 h 2323145"/>
              <a:gd name="connsiteX248" fmla="*/ 1335495 w 11269336"/>
              <a:gd name="connsiteY248" fmla="*/ 2203940 h 2323145"/>
              <a:gd name="connsiteX249" fmla="*/ 1266687 w 11269336"/>
              <a:gd name="connsiteY249" fmla="*/ 2212688 h 2323145"/>
              <a:gd name="connsiteX250" fmla="*/ 1239614 w 11269336"/>
              <a:gd name="connsiteY250" fmla="*/ 2209727 h 2323145"/>
              <a:gd name="connsiteX251" fmla="*/ 1202436 w 11269336"/>
              <a:gd name="connsiteY251" fmla="*/ 2209817 h 2323145"/>
              <a:gd name="connsiteX252" fmla="*/ 1136097 w 11269336"/>
              <a:gd name="connsiteY252" fmla="*/ 2205112 h 2323145"/>
              <a:gd name="connsiteX253" fmla="*/ 1048229 w 11269336"/>
              <a:gd name="connsiteY253" fmla="*/ 2207249 h 2323145"/>
              <a:gd name="connsiteX254" fmla="*/ 988232 w 11269336"/>
              <a:gd name="connsiteY254" fmla="*/ 2235635 h 2323145"/>
              <a:gd name="connsiteX255" fmla="*/ 981959 w 11269336"/>
              <a:gd name="connsiteY255" fmla="*/ 2231607 h 2323145"/>
              <a:gd name="connsiteX256" fmla="*/ 938600 w 11269336"/>
              <a:gd name="connsiteY256" fmla="*/ 2238113 h 2323145"/>
              <a:gd name="connsiteX257" fmla="*/ 791788 w 11269336"/>
              <a:gd name="connsiteY257" fmla="*/ 2293224 h 2323145"/>
              <a:gd name="connsiteX258" fmla="*/ 706914 w 11269336"/>
              <a:gd name="connsiteY258" fmla="*/ 2305046 h 2323145"/>
              <a:gd name="connsiteX259" fmla="*/ 675971 w 11269336"/>
              <a:gd name="connsiteY259" fmla="*/ 2304030 h 2323145"/>
              <a:gd name="connsiteX260" fmla="*/ 624180 w 11269336"/>
              <a:gd name="connsiteY260" fmla="*/ 2302650 h 2323145"/>
              <a:gd name="connsiteX261" fmla="*/ 583453 w 11269336"/>
              <a:gd name="connsiteY261" fmla="*/ 2288788 h 2323145"/>
              <a:gd name="connsiteX262" fmla="*/ 540946 w 11269336"/>
              <a:gd name="connsiteY262" fmla="*/ 2292721 h 2323145"/>
              <a:gd name="connsiteX263" fmla="*/ 533680 w 11269336"/>
              <a:gd name="connsiteY263" fmla="*/ 2310233 h 2323145"/>
              <a:gd name="connsiteX264" fmla="*/ 487366 w 11269336"/>
              <a:gd name="connsiteY264" fmla="*/ 2309053 h 2323145"/>
              <a:gd name="connsiteX265" fmla="*/ 416820 w 11269336"/>
              <a:gd name="connsiteY265" fmla="*/ 2305443 h 2323145"/>
              <a:gd name="connsiteX266" fmla="*/ 376805 w 11269336"/>
              <a:gd name="connsiteY266" fmla="*/ 2307647 h 2323145"/>
              <a:gd name="connsiteX267" fmla="*/ 266777 w 11269336"/>
              <a:gd name="connsiteY267" fmla="*/ 2309012 h 2323145"/>
              <a:gd name="connsiteX268" fmla="*/ 156013 w 11269336"/>
              <a:gd name="connsiteY268" fmla="*/ 2306832 h 2323145"/>
              <a:gd name="connsiteX269" fmla="*/ 87258 w 11269336"/>
              <a:gd name="connsiteY269" fmla="*/ 2285511 h 2323145"/>
              <a:gd name="connsiteX270" fmla="*/ 23798 w 11269336"/>
              <a:gd name="connsiteY270" fmla="*/ 2281822 h 2323145"/>
              <a:gd name="connsiteX271" fmla="*/ 0 w 11269336"/>
              <a:gd name="connsiteY271" fmla="*/ 2285369 h 2323145"/>
              <a:gd name="connsiteX272" fmla="*/ 0 w 11269336"/>
              <a:gd name="connsiteY27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320348 w 11269336"/>
              <a:gd name="connsiteY185" fmla="*/ 2130191 h 2323145"/>
              <a:gd name="connsiteX186" fmla="*/ 3170922 w 11269336"/>
              <a:gd name="connsiteY186" fmla="*/ 2115957 h 2323145"/>
              <a:gd name="connsiteX187" fmla="*/ 3156256 w 11269336"/>
              <a:gd name="connsiteY187" fmla="*/ 2124773 h 2323145"/>
              <a:gd name="connsiteX188" fmla="*/ 3140298 w 11269336"/>
              <a:gd name="connsiteY188" fmla="*/ 2129182 h 2323145"/>
              <a:gd name="connsiteX189" fmla="*/ 3138514 w 11269336"/>
              <a:gd name="connsiteY189" fmla="*/ 2128069 h 2323145"/>
              <a:gd name="connsiteX190" fmla="*/ 3120467 w 11269336"/>
              <a:gd name="connsiteY190" fmla="*/ 2128281 h 2323145"/>
              <a:gd name="connsiteX191" fmla="*/ 3116175 w 11269336"/>
              <a:gd name="connsiteY191" fmla="*/ 2131633 h 2323145"/>
              <a:gd name="connsiteX192" fmla="*/ 3103685 w 11269336"/>
              <a:gd name="connsiteY192" fmla="*/ 2132814 h 2323145"/>
              <a:gd name="connsiteX193" fmla="*/ 3078794 w 11269336"/>
              <a:gd name="connsiteY193" fmla="*/ 2137935 h 2323145"/>
              <a:gd name="connsiteX194" fmla="*/ 3074407 w 11269336"/>
              <a:gd name="connsiteY194" fmla="*/ 2136274 h 2323145"/>
              <a:gd name="connsiteX195" fmla="*/ 3037285 w 11269336"/>
              <a:gd name="connsiteY195" fmla="*/ 2139919 h 2323145"/>
              <a:gd name="connsiteX196" fmla="*/ 3036901 w 11269336"/>
              <a:gd name="connsiteY196" fmla="*/ 2138726 h 2323145"/>
              <a:gd name="connsiteX197" fmla="*/ 3026996 w 11269336"/>
              <a:gd name="connsiteY197" fmla="*/ 2134322 h 2323145"/>
              <a:gd name="connsiteX198" fmla="*/ 3007772 w 11269336"/>
              <a:gd name="connsiteY198" fmla="*/ 2128742 h 2323145"/>
              <a:gd name="connsiteX199" fmla="*/ 2965030 w 11269336"/>
              <a:gd name="connsiteY199" fmla="*/ 2100494 h 2323145"/>
              <a:gd name="connsiteX200" fmla="*/ 2926342 w 11269336"/>
              <a:gd name="connsiteY200" fmla="*/ 2104155 h 2323145"/>
              <a:gd name="connsiteX201" fmla="*/ 2918608 w 11269336"/>
              <a:gd name="connsiteY201" fmla="*/ 2104215 h 2323145"/>
              <a:gd name="connsiteX202" fmla="*/ 2918475 w 11269336"/>
              <a:gd name="connsiteY202" fmla="*/ 2103937 h 2323145"/>
              <a:gd name="connsiteX203" fmla="*/ 2910360 w 11269336"/>
              <a:gd name="connsiteY203" fmla="*/ 2103444 h 2323145"/>
              <a:gd name="connsiteX204" fmla="*/ 2904507 w 11269336"/>
              <a:gd name="connsiteY204" fmla="*/ 2104326 h 2323145"/>
              <a:gd name="connsiteX205" fmla="*/ 2889503 w 11269336"/>
              <a:gd name="connsiteY205" fmla="*/ 2104443 h 2323145"/>
              <a:gd name="connsiteX206" fmla="*/ 2884480 w 11269336"/>
              <a:gd name="connsiteY206" fmla="*/ 2102626 h 2323145"/>
              <a:gd name="connsiteX207" fmla="*/ 2882689 w 11269336"/>
              <a:gd name="connsiteY207" fmla="*/ 2099228 h 2323145"/>
              <a:gd name="connsiteX208" fmla="*/ 2881291 w 11269336"/>
              <a:gd name="connsiteY208" fmla="*/ 2099618 h 2323145"/>
              <a:gd name="connsiteX209" fmla="*/ 2853979 w 11269336"/>
              <a:gd name="connsiteY209" fmla="*/ 2090388 h 2323145"/>
              <a:gd name="connsiteX210" fmla="*/ 2791790 w 11269336"/>
              <a:gd name="connsiteY210" fmla="*/ 2080332 h 2323145"/>
              <a:gd name="connsiteX211" fmla="*/ 2755844 w 11269336"/>
              <a:gd name="connsiteY211" fmla="*/ 2078874 h 2323145"/>
              <a:gd name="connsiteX212" fmla="*/ 2657742 w 11269336"/>
              <a:gd name="connsiteY212" fmla="*/ 2070179 h 2323145"/>
              <a:gd name="connsiteX213" fmla="*/ 2559549 w 11269336"/>
              <a:gd name="connsiteY213" fmla="*/ 2057873 h 2323145"/>
              <a:gd name="connsiteX214" fmla="*/ 2512054 w 11269336"/>
              <a:gd name="connsiteY214" fmla="*/ 2031671 h 2323145"/>
              <a:gd name="connsiteX215" fmla="*/ 2506437 w 11269336"/>
              <a:gd name="connsiteY215" fmla="*/ 2030918 h 2323145"/>
              <a:gd name="connsiteX216" fmla="*/ 2491752 w 11269336"/>
              <a:gd name="connsiteY216" fmla="*/ 2033906 h 2323145"/>
              <a:gd name="connsiteX217" fmla="*/ 2486338 w 11269336"/>
              <a:gd name="connsiteY217" fmla="*/ 2035862 h 2323145"/>
              <a:gd name="connsiteX218" fmla="*/ 2478186 w 11269336"/>
              <a:gd name="connsiteY218" fmla="*/ 2036953 h 2323145"/>
              <a:gd name="connsiteX219" fmla="*/ 2477950 w 11269336"/>
              <a:gd name="connsiteY219" fmla="*/ 2036715 h 2323145"/>
              <a:gd name="connsiteX220" fmla="*/ 2470381 w 11269336"/>
              <a:gd name="connsiteY220" fmla="*/ 2038256 h 2323145"/>
              <a:gd name="connsiteX221" fmla="*/ 2433781 w 11269336"/>
              <a:gd name="connsiteY221" fmla="*/ 2049140 h 2323145"/>
              <a:gd name="connsiteX222" fmla="*/ 2381172 w 11269336"/>
              <a:gd name="connsiteY222" fmla="*/ 2030645 h 2323145"/>
              <a:gd name="connsiteX223" fmla="*/ 2360198 w 11269336"/>
              <a:gd name="connsiteY223" fmla="*/ 2029059 h 2323145"/>
              <a:gd name="connsiteX224" fmla="*/ 2348815 w 11269336"/>
              <a:gd name="connsiteY224" fmla="*/ 2026798 h 2323145"/>
              <a:gd name="connsiteX225" fmla="*/ 2347988 w 11269336"/>
              <a:gd name="connsiteY225" fmla="*/ 2025745 h 2323145"/>
              <a:gd name="connsiteX226" fmla="*/ 2312920 w 11269336"/>
              <a:gd name="connsiteY226" fmla="*/ 2036311 h 2323145"/>
              <a:gd name="connsiteX227" fmla="*/ 2307986 w 11269336"/>
              <a:gd name="connsiteY227" fmla="*/ 2035583 h 2323145"/>
              <a:gd name="connsiteX228" fmla="*/ 2285481 w 11269336"/>
              <a:gd name="connsiteY228" fmla="*/ 2045197 h 2323145"/>
              <a:gd name="connsiteX229" fmla="*/ 2273666 w 11269336"/>
              <a:gd name="connsiteY229" fmla="*/ 2048710 h 2323145"/>
              <a:gd name="connsiteX230" fmla="*/ 2270719 w 11269336"/>
              <a:gd name="connsiteY230" fmla="*/ 2052702 h 2323145"/>
              <a:gd name="connsiteX231" fmla="*/ 2253080 w 11269336"/>
              <a:gd name="connsiteY231" fmla="*/ 2056363 h 2323145"/>
              <a:gd name="connsiteX232" fmla="*/ 2250906 w 11269336"/>
              <a:gd name="connsiteY232" fmla="*/ 2055654 h 2323145"/>
              <a:gd name="connsiteX233" fmla="*/ 2236905 w 11269336"/>
              <a:gd name="connsiteY233" fmla="*/ 2062882 h 2323145"/>
              <a:gd name="connsiteX234" fmla="*/ 2225830 w 11269336"/>
              <a:gd name="connsiteY234" fmla="*/ 2074027 h 2323145"/>
              <a:gd name="connsiteX235" fmla="*/ 2073776 w 11269336"/>
              <a:gd name="connsiteY235" fmla="*/ 2089244 h 2323145"/>
              <a:gd name="connsiteX236" fmla="*/ 1948256 w 11269336"/>
              <a:gd name="connsiteY236" fmla="*/ 2146616 h 2323145"/>
              <a:gd name="connsiteX237" fmla="*/ 1865582 w 11269336"/>
              <a:gd name="connsiteY237" fmla="*/ 2153738 h 2323145"/>
              <a:gd name="connsiteX238" fmla="*/ 1835210 w 11269336"/>
              <a:gd name="connsiteY238" fmla="*/ 2134244 h 2323145"/>
              <a:gd name="connsiteX239" fmla="*/ 1632661 w 11269336"/>
              <a:gd name="connsiteY239" fmla="*/ 2173882 h 2323145"/>
              <a:gd name="connsiteX240" fmla="*/ 1579590 w 11269336"/>
              <a:gd name="connsiteY240" fmla="*/ 2173680 h 2323145"/>
              <a:gd name="connsiteX241" fmla="*/ 1535601 w 11269336"/>
              <a:gd name="connsiteY241" fmla="*/ 2194590 h 2323145"/>
              <a:gd name="connsiteX242" fmla="*/ 1515594 w 11269336"/>
              <a:gd name="connsiteY242" fmla="*/ 2189622 h 2323145"/>
              <a:gd name="connsiteX243" fmla="*/ 1512113 w 11269336"/>
              <a:gd name="connsiteY243" fmla="*/ 2188534 h 2323145"/>
              <a:gd name="connsiteX244" fmla="*/ 1498838 w 11269336"/>
              <a:gd name="connsiteY244" fmla="*/ 2189213 h 2323145"/>
              <a:gd name="connsiteX245" fmla="*/ 1494279 w 11269336"/>
              <a:gd name="connsiteY245" fmla="*/ 2183112 h 2323145"/>
              <a:gd name="connsiteX246" fmla="*/ 1473714 w 11269336"/>
              <a:gd name="connsiteY246" fmla="*/ 2179625 h 2323145"/>
              <a:gd name="connsiteX247" fmla="*/ 1449503 w 11269336"/>
              <a:gd name="connsiteY247" fmla="*/ 2182633 h 2323145"/>
              <a:gd name="connsiteX248" fmla="*/ 1335495 w 11269336"/>
              <a:gd name="connsiteY248" fmla="*/ 2203940 h 2323145"/>
              <a:gd name="connsiteX249" fmla="*/ 1266687 w 11269336"/>
              <a:gd name="connsiteY249" fmla="*/ 2212688 h 2323145"/>
              <a:gd name="connsiteX250" fmla="*/ 1239614 w 11269336"/>
              <a:gd name="connsiteY250" fmla="*/ 2209727 h 2323145"/>
              <a:gd name="connsiteX251" fmla="*/ 1202436 w 11269336"/>
              <a:gd name="connsiteY251" fmla="*/ 2209817 h 2323145"/>
              <a:gd name="connsiteX252" fmla="*/ 1136097 w 11269336"/>
              <a:gd name="connsiteY252" fmla="*/ 2205112 h 2323145"/>
              <a:gd name="connsiteX253" fmla="*/ 1048229 w 11269336"/>
              <a:gd name="connsiteY253" fmla="*/ 2207249 h 2323145"/>
              <a:gd name="connsiteX254" fmla="*/ 988232 w 11269336"/>
              <a:gd name="connsiteY254" fmla="*/ 2235635 h 2323145"/>
              <a:gd name="connsiteX255" fmla="*/ 981959 w 11269336"/>
              <a:gd name="connsiteY255" fmla="*/ 2231607 h 2323145"/>
              <a:gd name="connsiteX256" fmla="*/ 938600 w 11269336"/>
              <a:gd name="connsiteY256" fmla="*/ 2238113 h 2323145"/>
              <a:gd name="connsiteX257" fmla="*/ 791788 w 11269336"/>
              <a:gd name="connsiteY257" fmla="*/ 2293224 h 2323145"/>
              <a:gd name="connsiteX258" fmla="*/ 706914 w 11269336"/>
              <a:gd name="connsiteY258" fmla="*/ 2305046 h 2323145"/>
              <a:gd name="connsiteX259" fmla="*/ 675971 w 11269336"/>
              <a:gd name="connsiteY259" fmla="*/ 2304030 h 2323145"/>
              <a:gd name="connsiteX260" fmla="*/ 624180 w 11269336"/>
              <a:gd name="connsiteY260" fmla="*/ 2302650 h 2323145"/>
              <a:gd name="connsiteX261" fmla="*/ 583453 w 11269336"/>
              <a:gd name="connsiteY261" fmla="*/ 2288788 h 2323145"/>
              <a:gd name="connsiteX262" fmla="*/ 540946 w 11269336"/>
              <a:gd name="connsiteY262" fmla="*/ 2292721 h 2323145"/>
              <a:gd name="connsiteX263" fmla="*/ 533680 w 11269336"/>
              <a:gd name="connsiteY263" fmla="*/ 2310233 h 2323145"/>
              <a:gd name="connsiteX264" fmla="*/ 487366 w 11269336"/>
              <a:gd name="connsiteY264" fmla="*/ 2309053 h 2323145"/>
              <a:gd name="connsiteX265" fmla="*/ 416820 w 11269336"/>
              <a:gd name="connsiteY265" fmla="*/ 2305443 h 2323145"/>
              <a:gd name="connsiteX266" fmla="*/ 376805 w 11269336"/>
              <a:gd name="connsiteY266" fmla="*/ 2307647 h 2323145"/>
              <a:gd name="connsiteX267" fmla="*/ 266777 w 11269336"/>
              <a:gd name="connsiteY267" fmla="*/ 2309012 h 2323145"/>
              <a:gd name="connsiteX268" fmla="*/ 156013 w 11269336"/>
              <a:gd name="connsiteY268" fmla="*/ 2306832 h 2323145"/>
              <a:gd name="connsiteX269" fmla="*/ 87258 w 11269336"/>
              <a:gd name="connsiteY269" fmla="*/ 2285511 h 2323145"/>
              <a:gd name="connsiteX270" fmla="*/ 23798 w 11269336"/>
              <a:gd name="connsiteY270" fmla="*/ 2281822 h 2323145"/>
              <a:gd name="connsiteX271" fmla="*/ 0 w 11269336"/>
              <a:gd name="connsiteY271" fmla="*/ 2285369 h 2323145"/>
              <a:gd name="connsiteX272" fmla="*/ 0 w 11269336"/>
              <a:gd name="connsiteY27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335495 w 11269336"/>
              <a:gd name="connsiteY247" fmla="*/ 2203940 h 2323145"/>
              <a:gd name="connsiteX248" fmla="*/ 1266687 w 11269336"/>
              <a:gd name="connsiteY248" fmla="*/ 2212688 h 2323145"/>
              <a:gd name="connsiteX249" fmla="*/ 1239614 w 11269336"/>
              <a:gd name="connsiteY249" fmla="*/ 2209727 h 2323145"/>
              <a:gd name="connsiteX250" fmla="*/ 1202436 w 11269336"/>
              <a:gd name="connsiteY250" fmla="*/ 2209817 h 2323145"/>
              <a:gd name="connsiteX251" fmla="*/ 1136097 w 11269336"/>
              <a:gd name="connsiteY251" fmla="*/ 2205112 h 2323145"/>
              <a:gd name="connsiteX252" fmla="*/ 1048229 w 11269336"/>
              <a:gd name="connsiteY252" fmla="*/ 2207249 h 2323145"/>
              <a:gd name="connsiteX253" fmla="*/ 988232 w 11269336"/>
              <a:gd name="connsiteY253" fmla="*/ 2235635 h 2323145"/>
              <a:gd name="connsiteX254" fmla="*/ 981959 w 11269336"/>
              <a:gd name="connsiteY254" fmla="*/ 2231607 h 2323145"/>
              <a:gd name="connsiteX255" fmla="*/ 938600 w 11269336"/>
              <a:gd name="connsiteY255" fmla="*/ 2238113 h 2323145"/>
              <a:gd name="connsiteX256" fmla="*/ 791788 w 11269336"/>
              <a:gd name="connsiteY256" fmla="*/ 2293224 h 2323145"/>
              <a:gd name="connsiteX257" fmla="*/ 706914 w 11269336"/>
              <a:gd name="connsiteY257" fmla="*/ 2305046 h 2323145"/>
              <a:gd name="connsiteX258" fmla="*/ 675971 w 11269336"/>
              <a:gd name="connsiteY258" fmla="*/ 2304030 h 2323145"/>
              <a:gd name="connsiteX259" fmla="*/ 624180 w 11269336"/>
              <a:gd name="connsiteY259" fmla="*/ 2302650 h 2323145"/>
              <a:gd name="connsiteX260" fmla="*/ 583453 w 11269336"/>
              <a:gd name="connsiteY260" fmla="*/ 2288788 h 2323145"/>
              <a:gd name="connsiteX261" fmla="*/ 540946 w 11269336"/>
              <a:gd name="connsiteY261" fmla="*/ 2292721 h 2323145"/>
              <a:gd name="connsiteX262" fmla="*/ 533680 w 11269336"/>
              <a:gd name="connsiteY262" fmla="*/ 2310233 h 2323145"/>
              <a:gd name="connsiteX263" fmla="*/ 487366 w 11269336"/>
              <a:gd name="connsiteY263" fmla="*/ 2309053 h 2323145"/>
              <a:gd name="connsiteX264" fmla="*/ 416820 w 11269336"/>
              <a:gd name="connsiteY264" fmla="*/ 2305443 h 2323145"/>
              <a:gd name="connsiteX265" fmla="*/ 376805 w 11269336"/>
              <a:gd name="connsiteY265" fmla="*/ 2307647 h 2323145"/>
              <a:gd name="connsiteX266" fmla="*/ 266777 w 11269336"/>
              <a:gd name="connsiteY266" fmla="*/ 2309012 h 2323145"/>
              <a:gd name="connsiteX267" fmla="*/ 156013 w 11269336"/>
              <a:gd name="connsiteY267" fmla="*/ 2306832 h 2323145"/>
              <a:gd name="connsiteX268" fmla="*/ 87258 w 11269336"/>
              <a:gd name="connsiteY268" fmla="*/ 2285511 h 2323145"/>
              <a:gd name="connsiteX269" fmla="*/ 23798 w 11269336"/>
              <a:gd name="connsiteY269" fmla="*/ 2281822 h 2323145"/>
              <a:gd name="connsiteX270" fmla="*/ 0 w 11269336"/>
              <a:gd name="connsiteY270" fmla="*/ 2285369 h 2323145"/>
              <a:gd name="connsiteX271" fmla="*/ 0 w 11269336"/>
              <a:gd name="connsiteY271"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365341 w 11269336"/>
              <a:gd name="connsiteY184" fmla="*/ 2077638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335495 w 11269336"/>
              <a:gd name="connsiteY247" fmla="*/ 2203940 h 2323145"/>
              <a:gd name="connsiteX248" fmla="*/ 1266687 w 11269336"/>
              <a:gd name="connsiteY248" fmla="*/ 2212688 h 2323145"/>
              <a:gd name="connsiteX249" fmla="*/ 1239614 w 11269336"/>
              <a:gd name="connsiteY249" fmla="*/ 2209727 h 2323145"/>
              <a:gd name="connsiteX250" fmla="*/ 1202436 w 11269336"/>
              <a:gd name="connsiteY250" fmla="*/ 2209817 h 2323145"/>
              <a:gd name="connsiteX251" fmla="*/ 1136097 w 11269336"/>
              <a:gd name="connsiteY251" fmla="*/ 2205112 h 2323145"/>
              <a:gd name="connsiteX252" fmla="*/ 1048229 w 11269336"/>
              <a:gd name="connsiteY252" fmla="*/ 2207249 h 2323145"/>
              <a:gd name="connsiteX253" fmla="*/ 988232 w 11269336"/>
              <a:gd name="connsiteY253" fmla="*/ 2235635 h 2323145"/>
              <a:gd name="connsiteX254" fmla="*/ 981959 w 11269336"/>
              <a:gd name="connsiteY254" fmla="*/ 2231607 h 2323145"/>
              <a:gd name="connsiteX255" fmla="*/ 938600 w 11269336"/>
              <a:gd name="connsiteY255" fmla="*/ 2238113 h 2323145"/>
              <a:gd name="connsiteX256" fmla="*/ 791788 w 11269336"/>
              <a:gd name="connsiteY256" fmla="*/ 2293224 h 2323145"/>
              <a:gd name="connsiteX257" fmla="*/ 706914 w 11269336"/>
              <a:gd name="connsiteY257" fmla="*/ 2305046 h 2323145"/>
              <a:gd name="connsiteX258" fmla="*/ 675971 w 11269336"/>
              <a:gd name="connsiteY258" fmla="*/ 2304030 h 2323145"/>
              <a:gd name="connsiteX259" fmla="*/ 624180 w 11269336"/>
              <a:gd name="connsiteY259" fmla="*/ 2302650 h 2323145"/>
              <a:gd name="connsiteX260" fmla="*/ 583453 w 11269336"/>
              <a:gd name="connsiteY260" fmla="*/ 2288788 h 2323145"/>
              <a:gd name="connsiteX261" fmla="*/ 540946 w 11269336"/>
              <a:gd name="connsiteY261" fmla="*/ 2292721 h 2323145"/>
              <a:gd name="connsiteX262" fmla="*/ 533680 w 11269336"/>
              <a:gd name="connsiteY262" fmla="*/ 2310233 h 2323145"/>
              <a:gd name="connsiteX263" fmla="*/ 487366 w 11269336"/>
              <a:gd name="connsiteY263" fmla="*/ 2309053 h 2323145"/>
              <a:gd name="connsiteX264" fmla="*/ 416820 w 11269336"/>
              <a:gd name="connsiteY264" fmla="*/ 2305443 h 2323145"/>
              <a:gd name="connsiteX265" fmla="*/ 376805 w 11269336"/>
              <a:gd name="connsiteY265" fmla="*/ 2307647 h 2323145"/>
              <a:gd name="connsiteX266" fmla="*/ 266777 w 11269336"/>
              <a:gd name="connsiteY266" fmla="*/ 2309012 h 2323145"/>
              <a:gd name="connsiteX267" fmla="*/ 156013 w 11269336"/>
              <a:gd name="connsiteY267" fmla="*/ 2306832 h 2323145"/>
              <a:gd name="connsiteX268" fmla="*/ 87258 w 11269336"/>
              <a:gd name="connsiteY268" fmla="*/ 2285511 h 2323145"/>
              <a:gd name="connsiteX269" fmla="*/ 23798 w 11269336"/>
              <a:gd name="connsiteY269" fmla="*/ 2281822 h 2323145"/>
              <a:gd name="connsiteX270" fmla="*/ 0 w 11269336"/>
              <a:gd name="connsiteY270" fmla="*/ 2285369 h 2323145"/>
              <a:gd name="connsiteX271" fmla="*/ 0 w 11269336"/>
              <a:gd name="connsiteY271"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365341 w 11269336"/>
              <a:gd name="connsiteY184" fmla="*/ 2077638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335495 w 11269336"/>
              <a:gd name="connsiteY247" fmla="*/ 2203940 h 2323145"/>
              <a:gd name="connsiteX248" fmla="*/ 1266687 w 11269336"/>
              <a:gd name="connsiteY248" fmla="*/ 2212688 h 2323145"/>
              <a:gd name="connsiteX249" fmla="*/ 1239614 w 11269336"/>
              <a:gd name="connsiteY249" fmla="*/ 2209727 h 2323145"/>
              <a:gd name="connsiteX250" fmla="*/ 1202436 w 11269336"/>
              <a:gd name="connsiteY250" fmla="*/ 2209817 h 2323145"/>
              <a:gd name="connsiteX251" fmla="*/ 1136097 w 11269336"/>
              <a:gd name="connsiteY251" fmla="*/ 2205112 h 2323145"/>
              <a:gd name="connsiteX252" fmla="*/ 988232 w 11269336"/>
              <a:gd name="connsiteY252" fmla="*/ 2235635 h 2323145"/>
              <a:gd name="connsiteX253" fmla="*/ 981959 w 11269336"/>
              <a:gd name="connsiteY253" fmla="*/ 2231607 h 2323145"/>
              <a:gd name="connsiteX254" fmla="*/ 938600 w 11269336"/>
              <a:gd name="connsiteY254" fmla="*/ 2238113 h 2323145"/>
              <a:gd name="connsiteX255" fmla="*/ 791788 w 11269336"/>
              <a:gd name="connsiteY255" fmla="*/ 2293224 h 2323145"/>
              <a:gd name="connsiteX256" fmla="*/ 706914 w 11269336"/>
              <a:gd name="connsiteY256" fmla="*/ 2305046 h 2323145"/>
              <a:gd name="connsiteX257" fmla="*/ 675971 w 11269336"/>
              <a:gd name="connsiteY257" fmla="*/ 2304030 h 2323145"/>
              <a:gd name="connsiteX258" fmla="*/ 624180 w 11269336"/>
              <a:gd name="connsiteY258" fmla="*/ 2302650 h 2323145"/>
              <a:gd name="connsiteX259" fmla="*/ 583453 w 11269336"/>
              <a:gd name="connsiteY259" fmla="*/ 2288788 h 2323145"/>
              <a:gd name="connsiteX260" fmla="*/ 540946 w 11269336"/>
              <a:gd name="connsiteY260" fmla="*/ 2292721 h 2323145"/>
              <a:gd name="connsiteX261" fmla="*/ 533680 w 11269336"/>
              <a:gd name="connsiteY261" fmla="*/ 2310233 h 2323145"/>
              <a:gd name="connsiteX262" fmla="*/ 487366 w 11269336"/>
              <a:gd name="connsiteY262" fmla="*/ 2309053 h 2323145"/>
              <a:gd name="connsiteX263" fmla="*/ 416820 w 11269336"/>
              <a:gd name="connsiteY263" fmla="*/ 2305443 h 2323145"/>
              <a:gd name="connsiteX264" fmla="*/ 376805 w 11269336"/>
              <a:gd name="connsiteY264" fmla="*/ 2307647 h 2323145"/>
              <a:gd name="connsiteX265" fmla="*/ 266777 w 11269336"/>
              <a:gd name="connsiteY265" fmla="*/ 2309012 h 2323145"/>
              <a:gd name="connsiteX266" fmla="*/ 156013 w 11269336"/>
              <a:gd name="connsiteY266" fmla="*/ 2306832 h 2323145"/>
              <a:gd name="connsiteX267" fmla="*/ 87258 w 11269336"/>
              <a:gd name="connsiteY267" fmla="*/ 2285511 h 2323145"/>
              <a:gd name="connsiteX268" fmla="*/ 23798 w 11269336"/>
              <a:gd name="connsiteY268" fmla="*/ 2281822 h 2323145"/>
              <a:gd name="connsiteX269" fmla="*/ 0 w 11269336"/>
              <a:gd name="connsiteY269" fmla="*/ 2285369 h 2323145"/>
              <a:gd name="connsiteX270" fmla="*/ 0 w 11269336"/>
              <a:gd name="connsiteY270"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365341 w 11269336"/>
              <a:gd name="connsiteY184" fmla="*/ 2077638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266687 w 11269336"/>
              <a:gd name="connsiteY247" fmla="*/ 2212688 h 2323145"/>
              <a:gd name="connsiteX248" fmla="*/ 1239614 w 11269336"/>
              <a:gd name="connsiteY248" fmla="*/ 2209727 h 2323145"/>
              <a:gd name="connsiteX249" fmla="*/ 1202436 w 11269336"/>
              <a:gd name="connsiteY249" fmla="*/ 2209817 h 2323145"/>
              <a:gd name="connsiteX250" fmla="*/ 1136097 w 11269336"/>
              <a:gd name="connsiteY250" fmla="*/ 2205112 h 2323145"/>
              <a:gd name="connsiteX251" fmla="*/ 988232 w 11269336"/>
              <a:gd name="connsiteY251" fmla="*/ 2235635 h 2323145"/>
              <a:gd name="connsiteX252" fmla="*/ 981959 w 11269336"/>
              <a:gd name="connsiteY252" fmla="*/ 2231607 h 2323145"/>
              <a:gd name="connsiteX253" fmla="*/ 938600 w 11269336"/>
              <a:gd name="connsiteY253" fmla="*/ 2238113 h 2323145"/>
              <a:gd name="connsiteX254" fmla="*/ 791788 w 11269336"/>
              <a:gd name="connsiteY254" fmla="*/ 2293224 h 2323145"/>
              <a:gd name="connsiteX255" fmla="*/ 706914 w 11269336"/>
              <a:gd name="connsiteY255" fmla="*/ 2305046 h 2323145"/>
              <a:gd name="connsiteX256" fmla="*/ 675971 w 11269336"/>
              <a:gd name="connsiteY256" fmla="*/ 2304030 h 2323145"/>
              <a:gd name="connsiteX257" fmla="*/ 624180 w 11269336"/>
              <a:gd name="connsiteY257" fmla="*/ 2302650 h 2323145"/>
              <a:gd name="connsiteX258" fmla="*/ 583453 w 11269336"/>
              <a:gd name="connsiteY258" fmla="*/ 2288788 h 2323145"/>
              <a:gd name="connsiteX259" fmla="*/ 540946 w 11269336"/>
              <a:gd name="connsiteY259" fmla="*/ 2292721 h 2323145"/>
              <a:gd name="connsiteX260" fmla="*/ 533680 w 11269336"/>
              <a:gd name="connsiteY260" fmla="*/ 2310233 h 2323145"/>
              <a:gd name="connsiteX261" fmla="*/ 487366 w 11269336"/>
              <a:gd name="connsiteY261" fmla="*/ 2309053 h 2323145"/>
              <a:gd name="connsiteX262" fmla="*/ 416820 w 11269336"/>
              <a:gd name="connsiteY262" fmla="*/ 2305443 h 2323145"/>
              <a:gd name="connsiteX263" fmla="*/ 376805 w 11269336"/>
              <a:gd name="connsiteY263" fmla="*/ 2307647 h 2323145"/>
              <a:gd name="connsiteX264" fmla="*/ 266777 w 11269336"/>
              <a:gd name="connsiteY264" fmla="*/ 2309012 h 2323145"/>
              <a:gd name="connsiteX265" fmla="*/ 156013 w 11269336"/>
              <a:gd name="connsiteY265" fmla="*/ 2306832 h 2323145"/>
              <a:gd name="connsiteX266" fmla="*/ 87258 w 11269336"/>
              <a:gd name="connsiteY266" fmla="*/ 2285511 h 2323145"/>
              <a:gd name="connsiteX267" fmla="*/ 23798 w 11269336"/>
              <a:gd name="connsiteY267" fmla="*/ 2281822 h 2323145"/>
              <a:gd name="connsiteX268" fmla="*/ 0 w 11269336"/>
              <a:gd name="connsiteY268" fmla="*/ 2285369 h 2323145"/>
              <a:gd name="connsiteX269" fmla="*/ 0 w 11269336"/>
              <a:gd name="connsiteY269"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197391 w 11269336"/>
              <a:gd name="connsiteY54" fmla="*/ 1107746 h 2323145"/>
              <a:gd name="connsiteX55" fmla="*/ 8081474 w 11269336"/>
              <a:gd name="connsiteY55" fmla="*/ 1130125 h 2323145"/>
              <a:gd name="connsiteX56" fmla="*/ 8053585 w 11269336"/>
              <a:gd name="connsiteY56" fmla="*/ 1129169 h 2323145"/>
              <a:gd name="connsiteX57" fmla="*/ 8038422 w 11269336"/>
              <a:gd name="connsiteY57" fmla="*/ 1119092 h 2323145"/>
              <a:gd name="connsiteX58" fmla="*/ 8029450 w 11269336"/>
              <a:gd name="connsiteY58" fmla="*/ 1125592 h 2323145"/>
              <a:gd name="connsiteX59" fmla="*/ 7959552 w 11269336"/>
              <a:gd name="connsiteY59" fmla="*/ 1140188 h 2323145"/>
              <a:gd name="connsiteX60" fmla="*/ 7914188 w 11269336"/>
              <a:gd name="connsiteY60" fmla="*/ 1150862 h 2323145"/>
              <a:gd name="connsiteX61" fmla="*/ 7914918 w 11269336"/>
              <a:gd name="connsiteY61" fmla="*/ 1168758 h 2323145"/>
              <a:gd name="connsiteX62" fmla="*/ 7875510 w 11269336"/>
              <a:gd name="connsiteY62" fmla="*/ 1183153 h 2323145"/>
              <a:gd name="connsiteX63" fmla="*/ 7829932 w 11269336"/>
              <a:gd name="connsiteY63" fmla="*/ 1180782 h 2323145"/>
              <a:gd name="connsiteX64" fmla="*/ 7779182 w 11269336"/>
              <a:gd name="connsiteY64" fmla="*/ 1192665 h 2323145"/>
              <a:gd name="connsiteX65" fmla="*/ 7748774 w 11269336"/>
              <a:gd name="connsiteY65" fmla="*/ 1199586 h 2323145"/>
              <a:gd name="connsiteX66" fmla="*/ 7671846 w 11269336"/>
              <a:gd name="connsiteY66" fmla="*/ 1231966 h 2323145"/>
              <a:gd name="connsiteX67" fmla="*/ 7554146 w 11269336"/>
              <a:gd name="connsiteY67" fmla="*/ 1319748 h 2323145"/>
              <a:gd name="connsiteX68" fmla="*/ 7515052 w 11269336"/>
              <a:gd name="connsiteY68" fmla="*/ 1336718 h 2323145"/>
              <a:gd name="connsiteX69" fmla="*/ 7507193 w 11269336"/>
              <a:gd name="connsiteY69" fmla="*/ 1334617 h 2323145"/>
              <a:gd name="connsiteX70" fmla="*/ 7461694 w 11269336"/>
              <a:gd name="connsiteY70" fmla="*/ 1375866 h 2323145"/>
              <a:gd name="connsiteX71" fmla="*/ 7377571 w 11269336"/>
              <a:gd name="connsiteY71" fmla="*/ 1400128 h 2323145"/>
              <a:gd name="connsiteX72" fmla="*/ 7311261 w 11269336"/>
              <a:gd name="connsiteY72" fmla="*/ 1412652 h 2323145"/>
              <a:gd name="connsiteX73" fmla="*/ 7275307 w 11269336"/>
              <a:gd name="connsiteY73" fmla="*/ 1422171 h 2323145"/>
              <a:gd name="connsiteX74" fmla="*/ 7247783 w 11269336"/>
              <a:gd name="connsiteY74" fmla="*/ 1426330 h 2323145"/>
              <a:gd name="connsiteX75" fmla="*/ 7185047 w 11269336"/>
              <a:gd name="connsiteY75" fmla="*/ 1451812 h 2323145"/>
              <a:gd name="connsiteX76" fmla="*/ 7084117 w 11269336"/>
              <a:gd name="connsiteY76" fmla="*/ 1500281 h 2323145"/>
              <a:gd name="connsiteX77" fmla="*/ 7062011 w 11269336"/>
              <a:gd name="connsiteY77" fmla="*/ 1509183 h 2323145"/>
              <a:gd name="connsiteX78" fmla="*/ 7040555 w 11269336"/>
              <a:gd name="connsiteY78" fmla="*/ 1511207 h 2323145"/>
              <a:gd name="connsiteX79" fmla="*/ 7033438 w 11269336"/>
              <a:gd name="connsiteY79" fmla="*/ 1506772 h 2323145"/>
              <a:gd name="connsiteX80" fmla="*/ 7020886 w 11269336"/>
              <a:gd name="connsiteY80" fmla="*/ 1510764 h 2323145"/>
              <a:gd name="connsiteX81" fmla="*/ 7017033 w 11269336"/>
              <a:gd name="connsiteY81" fmla="*/ 1510650 h 2323145"/>
              <a:gd name="connsiteX82" fmla="*/ 6995460 w 11269336"/>
              <a:gd name="connsiteY82" fmla="*/ 1511173 h 2323145"/>
              <a:gd name="connsiteX83" fmla="*/ 6962144 w 11269336"/>
              <a:gd name="connsiteY83" fmla="*/ 1541508 h 2323145"/>
              <a:gd name="connsiteX84" fmla="*/ 6910674 w 11269336"/>
              <a:gd name="connsiteY84" fmla="*/ 1554793 h 2323145"/>
              <a:gd name="connsiteX85" fmla="*/ 6732152 w 11269336"/>
              <a:gd name="connsiteY85" fmla="*/ 1642538 h 2323145"/>
              <a:gd name="connsiteX86" fmla="*/ 6694106 w 11269336"/>
              <a:gd name="connsiteY86" fmla="*/ 1632377 h 2323145"/>
              <a:gd name="connsiteX87" fmla="*/ 6617223 w 11269336"/>
              <a:gd name="connsiteY87" fmla="*/ 1659889 h 2323145"/>
              <a:gd name="connsiteX88" fmla="*/ 6521138 w 11269336"/>
              <a:gd name="connsiteY88" fmla="*/ 1744340 h 2323145"/>
              <a:gd name="connsiteX89" fmla="*/ 6380677 w 11269336"/>
              <a:gd name="connsiteY89" fmla="*/ 1796883 h 2323145"/>
              <a:gd name="connsiteX90" fmla="*/ 6374897 w 11269336"/>
              <a:gd name="connsiteY90" fmla="*/ 1809910 h 2323145"/>
              <a:gd name="connsiteX91" fmla="*/ 6364545 w 11269336"/>
              <a:gd name="connsiteY91" fmla="*/ 1820090 h 2323145"/>
              <a:gd name="connsiteX92" fmla="*/ 6362126 w 11269336"/>
              <a:gd name="connsiteY92" fmla="*/ 1819991 h 2323145"/>
              <a:gd name="connsiteX93" fmla="*/ 6346673 w 11269336"/>
              <a:gd name="connsiteY93" fmla="*/ 1827824 h 2323145"/>
              <a:gd name="connsiteX94" fmla="*/ 6345588 w 11269336"/>
              <a:gd name="connsiteY94" fmla="*/ 1832232 h 2323145"/>
              <a:gd name="connsiteX95" fmla="*/ 6335708 w 11269336"/>
              <a:gd name="connsiteY95" fmla="*/ 1838451 h 2323145"/>
              <a:gd name="connsiteX96" fmla="*/ 6318182 w 11269336"/>
              <a:gd name="connsiteY96" fmla="*/ 1852975 h 2323145"/>
              <a:gd name="connsiteX97" fmla="*/ 6313084 w 11269336"/>
              <a:gd name="connsiteY97" fmla="*/ 1853561 h 2323145"/>
              <a:gd name="connsiteX98" fmla="*/ 6283816 w 11269336"/>
              <a:gd name="connsiteY98" fmla="*/ 1872148 h 2323145"/>
              <a:gd name="connsiteX99" fmla="*/ 6282550 w 11269336"/>
              <a:gd name="connsiteY99" fmla="*/ 1871392 h 2323145"/>
              <a:gd name="connsiteX100" fmla="*/ 6270527 w 11269336"/>
              <a:gd name="connsiteY100" fmla="*/ 1872208 h 2323145"/>
              <a:gd name="connsiteX101" fmla="*/ 6249518 w 11269336"/>
              <a:gd name="connsiteY101" fmla="*/ 1876079 h 2323145"/>
              <a:gd name="connsiteX102" fmla="*/ 6190386 w 11269336"/>
              <a:gd name="connsiteY102" fmla="*/ 1872478 h 2323145"/>
              <a:gd name="connsiteX103" fmla="*/ 6159777 w 11269336"/>
              <a:gd name="connsiteY103" fmla="*/ 1891745 h 2323145"/>
              <a:gd name="connsiteX104" fmla="*/ 6153131 w 11269336"/>
              <a:gd name="connsiteY104" fmla="*/ 1895079 h 2323145"/>
              <a:gd name="connsiteX105" fmla="*/ 6152798 w 11269336"/>
              <a:gd name="connsiteY105" fmla="*/ 1894920 h 2323145"/>
              <a:gd name="connsiteX106" fmla="*/ 6145388 w 11269336"/>
              <a:gd name="connsiteY106" fmla="*/ 1897990 h 2323145"/>
              <a:gd name="connsiteX107" fmla="*/ 6141014 w 11269336"/>
              <a:gd name="connsiteY107" fmla="*/ 1901155 h 2323145"/>
              <a:gd name="connsiteX108" fmla="*/ 6128122 w 11269336"/>
              <a:gd name="connsiteY108" fmla="*/ 1907623 h 2323145"/>
              <a:gd name="connsiteX109" fmla="*/ 6122351 w 11269336"/>
              <a:gd name="connsiteY109" fmla="*/ 1908359 h 2323145"/>
              <a:gd name="connsiteX110" fmla="*/ 6064750 w 11269336"/>
              <a:gd name="connsiteY110" fmla="*/ 1896394 h 2323145"/>
              <a:gd name="connsiteX111" fmla="*/ 5964230 w 11269336"/>
              <a:gd name="connsiteY111" fmla="*/ 1910038 h 2323145"/>
              <a:gd name="connsiteX112" fmla="*/ 5865399 w 11269336"/>
              <a:gd name="connsiteY112" fmla="*/ 1926966 h 2323145"/>
              <a:gd name="connsiteX113" fmla="*/ 5829951 w 11269336"/>
              <a:gd name="connsiteY113" fmla="*/ 1934755 h 2323145"/>
              <a:gd name="connsiteX114" fmla="*/ 5765285 w 11269336"/>
              <a:gd name="connsiteY114" fmla="*/ 1941322 h 2323145"/>
              <a:gd name="connsiteX115" fmla="*/ 5734750 w 11269336"/>
              <a:gd name="connsiteY115" fmla="*/ 1939793 h 2323145"/>
              <a:gd name="connsiteX116" fmla="*/ 5733569 w 11269336"/>
              <a:gd name="connsiteY116" fmla="*/ 1940505 h 2323145"/>
              <a:gd name="connsiteX117" fmla="*/ 5730329 w 11269336"/>
              <a:gd name="connsiteY117" fmla="*/ 1937845 h 2323145"/>
              <a:gd name="connsiteX118" fmla="*/ 5724661 w 11269336"/>
              <a:gd name="connsiteY118" fmla="*/ 1937455 h 2323145"/>
              <a:gd name="connsiteX119" fmla="*/ 5710186 w 11269336"/>
              <a:gd name="connsiteY119" fmla="*/ 1941370 h 2323145"/>
              <a:gd name="connsiteX120" fmla="*/ 5704910 w 11269336"/>
              <a:gd name="connsiteY120" fmla="*/ 1943663 h 2323145"/>
              <a:gd name="connsiteX121" fmla="*/ 5696836 w 11269336"/>
              <a:gd name="connsiteY121" fmla="*/ 1945271 h 2323145"/>
              <a:gd name="connsiteX122" fmla="*/ 5696583 w 11269336"/>
              <a:gd name="connsiteY122" fmla="*/ 1945050 h 2323145"/>
              <a:gd name="connsiteX123" fmla="*/ 5689123 w 11269336"/>
              <a:gd name="connsiteY123" fmla="*/ 1947067 h 2323145"/>
              <a:gd name="connsiteX124" fmla="*/ 5653291 w 11269336"/>
              <a:gd name="connsiteY124" fmla="*/ 1960245 h 2323145"/>
              <a:gd name="connsiteX125" fmla="*/ 5599385 w 11269336"/>
              <a:gd name="connsiteY125" fmla="*/ 1945198 h 2323145"/>
              <a:gd name="connsiteX126" fmla="*/ 5578300 w 11269336"/>
              <a:gd name="connsiteY126" fmla="*/ 1944963 h 2323145"/>
              <a:gd name="connsiteX127" fmla="*/ 5566758 w 11269336"/>
              <a:gd name="connsiteY127" fmla="*/ 1943441 h 2323145"/>
              <a:gd name="connsiteX128" fmla="*/ 5565857 w 11269336"/>
              <a:gd name="connsiteY128" fmla="*/ 1942445 h 2323145"/>
              <a:gd name="connsiteX129" fmla="*/ 5531534 w 11269336"/>
              <a:gd name="connsiteY129" fmla="*/ 1955208 h 2323145"/>
              <a:gd name="connsiteX130" fmla="*/ 5526552 w 11269336"/>
              <a:gd name="connsiteY130" fmla="*/ 1954799 h 2323145"/>
              <a:gd name="connsiteX131" fmla="*/ 5504723 w 11269336"/>
              <a:gd name="connsiteY131" fmla="*/ 1965811 h 2323145"/>
              <a:gd name="connsiteX132" fmla="*/ 5493156 w 11269336"/>
              <a:gd name="connsiteY132" fmla="*/ 1970063 h 2323145"/>
              <a:gd name="connsiteX133" fmla="*/ 5490486 w 11269336"/>
              <a:gd name="connsiteY133" fmla="*/ 1974227 h 2323145"/>
              <a:gd name="connsiteX134" fmla="*/ 5473107 w 11269336"/>
              <a:gd name="connsiteY134" fmla="*/ 1979001 h 2323145"/>
              <a:gd name="connsiteX135" fmla="*/ 5470885 w 11269336"/>
              <a:gd name="connsiteY135" fmla="*/ 1978432 h 2323145"/>
              <a:gd name="connsiteX136" fmla="*/ 5457393 w 11269336"/>
              <a:gd name="connsiteY136" fmla="*/ 1986525 h 2323145"/>
              <a:gd name="connsiteX137" fmla="*/ 5447102 w 11269336"/>
              <a:gd name="connsiteY137" fmla="*/ 1998329 h 2323145"/>
              <a:gd name="connsiteX138" fmla="*/ 5159151 w 11269336"/>
              <a:gd name="connsiteY138" fmla="*/ 2029640 h 2323145"/>
              <a:gd name="connsiteX139" fmla="*/ 5041688 w 11269336"/>
              <a:gd name="connsiteY139" fmla="*/ 2022334 h 2323145"/>
              <a:gd name="connsiteX140" fmla="*/ 4860988 w 11269336"/>
              <a:gd name="connsiteY140" fmla="*/ 2135698 h 2323145"/>
              <a:gd name="connsiteX141" fmla="*/ 4807902 w 11269336"/>
              <a:gd name="connsiteY141" fmla="*/ 2138894 h 2323145"/>
              <a:gd name="connsiteX142" fmla="*/ 4765388 w 11269336"/>
              <a:gd name="connsiteY142" fmla="*/ 2162525 h 2323145"/>
              <a:gd name="connsiteX143" fmla="*/ 4745033 w 11269336"/>
              <a:gd name="connsiteY143" fmla="*/ 2158859 h 2323145"/>
              <a:gd name="connsiteX144" fmla="*/ 4741475 w 11269336"/>
              <a:gd name="connsiteY144" fmla="*/ 2157998 h 2323145"/>
              <a:gd name="connsiteX145" fmla="*/ 4728247 w 11269336"/>
              <a:gd name="connsiteY145" fmla="*/ 2159526 h 2323145"/>
              <a:gd name="connsiteX146" fmla="*/ 4723263 w 11269336"/>
              <a:gd name="connsiteY146" fmla="*/ 2153742 h 2323145"/>
              <a:gd name="connsiteX147" fmla="*/ 4702453 w 11269336"/>
              <a:gd name="connsiteY147" fmla="*/ 2151586 h 2323145"/>
              <a:gd name="connsiteX148" fmla="*/ 4678455 w 11269336"/>
              <a:gd name="connsiteY148" fmla="*/ 2156131 h 2323145"/>
              <a:gd name="connsiteX149" fmla="*/ 4593061 w 11269336"/>
              <a:gd name="connsiteY149" fmla="*/ 2171597 h 2323145"/>
              <a:gd name="connsiteX150" fmla="*/ 4579902 w 11269336"/>
              <a:gd name="connsiteY150" fmla="*/ 2177927 h 2323145"/>
              <a:gd name="connsiteX151" fmla="*/ 4533444 w 11269336"/>
              <a:gd name="connsiteY151" fmla="*/ 2181200 h 2323145"/>
              <a:gd name="connsiteX152" fmla="*/ 4492832 w 11269336"/>
              <a:gd name="connsiteY152" fmla="*/ 2188033 h 2323145"/>
              <a:gd name="connsiteX153" fmla="*/ 4467257 w 11269336"/>
              <a:gd name="connsiteY153" fmla="*/ 2196121 h 2323145"/>
              <a:gd name="connsiteX154" fmla="*/ 4459937 w 11269336"/>
              <a:gd name="connsiteY154" fmla="*/ 2195182 h 2323145"/>
              <a:gd name="connsiteX155" fmla="*/ 4433312 w 11269336"/>
              <a:gd name="connsiteY155" fmla="*/ 2199004 h 2323145"/>
              <a:gd name="connsiteX156" fmla="*/ 4420601 w 11269336"/>
              <a:gd name="connsiteY156" fmla="*/ 2205158 h 2323145"/>
              <a:gd name="connsiteX157" fmla="*/ 4405765 w 11269336"/>
              <a:gd name="connsiteY157" fmla="*/ 2199902 h 2323145"/>
              <a:gd name="connsiteX158" fmla="*/ 4401354 w 11269336"/>
              <a:gd name="connsiteY158" fmla="*/ 2194745 h 2323145"/>
              <a:gd name="connsiteX159" fmla="*/ 4383151 w 11269336"/>
              <a:gd name="connsiteY159" fmla="*/ 2201140 h 2323145"/>
              <a:gd name="connsiteX160" fmla="*/ 4366646 w 11269336"/>
              <a:gd name="connsiteY160" fmla="*/ 2198564 h 2323145"/>
              <a:gd name="connsiteX161" fmla="*/ 4354009 w 11269336"/>
              <a:gd name="connsiteY161" fmla="*/ 2204984 h 2323145"/>
              <a:gd name="connsiteX162" fmla="*/ 4348284 w 11269336"/>
              <a:gd name="connsiteY162" fmla="*/ 2205270 h 2323145"/>
              <a:gd name="connsiteX163" fmla="*/ 4333906 w 11269336"/>
              <a:gd name="connsiteY163" fmla="*/ 2205251 h 2323145"/>
              <a:gd name="connsiteX164" fmla="*/ 4308819 w 11269336"/>
              <a:gd name="connsiteY164" fmla="*/ 2203822 h 2323145"/>
              <a:gd name="connsiteX165" fmla="*/ 4301210 w 11269336"/>
              <a:gd name="connsiteY165" fmla="*/ 2204456 h 2323145"/>
              <a:gd name="connsiteX166" fmla="*/ 4283095 w 11269336"/>
              <a:gd name="connsiteY166" fmla="*/ 2198177 h 2323145"/>
              <a:gd name="connsiteX167" fmla="*/ 4250119 w 11269336"/>
              <a:gd name="connsiteY167" fmla="*/ 2196342 h 2323145"/>
              <a:gd name="connsiteX168" fmla="*/ 4189203 w 11269336"/>
              <a:gd name="connsiteY168" fmla="*/ 2178994 h 2323145"/>
              <a:gd name="connsiteX169" fmla="*/ 4154035 w 11269336"/>
              <a:gd name="connsiteY169" fmla="*/ 2171950 h 2323145"/>
              <a:gd name="connsiteX170" fmla="*/ 4129569 w 11269336"/>
              <a:gd name="connsiteY170" fmla="*/ 2163850 h 2323145"/>
              <a:gd name="connsiteX171" fmla="*/ 4061250 w 11269336"/>
              <a:gd name="connsiteY171" fmla="*/ 2159236 h 2323145"/>
              <a:gd name="connsiteX172" fmla="*/ 3945480 w 11269336"/>
              <a:gd name="connsiteY172" fmla="*/ 2158279 h 2323145"/>
              <a:gd name="connsiteX173" fmla="*/ 3921468 w 11269336"/>
              <a:gd name="connsiteY173" fmla="*/ 2156588 h 2323145"/>
              <a:gd name="connsiteX174" fmla="*/ 3903348 w 11269336"/>
              <a:gd name="connsiteY174" fmla="*/ 2149220 h 2323145"/>
              <a:gd name="connsiteX175" fmla="*/ 3901342 w 11269336"/>
              <a:gd name="connsiteY175" fmla="*/ 2142355 h 2323145"/>
              <a:gd name="connsiteX176" fmla="*/ 3888539 w 11269336"/>
              <a:gd name="connsiteY176" fmla="*/ 2140476 h 2323145"/>
              <a:gd name="connsiteX177" fmla="*/ 3885662 w 11269336"/>
              <a:gd name="connsiteY177" fmla="*/ 2138740 h 2323145"/>
              <a:gd name="connsiteX178" fmla="*/ 3868627 w 11269336"/>
              <a:gd name="connsiteY178" fmla="*/ 2130023 h 2323145"/>
              <a:gd name="connsiteX179" fmla="*/ 3819177 w 11269336"/>
              <a:gd name="connsiteY179" fmla="*/ 2142111 h 2323145"/>
              <a:gd name="connsiteX180" fmla="*/ 3769100 w 11269336"/>
              <a:gd name="connsiteY180" fmla="*/ 2131731 h 2323145"/>
              <a:gd name="connsiteX181" fmla="*/ 3562752 w 11269336"/>
              <a:gd name="connsiteY181" fmla="*/ 2131785 h 2323145"/>
              <a:gd name="connsiteX182" fmla="*/ 3541402 w 11269336"/>
              <a:gd name="connsiteY182" fmla="*/ 2106821 h 2323145"/>
              <a:gd name="connsiteX183" fmla="*/ 3365341 w 11269336"/>
              <a:gd name="connsiteY183" fmla="*/ 2077638 h 2323145"/>
              <a:gd name="connsiteX184" fmla="*/ 3170922 w 11269336"/>
              <a:gd name="connsiteY184" fmla="*/ 2115957 h 2323145"/>
              <a:gd name="connsiteX185" fmla="*/ 3156256 w 11269336"/>
              <a:gd name="connsiteY185" fmla="*/ 2124773 h 2323145"/>
              <a:gd name="connsiteX186" fmla="*/ 3140298 w 11269336"/>
              <a:gd name="connsiteY186" fmla="*/ 2129182 h 2323145"/>
              <a:gd name="connsiteX187" fmla="*/ 3138514 w 11269336"/>
              <a:gd name="connsiteY187" fmla="*/ 2128069 h 2323145"/>
              <a:gd name="connsiteX188" fmla="*/ 3120467 w 11269336"/>
              <a:gd name="connsiteY188" fmla="*/ 2128281 h 2323145"/>
              <a:gd name="connsiteX189" fmla="*/ 3116175 w 11269336"/>
              <a:gd name="connsiteY189" fmla="*/ 2131633 h 2323145"/>
              <a:gd name="connsiteX190" fmla="*/ 3103685 w 11269336"/>
              <a:gd name="connsiteY190" fmla="*/ 2132814 h 2323145"/>
              <a:gd name="connsiteX191" fmla="*/ 3078794 w 11269336"/>
              <a:gd name="connsiteY191" fmla="*/ 2137935 h 2323145"/>
              <a:gd name="connsiteX192" fmla="*/ 3074407 w 11269336"/>
              <a:gd name="connsiteY192" fmla="*/ 2136274 h 2323145"/>
              <a:gd name="connsiteX193" fmla="*/ 3037285 w 11269336"/>
              <a:gd name="connsiteY193" fmla="*/ 2139919 h 2323145"/>
              <a:gd name="connsiteX194" fmla="*/ 3036901 w 11269336"/>
              <a:gd name="connsiteY194" fmla="*/ 2138726 h 2323145"/>
              <a:gd name="connsiteX195" fmla="*/ 3026996 w 11269336"/>
              <a:gd name="connsiteY195" fmla="*/ 2134322 h 2323145"/>
              <a:gd name="connsiteX196" fmla="*/ 3007772 w 11269336"/>
              <a:gd name="connsiteY196" fmla="*/ 2128742 h 2323145"/>
              <a:gd name="connsiteX197" fmla="*/ 2965030 w 11269336"/>
              <a:gd name="connsiteY197" fmla="*/ 2100494 h 2323145"/>
              <a:gd name="connsiteX198" fmla="*/ 2926342 w 11269336"/>
              <a:gd name="connsiteY198" fmla="*/ 2104155 h 2323145"/>
              <a:gd name="connsiteX199" fmla="*/ 2918608 w 11269336"/>
              <a:gd name="connsiteY199" fmla="*/ 2104215 h 2323145"/>
              <a:gd name="connsiteX200" fmla="*/ 2918475 w 11269336"/>
              <a:gd name="connsiteY200" fmla="*/ 2103937 h 2323145"/>
              <a:gd name="connsiteX201" fmla="*/ 2910360 w 11269336"/>
              <a:gd name="connsiteY201" fmla="*/ 2103444 h 2323145"/>
              <a:gd name="connsiteX202" fmla="*/ 2904507 w 11269336"/>
              <a:gd name="connsiteY202" fmla="*/ 2104326 h 2323145"/>
              <a:gd name="connsiteX203" fmla="*/ 2889503 w 11269336"/>
              <a:gd name="connsiteY203" fmla="*/ 2104443 h 2323145"/>
              <a:gd name="connsiteX204" fmla="*/ 2884480 w 11269336"/>
              <a:gd name="connsiteY204" fmla="*/ 2102626 h 2323145"/>
              <a:gd name="connsiteX205" fmla="*/ 2882689 w 11269336"/>
              <a:gd name="connsiteY205" fmla="*/ 2099228 h 2323145"/>
              <a:gd name="connsiteX206" fmla="*/ 2881291 w 11269336"/>
              <a:gd name="connsiteY206" fmla="*/ 2099618 h 2323145"/>
              <a:gd name="connsiteX207" fmla="*/ 2853979 w 11269336"/>
              <a:gd name="connsiteY207" fmla="*/ 2090388 h 2323145"/>
              <a:gd name="connsiteX208" fmla="*/ 2791790 w 11269336"/>
              <a:gd name="connsiteY208" fmla="*/ 2080332 h 2323145"/>
              <a:gd name="connsiteX209" fmla="*/ 2755844 w 11269336"/>
              <a:gd name="connsiteY209" fmla="*/ 2078874 h 2323145"/>
              <a:gd name="connsiteX210" fmla="*/ 2657742 w 11269336"/>
              <a:gd name="connsiteY210" fmla="*/ 2070179 h 2323145"/>
              <a:gd name="connsiteX211" fmla="*/ 2559549 w 11269336"/>
              <a:gd name="connsiteY211" fmla="*/ 2057873 h 2323145"/>
              <a:gd name="connsiteX212" fmla="*/ 2512054 w 11269336"/>
              <a:gd name="connsiteY212" fmla="*/ 2031671 h 2323145"/>
              <a:gd name="connsiteX213" fmla="*/ 2506437 w 11269336"/>
              <a:gd name="connsiteY213" fmla="*/ 2030918 h 2323145"/>
              <a:gd name="connsiteX214" fmla="*/ 2491752 w 11269336"/>
              <a:gd name="connsiteY214" fmla="*/ 2033906 h 2323145"/>
              <a:gd name="connsiteX215" fmla="*/ 2486338 w 11269336"/>
              <a:gd name="connsiteY215" fmla="*/ 2035862 h 2323145"/>
              <a:gd name="connsiteX216" fmla="*/ 2478186 w 11269336"/>
              <a:gd name="connsiteY216" fmla="*/ 2036953 h 2323145"/>
              <a:gd name="connsiteX217" fmla="*/ 2477950 w 11269336"/>
              <a:gd name="connsiteY217" fmla="*/ 2036715 h 2323145"/>
              <a:gd name="connsiteX218" fmla="*/ 2470381 w 11269336"/>
              <a:gd name="connsiteY218" fmla="*/ 2038256 h 2323145"/>
              <a:gd name="connsiteX219" fmla="*/ 2433781 w 11269336"/>
              <a:gd name="connsiteY219" fmla="*/ 2049140 h 2323145"/>
              <a:gd name="connsiteX220" fmla="*/ 2381172 w 11269336"/>
              <a:gd name="connsiteY220" fmla="*/ 2030645 h 2323145"/>
              <a:gd name="connsiteX221" fmla="*/ 2360198 w 11269336"/>
              <a:gd name="connsiteY221" fmla="*/ 2029059 h 2323145"/>
              <a:gd name="connsiteX222" fmla="*/ 2348815 w 11269336"/>
              <a:gd name="connsiteY222" fmla="*/ 2026798 h 2323145"/>
              <a:gd name="connsiteX223" fmla="*/ 2347988 w 11269336"/>
              <a:gd name="connsiteY223" fmla="*/ 2025745 h 2323145"/>
              <a:gd name="connsiteX224" fmla="*/ 2312920 w 11269336"/>
              <a:gd name="connsiteY224" fmla="*/ 2036311 h 2323145"/>
              <a:gd name="connsiteX225" fmla="*/ 2307986 w 11269336"/>
              <a:gd name="connsiteY225" fmla="*/ 2035583 h 2323145"/>
              <a:gd name="connsiteX226" fmla="*/ 2285481 w 11269336"/>
              <a:gd name="connsiteY226" fmla="*/ 2045197 h 2323145"/>
              <a:gd name="connsiteX227" fmla="*/ 2273666 w 11269336"/>
              <a:gd name="connsiteY227" fmla="*/ 2048710 h 2323145"/>
              <a:gd name="connsiteX228" fmla="*/ 2270719 w 11269336"/>
              <a:gd name="connsiteY228" fmla="*/ 2052702 h 2323145"/>
              <a:gd name="connsiteX229" fmla="*/ 2253080 w 11269336"/>
              <a:gd name="connsiteY229" fmla="*/ 2056363 h 2323145"/>
              <a:gd name="connsiteX230" fmla="*/ 2250906 w 11269336"/>
              <a:gd name="connsiteY230" fmla="*/ 2055654 h 2323145"/>
              <a:gd name="connsiteX231" fmla="*/ 2236905 w 11269336"/>
              <a:gd name="connsiteY231" fmla="*/ 2062882 h 2323145"/>
              <a:gd name="connsiteX232" fmla="*/ 2225830 w 11269336"/>
              <a:gd name="connsiteY232" fmla="*/ 2074027 h 2323145"/>
              <a:gd name="connsiteX233" fmla="*/ 2073776 w 11269336"/>
              <a:gd name="connsiteY233" fmla="*/ 2089244 h 2323145"/>
              <a:gd name="connsiteX234" fmla="*/ 1948256 w 11269336"/>
              <a:gd name="connsiteY234" fmla="*/ 2146616 h 2323145"/>
              <a:gd name="connsiteX235" fmla="*/ 1865582 w 11269336"/>
              <a:gd name="connsiteY235" fmla="*/ 2153738 h 2323145"/>
              <a:gd name="connsiteX236" fmla="*/ 1835210 w 11269336"/>
              <a:gd name="connsiteY236" fmla="*/ 2134244 h 2323145"/>
              <a:gd name="connsiteX237" fmla="*/ 1632661 w 11269336"/>
              <a:gd name="connsiteY237" fmla="*/ 2173882 h 2323145"/>
              <a:gd name="connsiteX238" fmla="*/ 1579590 w 11269336"/>
              <a:gd name="connsiteY238" fmla="*/ 2173680 h 2323145"/>
              <a:gd name="connsiteX239" fmla="*/ 1535601 w 11269336"/>
              <a:gd name="connsiteY239" fmla="*/ 2194590 h 2323145"/>
              <a:gd name="connsiteX240" fmla="*/ 1515594 w 11269336"/>
              <a:gd name="connsiteY240" fmla="*/ 2189622 h 2323145"/>
              <a:gd name="connsiteX241" fmla="*/ 1512113 w 11269336"/>
              <a:gd name="connsiteY241" fmla="*/ 2188534 h 2323145"/>
              <a:gd name="connsiteX242" fmla="*/ 1498838 w 11269336"/>
              <a:gd name="connsiteY242" fmla="*/ 2189213 h 2323145"/>
              <a:gd name="connsiteX243" fmla="*/ 1494279 w 11269336"/>
              <a:gd name="connsiteY243" fmla="*/ 2183112 h 2323145"/>
              <a:gd name="connsiteX244" fmla="*/ 1473714 w 11269336"/>
              <a:gd name="connsiteY244" fmla="*/ 2179625 h 2323145"/>
              <a:gd name="connsiteX245" fmla="*/ 1449503 w 11269336"/>
              <a:gd name="connsiteY245" fmla="*/ 2182633 h 2323145"/>
              <a:gd name="connsiteX246" fmla="*/ 1266687 w 11269336"/>
              <a:gd name="connsiteY246" fmla="*/ 2212688 h 2323145"/>
              <a:gd name="connsiteX247" fmla="*/ 1239614 w 11269336"/>
              <a:gd name="connsiteY247" fmla="*/ 2209727 h 2323145"/>
              <a:gd name="connsiteX248" fmla="*/ 1202436 w 11269336"/>
              <a:gd name="connsiteY248" fmla="*/ 2209817 h 2323145"/>
              <a:gd name="connsiteX249" fmla="*/ 1136097 w 11269336"/>
              <a:gd name="connsiteY249" fmla="*/ 2205112 h 2323145"/>
              <a:gd name="connsiteX250" fmla="*/ 988232 w 11269336"/>
              <a:gd name="connsiteY250" fmla="*/ 2235635 h 2323145"/>
              <a:gd name="connsiteX251" fmla="*/ 981959 w 11269336"/>
              <a:gd name="connsiteY251" fmla="*/ 2231607 h 2323145"/>
              <a:gd name="connsiteX252" fmla="*/ 938600 w 11269336"/>
              <a:gd name="connsiteY252" fmla="*/ 2238113 h 2323145"/>
              <a:gd name="connsiteX253" fmla="*/ 791788 w 11269336"/>
              <a:gd name="connsiteY253" fmla="*/ 2293224 h 2323145"/>
              <a:gd name="connsiteX254" fmla="*/ 706914 w 11269336"/>
              <a:gd name="connsiteY254" fmla="*/ 2305046 h 2323145"/>
              <a:gd name="connsiteX255" fmla="*/ 675971 w 11269336"/>
              <a:gd name="connsiteY255" fmla="*/ 2304030 h 2323145"/>
              <a:gd name="connsiteX256" fmla="*/ 624180 w 11269336"/>
              <a:gd name="connsiteY256" fmla="*/ 2302650 h 2323145"/>
              <a:gd name="connsiteX257" fmla="*/ 583453 w 11269336"/>
              <a:gd name="connsiteY257" fmla="*/ 2288788 h 2323145"/>
              <a:gd name="connsiteX258" fmla="*/ 540946 w 11269336"/>
              <a:gd name="connsiteY258" fmla="*/ 2292721 h 2323145"/>
              <a:gd name="connsiteX259" fmla="*/ 533680 w 11269336"/>
              <a:gd name="connsiteY259" fmla="*/ 2310233 h 2323145"/>
              <a:gd name="connsiteX260" fmla="*/ 487366 w 11269336"/>
              <a:gd name="connsiteY260" fmla="*/ 2309053 h 2323145"/>
              <a:gd name="connsiteX261" fmla="*/ 416820 w 11269336"/>
              <a:gd name="connsiteY261" fmla="*/ 2305443 h 2323145"/>
              <a:gd name="connsiteX262" fmla="*/ 376805 w 11269336"/>
              <a:gd name="connsiteY262" fmla="*/ 2307647 h 2323145"/>
              <a:gd name="connsiteX263" fmla="*/ 266777 w 11269336"/>
              <a:gd name="connsiteY263" fmla="*/ 2309012 h 2323145"/>
              <a:gd name="connsiteX264" fmla="*/ 156013 w 11269336"/>
              <a:gd name="connsiteY264" fmla="*/ 2306832 h 2323145"/>
              <a:gd name="connsiteX265" fmla="*/ 87258 w 11269336"/>
              <a:gd name="connsiteY265" fmla="*/ 2285511 h 2323145"/>
              <a:gd name="connsiteX266" fmla="*/ 23798 w 11269336"/>
              <a:gd name="connsiteY266" fmla="*/ 2281822 h 2323145"/>
              <a:gd name="connsiteX267" fmla="*/ 0 w 11269336"/>
              <a:gd name="connsiteY267" fmla="*/ 2285369 h 2323145"/>
              <a:gd name="connsiteX268" fmla="*/ 0 w 11269336"/>
              <a:gd name="connsiteY268"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795998 w 11269336"/>
              <a:gd name="connsiteY32" fmla="*/ 863337 h 2323145"/>
              <a:gd name="connsiteX33" fmla="*/ 8776970 w 11269336"/>
              <a:gd name="connsiteY33" fmla="*/ 885177 h 2323145"/>
              <a:gd name="connsiteX34" fmla="*/ 8755719 w 11269336"/>
              <a:gd name="connsiteY34" fmla="*/ 889754 h 2323145"/>
              <a:gd name="connsiteX35" fmla="*/ 8743257 w 11269336"/>
              <a:gd name="connsiteY35" fmla="*/ 904723 h 2323145"/>
              <a:gd name="connsiteX36" fmla="*/ 8721366 w 11269336"/>
              <a:gd name="connsiteY36" fmla="*/ 904711 h 2323145"/>
              <a:gd name="connsiteX37" fmla="*/ 8678353 w 11269336"/>
              <a:gd name="connsiteY37" fmla="*/ 926318 h 2323145"/>
              <a:gd name="connsiteX38" fmla="*/ 8636849 w 11269336"/>
              <a:gd name="connsiteY38" fmla="*/ 937900 h 2323145"/>
              <a:gd name="connsiteX39" fmla="*/ 8620213 w 11269336"/>
              <a:gd name="connsiteY39" fmla="*/ 943068 h 2323145"/>
              <a:gd name="connsiteX40" fmla="*/ 8612581 w 11269336"/>
              <a:gd name="connsiteY40" fmla="*/ 952695 h 2323145"/>
              <a:gd name="connsiteX41" fmla="*/ 8589038 w 11269336"/>
              <a:gd name="connsiteY41" fmla="*/ 963892 h 2323145"/>
              <a:gd name="connsiteX42" fmla="*/ 8579950 w 11269336"/>
              <a:gd name="connsiteY42" fmla="*/ 960899 h 2323145"/>
              <a:gd name="connsiteX43" fmla="*/ 8579319 w 11269336"/>
              <a:gd name="connsiteY43" fmla="*/ 965630 h 2323145"/>
              <a:gd name="connsiteX44" fmla="*/ 8547429 w 11269336"/>
              <a:gd name="connsiteY44" fmla="*/ 984506 h 2323145"/>
              <a:gd name="connsiteX45" fmla="*/ 8478704 w 11269336"/>
              <a:gd name="connsiteY45" fmla="*/ 1025490 h 2323145"/>
              <a:gd name="connsiteX46" fmla="*/ 8461421 w 11269336"/>
              <a:gd name="connsiteY46" fmla="*/ 1035512 h 2323145"/>
              <a:gd name="connsiteX47" fmla="*/ 8445003 w 11269336"/>
              <a:gd name="connsiteY47" fmla="*/ 1036851 h 2323145"/>
              <a:gd name="connsiteX48" fmla="*/ 8357350 w 11269336"/>
              <a:gd name="connsiteY48" fmla="*/ 1060213 h 2323145"/>
              <a:gd name="connsiteX49" fmla="*/ 8335565 w 11269336"/>
              <a:gd name="connsiteY49" fmla="*/ 1061151 h 2323145"/>
              <a:gd name="connsiteX50" fmla="*/ 8325267 w 11269336"/>
              <a:gd name="connsiteY50" fmla="*/ 1055919 h 2323145"/>
              <a:gd name="connsiteX51" fmla="*/ 8293586 w 11269336"/>
              <a:gd name="connsiteY51" fmla="*/ 1076144 h 2323145"/>
              <a:gd name="connsiteX52" fmla="*/ 8242405 w 11269336"/>
              <a:gd name="connsiteY52" fmla="*/ 1095960 h 2323145"/>
              <a:gd name="connsiteX53" fmla="*/ 8197391 w 11269336"/>
              <a:gd name="connsiteY53" fmla="*/ 1107746 h 2323145"/>
              <a:gd name="connsiteX54" fmla="*/ 8081474 w 11269336"/>
              <a:gd name="connsiteY54" fmla="*/ 1130125 h 2323145"/>
              <a:gd name="connsiteX55" fmla="*/ 8053585 w 11269336"/>
              <a:gd name="connsiteY55" fmla="*/ 1129169 h 2323145"/>
              <a:gd name="connsiteX56" fmla="*/ 8038422 w 11269336"/>
              <a:gd name="connsiteY56" fmla="*/ 1119092 h 2323145"/>
              <a:gd name="connsiteX57" fmla="*/ 8029450 w 11269336"/>
              <a:gd name="connsiteY57" fmla="*/ 1125592 h 2323145"/>
              <a:gd name="connsiteX58" fmla="*/ 7959552 w 11269336"/>
              <a:gd name="connsiteY58" fmla="*/ 1140188 h 2323145"/>
              <a:gd name="connsiteX59" fmla="*/ 7914188 w 11269336"/>
              <a:gd name="connsiteY59" fmla="*/ 1150862 h 2323145"/>
              <a:gd name="connsiteX60" fmla="*/ 7914918 w 11269336"/>
              <a:gd name="connsiteY60" fmla="*/ 1168758 h 2323145"/>
              <a:gd name="connsiteX61" fmla="*/ 7875510 w 11269336"/>
              <a:gd name="connsiteY61" fmla="*/ 1183153 h 2323145"/>
              <a:gd name="connsiteX62" fmla="*/ 7829932 w 11269336"/>
              <a:gd name="connsiteY62" fmla="*/ 1180782 h 2323145"/>
              <a:gd name="connsiteX63" fmla="*/ 7779182 w 11269336"/>
              <a:gd name="connsiteY63" fmla="*/ 1192665 h 2323145"/>
              <a:gd name="connsiteX64" fmla="*/ 7748774 w 11269336"/>
              <a:gd name="connsiteY64" fmla="*/ 1199586 h 2323145"/>
              <a:gd name="connsiteX65" fmla="*/ 7671846 w 11269336"/>
              <a:gd name="connsiteY65" fmla="*/ 1231966 h 2323145"/>
              <a:gd name="connsiteX66" fmla="*/ 7554146 w 11269336"/>
              <a:gd name="connsiteY66" fmla="*/ 1319748 h 2323145"/>
              <a:gd name="connsiteX67" fmla="*/ 7515052 w 11269336"/>
              <a:gd name="connsiteY67" fmla="*/ 1336718 h 2323145"/>
              <a:gd name="connsiteX68" fmla="*/ 7507193 w 11269336"/>
              <a:gd name="connsiteY68" fmla="*/ 1334617 h 2323145"/>
              <a:gd name="connsiteX69" fmla="*/ 7461694 w 11269336"/>
              <a:gd name="connsiteY69" fmla="*/ 1375866 h 2323145"/>
              <a:gd name="connsiteX70" fmla="*/ 7377571 w 11269336"/>
              <a:gd name="connsiteY70" fmla="*/ 1400128 h 2323145"/>
              <a:gd name="connsiteX71" fmla="*/ 7311261 w 11269336"/>
              <a:gd name="connsiteY71" fmla="*/ 1412652 h 2323145"/>
              <a:gd name="connsiteX72" fmla="*/ 7275307 w 11269336"/>
              <a:gd name="connsiteY72" fmla="*/ 1422171 h 2323145"/>
              <a:gd name="connsiteX73" fmla="*/ 7247783 w 11269336"/>
              <a:gd name="connsiteY73" fmla="*/ 1426330 h 2323145"/>
              <a:gd name="connsiteX74" fmla="*/ 7185047 w 11269336"/>
              <a:gd name="connsiteY74" fmla="*/ 1451812 h 2323145"/>
              <a:gd name="connsiteX75" fmla="*/ 7084117 w 11269336"/>
              <a:gd name="connsiteY75" fmla="*/ 1500281 h 2323145"/>
              <a:gd name="connsiteX76" fmla="*/ 7062011 w 11269336"/>
              <a:gd name="connsiteY76" fmla="*/ 1509183 h 2323145"/>
              <a:gd name="connsiteX77" fmla="*/ 7040555 w 11269336"/>
              <a:gd name="connsiteY77" fmla="*/ 1511207 h 2323145"/>
              <a:gd name="connsiteX78" fmla="*/ 7033438 w 11269336"/>
              <a:gd name="connsiteY78" fmla="*/ 1506772 h 2323145"/>
              <a:gd name="connsiteX79" fmla="*/ 7020886 w 11269336"/>
              <a:gd name="connsiteY79" fmla="*/ 1510764 h 2323145"/>
              <a:gd name="connsiteX80" fmla="*/ 7017033 w 11269336"/>
              <a:gd name="connsiteY80" fmla="*/ 1510650 h 2323145"/>
              <a:gd name="connsiteX81" fmla="*/ 6995460 w 11269336"/>
              <a:gd name="connsiteY81" fmla="*/ 1511173 h 2323145"/>
              <a:gd name="connsiteX82" fmla="*/ 6962144 w 11269336"/>
              <a:gd name="connsiteY82" fmla="*/ 1541508 h 2323145"/>
              <a:gd name="connsiteX83" fmla="*/ 6910674 w 11269336"/>
              <a:gd name="connsiteY83" fmla="*/ 1554793 h 2323145"/>
              <a:gd name="connsiteX84" fmla="*/ 6732152 w 11269336"/>
              <a:gd name="connsiteY84" fmla="*/ 1642538 h 2323145"/>
              <a:gd name="connsiteX85" fmla="*/ 6694106 w 11269336"/>
              <a:gd name="connsiteY85" fmla="*/ 1632377 h 2323145"/>
              <a:gd name="connsiteX86" fmla="*/ 6617223 w 11269336"/>
              <a:gd name="connsiteY86" fmla="*/ 1659889 h 2323145"/>
              <a:gd name="connsiteX87" fmla="*/ 6521138 w 11269336"/>
              <a:gd name="connsiteY87" fmla="*/ 1744340 h 2323145"/>
              <a:gd name="connsiteX88" fmla="*/ 6380677 w 11269336"/>
              <a:gd name="connsiteY88" fmla="*/ 1796883 h 2323145"/>
              <a:gd name="connsiteX89" fmla="*/ 6374897 w 11269336"/>
              <a:gd name="connsiteY89" fmla="*/ 1809910 h 2323145"/>
              <a:gd name="connsiteX90" fmla="*/ 6364545 w 11269336"/>
              <a:gd name="connsiteY90" fmla="*/ 1820090 h 2323145"/>
              <a:gd name="connsiteX91" fmla="*/ 6362126 w 11269336"/>
              <a:gd name="connsiteY91" fmla="*/ 1819991 h 2323145"/>
              <a:gd name="connsiteX92" fmla="*/ 6346673 w 11269336"/>
              <a:gd name="connsiteY92" fmla="*/ 1827824 h 2323145"/>
              <a:gd name="connsiteX93" fmla="*/ 6345588 w 11269336"/>
              <a:gd name="connsiteY93" fmla="*/ 1832232 h 2323145"/>
              <a:gd name="connsiteX94" fmla="*/ 6335708 w 11269336"/>
              <a:gd name="connsiteY94" fmla="*/ 1838451 h 2323145"/>
              <a:gd name="connsiteX95" fmla="*/ 6318182 w 11269336"/>
              <a:gd name="connsiteY95" fmla="*/ 1852975 h 2323145"/>
              <a:gd name="connsiteX96" fmla="*/ 6313084 w 11269336"/>
              <a:gd name="connsiteY96" fmla="*/ 1853561 h 2323145"/>
              <a:gd name="connsiteX97" fmla="*/ 6283816 w 11269336"/>
              <a:gd name="connsiteY97" fmla="*/ 1872148 h 2323145"/>
              <a:gd name="connsiteX98" fmla="*/ 6282550 w 11269336"/>
              <a:gd name="connsiteY98" fmla="*/ 1871392 h 2323145"/>
              <a:gd name="connsiteX99" fmla="*/ 6270527 w 11269336"/>
              <a:gd name="connsiteY99" fmla="*/ 1872208 h 2323145"/>
              <a:gd name="connsiteX100" fmla="*/ 6249518 w 11269336"/>
              <a:gd name="connsiteY100" fmla="*/ 1876079 h 2323145"/>
              <a:gd name="connsiteX101" fmla="*/ 6190386 w 11269336"/>
              <a:gd name="connsiteY101" fmla="*/ 1872478 h 2323145"/>
              <a:gd name="connsiteX102" fmla="*/ 6159777 w 11269336"/>
              <a:gd name="connsiteY102" fmla="*/ 1891745 h 2323145"/>
              <a:gd name="connsiteX103" fmla="*/ 6153131 w 11269336"/>
              <a:gd name="connsiteY103" fmla="*/ 1895079 h 2323145"/>
              <a:gd name="connsiteX104" fmla="*/ 6152798 w 11269336"/>
              <a:gd name="connsiteY104" fmla="*/ 1894920 h 2323145"/>
              <a:gd name="connsiteX105" fmla="*/ 6145388 w 11269336"/>
              <a:gd name="connsiteY105" fmla="*/ 1897990 h 2323145"/>
              <a:gd name="connsiteX106" fmla="*/ 6141014 w 11269336"/>
              <a:gd name="connsiteY106" fmla="*/ 1901155 h 2323145"/>
              <a:gd name="connsiteX107" fmla="*/ 6128122 w 11269336"/>
              <a:gd name="connsiteY107" fmla="*/ 1907623 h 2323145"/>
              <a:gd name="connsiteX108" fmla="*/ 6122351 w 11269336"/>
              <a:gd name="connsiteY108" fmla="*/ 1908359 h 2323145"/>
              <a:gd name="connsiteX109" fmla="*/ 6064750 w 11269336"/>
              <a:gd name="connsiteY109" fmla="*/ 1896394 h 2323145"/>
              <a:gd name="connsiteX110" fmla="*/ 5964230 w 11269336"/>
              <a:gd name="connsiteY110" fmla="*/ 1910038 h 2323145"/>
              <a:gd name="connsiteX111" fmla="*/ 5865399 w 11269336"/>
              <a:gd name="connsiteY111" fmla="*/ 1926966 h 2323145"/>
              <a:gd name="connsiteX112" fmla="*/ 5829951 w 11269336"/>
              <a:gd name="connsiteY112" fmla="*/ 1934755 h 2323145"/>
              <a:gd name="connsiteX113" fmla="*/ 5765285 w 11269336"/>
              <a:gd name="connsiteY113" fmla="*/ 1941322 h 2323145"/>
              <a:gd name="connsiteX114" fmla="*/ 5734750 w 11269336"/>
              <a:gd name="connsiteY114" fmla="*/ 1939793 h 2323145"/>
              <a:gd name="connsiteX115" fmla="*/ 5733569 w 11269336"/>
              <a:gd name="connsiteY115" fmla="*/ 1940505 h 2323145"/>
              <a:gd name="connsiteX116" fmla="*/ 5730329 w 11269336"/>
              <a:gd name="connsiteY116" fmla="*/ 1937845 h 2323145"/>
              <a:gd name="connsiteX117" fmla="*/ 5724661 w 11269336"/>
              <a:gd name="connsiteY117" fmla="*/ 1937455 h 2323145"/>
              <a:gd name="connsiteX118" fmla="*/ 5710186 w 11269336"/>
              <a:gd name="connsiteY118" fmla="*/ 1941370 h 2323145"/>
              <a:gd name="connsiteX119" fmla="*/ 5704910 w 11269336"/>
              <a:gd name="connsiteY119" fmla="*/ 1943663 h 2323145"/>
              <a:gd name="connsiteX120" fmla="*/ 5696836 w 11269336"/>
              <a:gd name="connsiteY120" fmla="*/ 1945271 h 2323145"/>
              <a:gd name="connsiteX121" fmla="*/ 5696583 w 11269336"/>
              <a:gd name="connsiteY121" fmla="*/ 1945050 h 2323145"/>
              <a:gd name="connsiteX122" fmla="*/ 5689123 w 11269336"/>
              <a:gd name="connsiteY122" fmla="*/ 1947067 h 2323145"/>
              <a:gd name="connsiteX123" fmla="*/ 5653291 w 11269336"/>
              <a:gd name="connsiteY123" fmla="*/ 1960245 h 2323145"/>
              <a:gd name="connsiteX124" fmla="*/ 5599385 w 11269336"/>
              <a:gd name="connsiteY124" fmla="*/ 1945198 h 2323145"/>
              <a:gd name="connsiteX125" fmla="*/ 5578300 w 11269336"/>
              <a:gd name="connsiteY125" fmla="*/ 1944963 h 2323145"/>
              <a:gd name="connsiteX126" fmla="*/ 5566758 w 11269336"/>
              <a:gd name="connsiteY126" fmla="*/ 1943441 h 2323145"/>
              <a:gd name="connsiteX127" fmla="*/ 5565857 w 11269336"/>
              <a:gd name="connsiteY127" fmla="*/ 1942445 h 2323145"/>
              <a:gd name="connsiteX128" fmla="*/ 5531534 w 11269336"/>
              <a:gd name="connsiteY128" fmla="*/ 1955208 h 2323145"/>
              <a:gd name="connsiteX129" fmla="*/ 5526552 w 11269336"/>
              <a:gd name="connsiteY129" fmla="*/ 1954799 h 2323145"/>
              <a:gd name="connsiteX130" fmla="*/ 5504723 w 11269336"/>
              <a:gd name="connsiteY130" fmla="*/ 1965811 h 2323145"/>
              <a:gd name="connsiteX131" fmla="*/ 5493156 w 11269336"/>
              <a:gd name="connsiteY131" fmla="*/ 1970063 h 2323145"/>
              <a:gd name="connsiteX132" fmla="*/ 5490486 w 11269336"/>
              <a:gd name="connsiteY132" fmla="*/ 1974227 h 2323145"/>
              <a:gd name="connsiteX133" fmla="*/ 5473107 w 11269336"/>
              <a:gd name="connsiteY133" fmla="*/ 1979001 h 2323145"/>
              <a:gd name="connsiteX134" fmla="*/ 5470885 w 11269336"/>
              <a:gd name="connsiteY134" fmla="*/ 1978432 h 2323145"/>
              <a:gd name="connsiteX135" fmla="*/ 5457393 w 11269336"/>
              <a:gd name="connsiteY135" fmla="*/ 1986525 h 2323145"/>
              <a:gd name="connsiteX136" fmla="*/ 5447102 w 11269336"/>
              <a:gd name="connsiteY136" fmla="*/ 1998329 h 2323145"/>
              <a:gd name="connsiteX137" fmla="*/ 5159151 w 11269336"/>
              <a:gd name="connsiteY137" fmla="*/ 2029640 h 2323145"/>
              <a:gd name="connsiteX138" fmla="*/ 5041688 w 11269336"/>
              <a:gd name="connsiteY138" fmla="*/ 2022334 h 2323145"/>
              <a:gd name="connsiteX139" fmla="*/ 4860988 w 11269336"/>
              <a:gd name="connsiteY139" fmla="*/ 2135698 h 2323145"/>
              <a:gd name="connsiteX140" fmla="*/ 4807902 w 11269336"/>
              <a:gd name="connsiteY140" fmla="*/ 2138894 h 2323145"/>
              <a:gd name="connsiteX141" fmla="*/ 4765388 w 11269336"/>
              <a:gd name="connsiteY141" fmla="*/ 2162525 h 2323145"/>
              <a:gd name="connsiteX142" fmla="*/ 4745033 w 11269336"/>
              <a:gd name="connsiteY142" fmla="*/ 2158859 h 2323145"/>
              <a:gd name="connsiteX143" fmla="*/ 4741475 w 11269336"/>
              <a:gd name="connsiteY143" fmla="*/ 2157998 h 2323145"/>
              <a:gd name="connsiteX144" fmla="*/ 4728247 w 11269336"/>
              <a:gd name="connsiteY144" fmla="*/ 2159526 h 2323145"/>
              <a:gd name="connsiteX145" fmla="*/ 4723263 w 11269336"/>
              <a:gd name="connsiteY145" fmla="*/ 2153742 h 2323145"/>
              <a:gd name="connsiteX146" fmla="*/ 4702453 w 11269336"/>
              <a:gd name="connsiteY146" fmla="*/ 2151586 h 2323145"/>
              <a:gd name="connsiteX147" fmla="*/ 4678455 w 11269336"/>
              <a:gd name="connsiteY147" fmla="*/ 2156131 h 2323145"/>
              <a:gd name="connsiteX148" fmla="*/ 4593061 w 11269336"/>
              <a:gd name="connsiteY148" fmla="*/ 2171597 h 2323145"/>
              <a:gd name="connsiteX149" fmla="*/ 4579902 w 11269336"/>
              <a:gd name="connsiteY149" fmla="*/ 2177927 h 2323145"/>
              <a:gd name="connsiteX150" fmla="*/ 4533444 w 11269336"/>
              <a:gd name="connsiteY150" fmla="*/ 2181200 h 2323145"/>
              <a:gd name="connsiteX151" fmla="*/ 4492832 w 11269336"/>
              <a:gd name="connsiteY151" fmla="*/ 2188033 h 2323145"/>
              <a:gd name="connsiteX152" fmla="*/ 4467257 w 11269336"/>
              <a:gd name="connsiteY152" fmla="*/ 2196121 h 2323145"/>
              <a:gd name="connsiteX153" fmla="*/ 4459937 w 11269336"/>
              <a:gd name="connsiteY153" fmla="*/ 2195182 h 2323145"/>
              <a:gd name="connsiteX154" fmla="*/ 4433312 w 11269336"/>
              <a:gd name="connsiteY154" fmla="*/ 2199004 h 2323145"/>
              <a:gd name="connsiteX155" fmla="*/ 4420601 w 11269336"/>
              <a:gd name="connsiteY155" fmla="*/ 2205158 h 2323145"/>
              <a:gd name="connsiteX156" fmla="*/ 4405765 w 11269336"/>
              <a:gd name="connsiteY156" fmla="*/ 2199902 h 2323145"/>
              <a:gd name="connsiteX157" fmla="*/ 4401354 w 11269336"/>
              <a:gd name="connsiteY157" fmla="*/ 2194745 h 2323145"/>
              <a:gd name="connsiteX158" fmla="*/ 4383151 w 11269336"/>
              <a:gd name="connsiteY158" fmla="*/ 2201140 h 2323145"/>
              <a:gd name="connsiteX159" fmla="*/ 4366646 w 11269336"/>
              <a:gd name="connsiteY159" fmla="*/ 2198564 h 2323145"/>
              <a:gd name="connsiteX160" fmla="*/ 4354009 w 11269336"/>
              <a:gd name="connsiteY160" fmla="*/ 2204984 h 2323145"/>
              <a:gd name="connsiteX161" fmla="*/ 4348284 w 11269336"/>
              <a:gd name="connsiteY161" fmla="*/ 2205270 h 2323145"/>
              <a:gd name="connsiteX162" fmla="*/ 4333906 w 11269336"/>
              <a:gd name="connsiteY162" fmla="*/ 2205251 h 2323145"/>
              <a:gd name="connsiteX163" fmla="*/ 4308819 w 11269336"/>
              <a:gd name="connsiteY163" fmla="*/ 2203822 h 2323145"/>
              <a:gd name="connsiteX164" fmla="*/ 4301210 w 11269336"/>
              <a:gd name="connsiteY164" fmla="*/ 2204456 h 2323145"/>
              <a:gd name="connsiteX165" fmla="*/ 4283095 w 11269336"/>
              <a:gd name="connsiteY165" fmla="*/ 2198177 h 2323145"/>
              <a:gd name="connsiteX166" fmla="*/ 4250119 w 11269336"/>
              <a:gd name="connsiteY166" fmla="*/ 2196342 h 2323145"/>
              <a:gd name="connsiteX167" fmla="*/ 4189203 w 11269336"/>
              <a:gd name="connsiteY167" fmla="*/ 2178994 h 2323145"/>
              <a:gd name="connsiteX168" fmla="*/ 4154035 w 11269336"/>
              <a:gd name="connsiteY168" fmla="*/ 2171950 h 2323145"/>
              <a:gd name="connsiteX169" fmla="*/ 4129569 w 11269336"/>
              <a:gd name="connsiteY169" fmla="*/ 2163850 h 2323145"/>
              <a:gd name="connsiteX170" fmla="*/ 4061250 w 11269336"/>
              <a:gd name="connsiteY170" fmla="*/ 2159236 h 2323145"/>
              <a:gd name="connsiteX171" fmla="*/ 3945480 w 11269336"/>
              <a:gd name="connsiteY171" fmla="*/ 2158279 h 2323145"/>
              <a:gd name="connsiteX172" fmla="*/ 3921468 w 11269336"/>
              <a:gd name="connsiteY172" fmla="*/ 2156588 h 2323145"/>
              <a:gd name="connsiteX173" fmla="*/ 3903348 w 11269336"/>
              <a:gd name="connsiteY173" fmla="*/ 2149220 h 2323145"/>
              <a:gd name="connsiteX174" fmla="*/ 3901342 w 11269336"/>
              <a:gd name="connsiteY174" fmla="*/ 2142355 h 2323145"/>
              <a:gd name="connsiteX175" fmla="*/ 3888539 w 11269336"/>
              <a:gd name="connsiteY175" fmla="*/ 2140476 h 2323145"/>
              <a:gd name="connsiteX176" fmla="*/ 3885662 w 11269336"/>
              <a:gd name="connsiteY176" fmla="*/ 2138740 h 2323145"/>
              <a:gd name="connsiteX177" fmla="*/ 3868627 w 11269336"/>
              <a:gd name="connsiteY177" fmla="*/ 2130023 h 2323145"/>
              <a:gd name="connsiteX178" fmla="*/ 3819177 w 11269336"/>
              <a:gd name="connsiteY178" fmla="*/ 2142111 h 2323145"/>
              <a:gd name="connsiteX179" fmla="*/ 3769100 w 11269336"/>
              <a:gd name="connsiteY179" fmla="*/ 2131731 h 2323145"/>
              <a:gd name="connsiteX180" fmla="*/ 3562752 w 11269336"/>
              <a:gd name="connsiteY180" fmla="*/ 2131785 h 2323145"/>
              <a:gd name="connsiteX181" fmla="*/ 3541402 w 11269336"/>
              <a:gd name="connsiteY181" fmla="*/ 2106821 h 2323145"/>
              <a:gd name="connsiteX182" fmla="*/ 3365341 w 11269336"/>
              <a:gd name="connsiteY182" fmla="*/ 2077638 h 2323145"/>
              <a:gd name="connsiteX183" fmla="*/ 3170922 w 11269336"/>
              <a:gd name="connsiteY183" fmla="*/ 2115957 h 2323145"/>
              <a:gd name="connsiteX184" fmla="*/ 3156256 w 11269336"/>
              <a:gd name="connsiteY184" fmla="*/ 2124773 h 2323145"/>
              <a:gd name="connsiteX185" fmla="*/ 3140298 w 11269336"/>
              <a:gd name="connsiteY185" fmla="*/ 2129182 h 2323145"/>
              <a:gd name="connsiteX186" fmla="*/ 3138514 w 11269336"/>
              <a:gd name="connsiteY186" fmla="*/ 2128069 h 2323145"/>
              <a:gd name="connsiteX187" fmla="*/ 3120467 w 11269336"/>
              <a:gd name="connsiteY187" fmla="*/ 2128281 h 2323145"/>
              <a:gd name="connsiteX188" fmla="*/ 3116175 w 11269336"/>
              <a:gd name="connsiteY188" fmla="*/ 2131633 h 2323145"/>
              <a:gd name="connsiteX189" fmla="*/ 3103685 w 11269336"/>
              <a:gd name="connsiteY189" fmla="*/ 2132814 h 2323145"/>
              <a:gd name="connsiteX190" fmla="*/ 3078794 w 11269336"/>
              <a:gd name="connsiteY190" fmla="*/ 2137935 h 2323145"/>
              <a:gd name="connsiteX191" fmla="*/ 3074407 w 11269336"/>
              <a:gd name="connsiteY191" fmla="*/ 2136274 h 2323145"/>
              <a:gd name="connsiteX192" fmla="*/ 3037285 w 11269336"/>
              <a:gd name="connsiteY192" fmla="*/ 2139919 h 2323145"/>
              <a:gd name="connsiteX193" fmla="*/ 3036901 w 11269336"/>
              <a:gd name="connsiteY193" fmla="*/ 2138726 h 2323145"/>
              <a:gd name="connsiteX194" fmla="*/ 3026996 w 11269336"/>
              <a:gd name="connsiteY194" fmla="*/ 2134322 h 2323145"/>
              <a:gd name="connsiteX195" fmla="*/ 3007772 w 11269336"/>
              <a:gd name="connsiteY195" fmla="*/ 2128742 h 2323145"/>
              <a:gd name="connsiteX196" fmla="*/ 2965030 w 11269336"/>
              <a:gd name="connsiteY196" fmla="*/ 2100494 h 2323145"/>
              <a:gd name="connsiteX197" fmla="*/ 2926342 w 11269336"/>
              <a:gd name="connsiteY197" fmla="*/ 2104155 h 2323145"/>
              <a:gd name="connsiteX198" fmla="*/ 2918608 w 11269336"/>
              <a:gd name="connsiteY198" fmla="*/ 2104215 h 2323145"/>
              <a:gd name="connsiteX199" fmla="*/ 2918475 w 11269336"/>
              <a:gd name="connsiteY199" fmla="*/ 2103937 h 2323145"/>
              <a:gd name="connsiteX200" fmla="*/ 2910360 w 11269336"/>
              <a:gd name="connsiteY200" fmla="*/ 2103444 h 2323145"/>
              <a:gd name="connsiteX201" fmla="*/ 2904507 w 11269336"/>
              <a:gd name="connsiteY201" fmla="*/ 2104326 h 2323145"/>
              <a:gd name="connsiteX202" fmla="*/ 2889503 w 11269336"/>
              <a:gd name="connsiteY202" fmla="*/ 2104443 h 2323145"/>
              <a:gd name="connsiteX203" fmla="*/ 2884480 w 11269336"/>
              <a:gd name="connsiteY203" fmla="*/ 2102626 h 2323145"/>
              <a:gd name="connsiteX204" fmla="*/ 2882689 w 11269336"/>
              <a:gd name="connsiteY204" fmla="*/ 2099228 h 2323145"/>
              <a:gd name="connsiteX205" fmla="*/ 2881291 w 11269336"/>
              <a:gd name="connsiteY205" fmla="*/ 2099618 h 2323145"/>
              <a:gd name="connsiteX206" fmla="*/ 2853979 w 11269336"/>
              <a:gd name="connsiteY206" fmla="*/ 2090388 h 2323145"/>
              <a:gd name="connsiteX207" fmla="*/ 2791790 w 11269336"/>
              <a:gd name="connsiteY207" fmla="*/ 2080332 h 2323145"/>
              <a:gd name="connsiteX208" fmla="*/ 2755844 w 11269336"/>
              <a:gd name="connsiteY208" fmla="*/ 2078874 h 2323145"/>
              <a:gd name="connsiteX209" fmla="*/ 2657742 w 11269336"/>
              <a:gd name="connsiteY209" fmla="*/ 2070179 h 2323145"/>
              <a:gd name="connsiteX210" fmla="*/ 2559549 w 11269336"/>
              <a:gd name="connsiteY210" fmla="*/ 2057873 h 2323145"/>
              <a:gd name="connsiteX211" fmla="*/ 2512054 w 11269336"/>
              <a:gd name="connsiteY211" fmla="*/ 2031671 h 2323145"/>
              <a:gd name="connsiteX212" fmla="*/ 2506437 w 11269336"/>
              <a:gd name="connsiteY212" fmla="*/ 2030918 h 2323145"/>
              <a:gd name="connsiteX213" fmla="*/ 2491752 w 11269336"/>
              <a:gd name="connsiteY213" fmla="*/ 2033906 h 2323145"/>
              <a:gd name="connsiteX214" fmla="*/ 2486338 w 11269336"/>
              <a:gd name="connsiteY214" fmla="*/ 2035862 h 2323145"/>
              <a:gd name="connsiteX215" fmla="*/ 2478186 w 11269336"/>
              <a:gd name="connsiteY215" fmla="*/ 2036953 h 2323145"/>
              <a:gd name="connsiteX216" fmla="*/ 2477950 w 11269336"/>
              <a:gd name="connsiteY216" fmla="*/ 2036715 h 2323145"/>
              <a:gd name="connsiteX217" fmla="*/ 2470381 w 11269336"/>
              <a:gd name="connsiteY217" fmla="*/ 2038256 h 2323145"/>
              <a:gd name="connsiteX218" fmla="*/ 2433781 w 11269336"/>
              <a:gd name="connsiteY218" fmla="*/ 2049140 h 2323145"/>
              <a:gd name="connsiteX219" fmla="*/ 2381172 w 11269336"/>
              <a:gd name="connsiteY219" fmla="*/ 2030645 h 2323145"/>
              <a:gd name="connsiteX220" fmla="*/ 2360198 w 11269336"/>
              <a:gd name="connsiteY220" fmla="*/ 2029059 h 2323145"/>
              <a:gd name="connsiteX221" fmla="*/ 2348815 w 11269336"/>
              <a:gd name="connsiteY221" fmla="*/ 2026798 h 2323145"/>
              <a:gd name="connsiteX222" fmla="*/ 2347988 w 11269336"/>
              <a:gd name="connsiteY222" fmla="*/ 2025745 h 2323145"/>
              <a:gd name="connsiteX223" fmla="*/ 2312920 w 11269336"/>
              <a:gd name="connsiteY223" fmla="*/ 2036311 h 2323145"/>
              <a:gd name="connsiteX224" fmla="*/ 2307986 w 11269336"/>
              <a:gd name="connsiteY224" fmla="*/ 2035583 h 2323145"/>
              <a:gd name="connsiteX225" fmla="*/ 2285481 w 11269336"/>
              <a:gd name="connsiteY225" fmla="*/ 2045197 h 2323145"/>
              <a:gd name="connsiteX226" fmla="*/ 2273666 w 11269336"/>
              <a:gd name="connsiteY226" fmla="*/ 2048710 h 2323145"/>
              <a:gd name="connsiteX227" fmla="*/ 2270719 w 11269336"/>
              <a:gd name="connsiteY227" fmla="*/ 2052702 h 2323145"/>
              <a:gd name="connsiteX228" fmla="*/ 2253080 w 11269336"/>
              <a:gd name="connsiteY228" fmla="*/ 2056363 h 2323145"/>
              <a:gd name="connsiteX229" fmla="*/ 2250906 w 11269336"/>
              <a:gd name="connsiteY229" fmla="*/ 2055654 h 2323145"/>
              <a:gd name="connsiteX230" fmla="*/ 2236905 w 11269336"/>
              <a:gd name="connsiteY230" fmla="*/ 2062882 h 2323145"/>
              <a:gd name="connsiteX231" fmla="*/ 2225830 w 11269336"/>
              <a:gd name="connsiteY231" fmla="*/ 2074027 h 2323145"/>
              <a:gd name="connsiteX232" fmla="*/ 2073776 w 11269336"/>
              <a:gd name="connsiteY232" fmla="*/ 2089244 h 2323145"/>
              <a:gd name="connsiteX233" fmla="*/ 1948256 w 11269336"/>
              <a:gd name="connsiteY233" fmla="*/ 2146616 h 2323145"/>
              <a:gd name="connsiteX234" fmla="*/ 1865582 w 11269336"/>
              <a:gd name="connsiteY234" fmla="*/ 2153738 h 2323145"/>
              <a:gd name="connsiteX235" fmla="*/ 1835210 w 11269336"/>
              <a:gd name="connsiteY235" fmla="*/ 2134244 h 2323145"/>
              <a:gd name="connsiteX236" fmla="*/ 1632661 w 11269336"/>
              <a:gd name="connsiteY236" fmla="*/ 2173882 h 2323145"/>
              <a:gd name="connsiteX237" fmla="*/ 1579590 w 11269336"/>
              <a:gd name="connsiteY237" fmla="*/ 2173680 h 2323145"/>
              <a:gd name="connsiteX238" fmla="*/ 1535601 w 11269336"/>
              <a:gd name="connsiteY238" fmla="*/ 2194590 h 2323145"/>
              <a:gd name="connsiteX239" fmla="*/ 1515594 w 11269336"/>
              <a:gd name="connsiteY239" fmla="*/ 2189622 h 2323145"/>
              <a:gd name="connsiteX240" fmla="*/ 1512113 w 11269336"/>
              <a:gd name="connsiteY240" fmla="*/ 2188534 h 2323145"/>
              <a:gd name="connsiteX241" fmla="*/ 1498838 w 11269336"/>
              <a:gd name="connsiteY241" fmla="*/ 2189213 h 2323145"/>
              <a:gd name="connsiteX242" fmla="*/ 1494279 w 11269336"/>
              <a:gd name="connsiteY242" fmla="*/ 2183112 h 2323145"/>
              <a:gd name="connsiteX243" fmla="*/ 1473714 w 11269336"/>
              <a:gd name="connsiteY243" fmla="*/ 2179625 h 2323145"/>
              <a:gd name="connsiteX244" fmla="*/ 1449503 w 11269336"/>
              <a:gd name="connsiteY244" fmla="*/ 2182633 h 2323145"/>
              <a:gd name="connsiteX245" fmla="*/ 1266687 w 11269336"/>
              <a:gd name="connsiteY245" fmla="*/ 2212688 h 2323145"/>
              <a:gd name="connsiteX246" fmla="*/ 1239614 w 11269336"/>
              <a:gd name="connsiteY246" fmla="*/ 2209727 h 2323145"/>
              <a:gd name="connsiteX247" fmla="*/ 1202436 w 11269336"/>
              <a:gd name="connsiteY247" fmla="*/ 2209817 h 2323145"/>
              <a:gd name="connsiteX248" fmla="*/ 1136097 w 11269336"/>
              <a:gd name="connsiteY248" fmla="*/ 2205112 h 2323145"/>
              <a:gd name="connsiteX249" fmla="*/ 988232 w 11269336"/>
              <a:gd name="connsiteY249" fmla="*/ 2235635 h 2323145"/>
              <a:gd name="connsiteX250" fmla="*/ 981959 w 11269336"/>
              <a:gd name="connsiteY250" fmla="*/ 2231607 h 2323145"/>
              <a:gd name="connsiteX251" fmla="*/ 938600 w 11269336"/>
              <a:gd name="connsiteY251" fmla="*/ 2238113 h 2323145"/>
              <a:gd name="connsiteX252" fmla="*/ 791788 w 11269336"/>
              <a:gd name="connsiteY252" fmla="*/ 2293224 h 2323145"/>
              <a:gd name="connsiteX253" fmla="*/ 706914 w 11269336"/>
              <a:gd name="connsiteY253" fmla="*/ 2305046 h 2323145"/>
              <a:gd name="connsiteX254" fmla="*/ 675971 w 11269336"/>
              <a:gd name="connsiteY254" fmla="*/ 2304030 h 2323145"/>
              <a:gd name="connsiteX255" fmla="*/ 624180 w 11269336"/>
              <a:gd name="connsiteY255" fmla="*/ 2302650 h 2323145"/>
              <a:gd name="connsiteX256" fmla="*/ 583453 w 11269336"/>
              <a:gd name="connsiteY256" fmla="*/ 2288788 h 2323145"/>
              <a:gd name="connsiteX257" fmla="*/ 540946 w 11269336"/>
              <a:gd name="connsiteY257" fmla="*/ 2292721 h 2323145"/>
              <a:gd name="connsiteX258" fmla="*/ 533680 w 11269336"/>
              <a:gd name="connsiteY258" fmla="*/ 2310233 h 2323145"/>
              <a:gd name="connsiteX259" fmla="*/ 487366 w 11269336"/>
              <a:gd name="connsiteY259" fmla="*/ 2309053 h 2323145"/>
              <a:gd name="connsiteX260" fmla="*/ 416820 w 11269336"/>
              <a:gd name="connsiteY260" fmla="*/ 2305443 h 2323145"/>
              <a:gd name="connsiteX261" fmla="*/ 376805 w 11269336"/>
              <a:gd name="connsiteY261" fmla="*/ 2307647 h 2323145"/>
              <a:gd name="connsiteX262" fmla="*/ 266777 w 11269336"/>
              <a:gd name="connsiteY262" fmla="*/ 2309012 h 2323145"/>
              <a:gd name="connsiteX263" fmla="*/ 156013 w 11269336"/>
              <a:gd name="connsiteY263" fmla="*/ 2306832 h 2323145"/>
              <a:gd name="connsiteX264" fmla="*/ 87258 w 11269336"/>
              <a:gd name="connsiteY264" fmla="*/ 2285511 h 2323145"/>
              <a:gd name="connsiteX265" fmla="*/ 23798 w 11269336"/>
              <a:gd name="connsiteY265" fmla="*/ 2281822 h 2323145"/>
              <a:gd name="connsiteX266" fmla="*/ 0 w 11269336"/>
              <a:gd name="connsiteY266" fmla="*/ 2285369 h 2323145"/>
              <a:gd name="connsiteX267" fmla="*/ 0 w 11269336"/>
              <a:gd name="connsiteY267"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380600 w 11269336"/>
              <a:gd name="connsiteY19" fmla="*/ 549821 h 2323145"/>
              <a:gd name="connsiteX20" fmla="*/ 9139429 w 11269336"/>
              <a:gd name="connsiteY20" fmla="*/ 696446 h 2323145"/>
              <a:gd name="connsiteX21" fmla="*/ 9114263 w 11269336"/>
              <a:gd name="connsiteY21" fmla="*/ 709213 h 2323145"/>
              <a:gd name="connsiteX22" fmla="*/ 9028928 w 11269336"/>
              <a:gd name="connsiteY22" fmla="*/ 745350 h 2323145"/>
              <a:gd name="connsiteX23" fmla="*/ 8977138 w 11269336"/>
              <a:gd name="connsiteY23" fmla="*/ 774970 h 2323145"/>
              <a:gd name="connsiteX24" fmla="*/ 8947030 w 11269336"/>
              <a:gd name="connsiteY24" fmla="*/ 814934 h 2323145"/>
              <a:gd name="connsiteX25" fmla="*/ 8914746 w 11269336"/>
              <a:gd name="connsiteY25" fmla="*/ 826428 h 2323145"/>
              <a:gd name="connsiteX26" fmla="*/ 8917778 w 11269336"/>
              <a:gd name="connsiteY26" fmla="*/ 835198 h 2323145"/>
              <a:gd name="connsiteX27" fmla="*/ 8905560 w 11269336"/>
              <a:gd name="connsiteY27" fmla="*/ 838358 h 2323145"/>
              <a:gd name="connsiteX28" fmla="*/ 8897564 w 11269336"/>
              <a:gd name="connsiteY28" fmla="*/ 834287 h 2323145"/>
              <a:gd name="connsiteX29" fmla="*/ 8878040 w 11269336"/>
              <a:gd name="connsiteY29" fmla="*/ 844150 h 2323145"/>
              <a:gd name="connsiteX30" fmla="*/ 8882654 w 11269336"/>
              <a:gd name="connsiteY30" fmla="*/ 892768 h 2323145"/>
              <a:gd name="connsiteX31" fmla="*/ 8795998 w 11269336"/>
              <a:gd name="connsiteY31" fmla="*/ 863337 h 2323145"/>
              <a:gd name="connsiteX32" fmla="*/ 8776970 w 11269336"/>
              <a:gd name="connsiteY32" fmla="*/ 885177 h 2323145"/>
              <a:gd name="connsiteX33" fmla="*/ 8755719 w 11269336"/>
              <a:gd name="connsiteY33" fmla="*/ 889754 h 2323145"/>
              <a:gd name="connsiteX34" fmla="*/ 8743257 w 11269336"/>
              <a:gd name="connsiteY34" fmla="*/ 904723 h 2323145"/>
              <a:gd name="connsiteX35" fmla="*/ 8721366 w 11269336"/>
              <a:gd name="connsiteY35" fmla="*/ 904711 h 2323145"/>
              <a:gd name="connsiteX36" fmla="*/ 8678353 w 11269336"/>
              <a:gd name="connsiteY36" fmla="*/ 926318 h 2323145"/>
              <a:gd name="connsiteX37" fmla="*/ 8636849 w 11269336"/>
              <a:gd name="connsiteY37" fmla="*/ 937900 h 2323145"/>
              <a:gd name="connsiteX38" fmla="*/ 8620213 w 11269336"/>
              <a:gd name="connsiteY38" fmla="*/ 943068 h 2323145"/>
              <a:gd name="connsiteX39" fmla="*/ 8612581 w 11269336"/>
              <a:gd name="connsiteY39" fmla="*/ 952695 h 2323145"/>
              <a:gd name="connsiteX40" fmla="*/ 8589038 w 11269336"/>
              <a:gd name="connsiteY40" fmla="*/ 963892 h 2323145"/>
              <a:gd name="connsiteX41" fmla="*/ 8579950 w 11269336"/>
              <a:gd name="connsiteY41" fmla="*/ 960899 h 2323145"/>
              <a:gd name="connsiteX42" fmla="*/ 8579319 w 11269336"/>
              <a:gd name="connsiteY42" fmla="*/ 965630 h 2323145"/>
              <a:gd name="connsiteX43" fmla="*/ 8547429 w 11269336"/>
              <a:gd name="connsiteY43" fmla="*/ 984506 h 2323145"/>
              <a:gd name="connsiteX44" fmla="*/ 8478704 w 11269336"/>
              <a:gd name="connsiteY44" fmla="*/ 1025490 h 2323145"/>
              <a:gd name="connsiteX45" fmla="*/ 8461421 w 11269336"/>
              <a:gd name="connsiteY45" fmla="*/ 1035512 h 2323145"/>
              <a:gd name="connsiteX46" fmla="*/ 8445003 w 11269336"/>
              <a:gd name="connsiteY46" fmla="*/ 1036851 h 2323145"/>
              <a:gd name="connsiteX47" fmla="*/ 8357350 w 11269336"/>
              <a:gd name="connsiteY47" fmla="*/ 1060213 h 2323145"/>
              <a:gd name="connsiteX48" fmla="*/ 8335565 w 11269336"/>
              <a:gd name="connsiteY48" fmla="*/ 1061151 h 2323145"/>
              <a:gd name="connsiteX49" fmla="*/ 8325267 w 11269336"/>
              <a:gd name="connsiteY49" fmla="*/ 1055919 h 2323145"/>
              <a:gd name="connsiteX50" fmla="*/ 8293586 w 11269336"/>
              <a:gd name="connsiteY50" fmla="*/ 1076144 h 2323145"/>
              <a:gd name="connsiteX51" fmla="*/ 8242405 w 11269336"/>
              <a:gd name="connsiteY51" fmla="*/ 1095960 h 2323145"/>
              <a:gd name="connsiteX52" fmla="*/ 8197391 w 11269336"/>
              <a:gd name="connsiteY52" fmla="*/ 1107746 h 2323145"/>
              <a:gd name="connsiteX53" fmla="*/ 8081474 w 11269336"/>
              <a:gd name="connsiteY53" fmla="*/ 1130125 h 2323145"/>
              <a:gd name="connsiteX54" fmla="*/ 8053585 w 11269336"/>
              <a:gd name="connsiteY54" fmla="*/ 1129169 h 2323145"/>
              <a:gd name="connsiteX55" fmla="*/ 8038422 w 11269336"/>
              <a:gd name="connsiteY55" fmla="*/ 1119092 h 2323145"/>
              <a:gd name="connsiteX56" fmla="*/ 8029450 w 11269336"/>
              <a:gd name="connsiteY56" fmla="*/ 1125592 h 2323145"/>
              <a:gd name="connsiteX57" fmla="*/ 7959552 w 11269336"/>
              <a:gd name="connsiteY57" fmla="*/ 1140188 h 2323145"/>
              <a:gd name="connsiteX58" fmla="*/ 7914188 w 11269336"/>
              <a:gd name="connsiteY58" fmla="*/ 1150862 h 2323145"/>
              <a:gd name="connsiteX59" fmla="*/ 7914918 w 11269336"/>
              <a:gd name="connsiteY59" fmla="*/ 1168758 h 2323145"/>
              <a:gd name="connsiteX60" fmla="*/ 7875510 w 11269336"/>
              <a:gd name="connsiteY60" fmla="*/ 1183153 h 2323145"/>
              <a:gd name="connsiteX61" fmla="*/ 7829932 w 11269336"/>
              <a:gd name="connsiteY61" fmla="*/ 1180782 h 2323145"/>
              <a:gd name="connsiteX62" fmla="*/ 7779182 w 11269336"/>
              <a:gd name="connsiteY62" fmla="*/ 1192665 h 2323145"/>
              <a:gd name="connsiteX63" fmla="*/ 7748774 w 11269336"/>
              <a:gd name="connsiteY63" fmla="*/ 1199586 h 2323145"/>
              <a:gd name="connsiteX64" fmla="*/ 7671846 w 11269336"/>
              <a:gd name="connsiteY64" fmla="*/ 1231966 h 2323145"/>
              <a:gd name="connsiteX65" fmla="*/ 7554146 w 11269336"/>
              <a:gd name="connsiteY65" fmla="*/ 1319748 h 2323145"/>
              <a:gd name="connsiteX66" fmla="*/ 7515052 w 11269336"/>
              <a:gd name="connsiteY66" fmla="*/ 1336718 h 2323145"/>
              <a:gd name="connsiteX67" fmla="*/ 7507193 w 11269336"/>
              <a:gd name="connsiteY67" fmla="*/ 1334617 h 2323145"/>
              <a:gd name="connsiteX68" fmla="*/ 7461694 w 11269336"/>
              <a:gd name="connsiteY68" fmla="*/ 1375866 h 2323145"/>
              <a:gd name="connsiteX69" fmla="*/ 7377571 w 11269336"/>
              <a:gd name="connsiteY69" fmla="*/ 1400128 h 2323145"/>
              <a:gd name="connsiteX70" fmla="*/ 7311261 w 11269336"/>
              <a:gd name="connsiteY70" fmla="*/ 1412652 h 2323145"/>
              <a:gd name="connsiteX71" fmla="*/ 7275307 w 11269336"/>
              <a:gd name="connsiteY71" fmla="*/ 1422171 h 2323145"/>
              <a:gd name="connsiteX72" fmla="*/ 7247783 w 11269336"/>
              <a:gd name="connsiteY72" fmla="*/ 1426330 h 2323145"/>
              <a:gd name="connsiteX73" fmla="*/ 7185047 w 11269336"/>
              <a:gd name="connsiteY73" fmla="*/ 1451812 h 2323145"/>
              <a:gd name="connsiteX74" fmla="*/ 7084117 w 11269336"/>
              <a:gd name="connsiteY74" fmla="*/ 1500281 h 2323145"/>
              <a:gd name="connsiteX75" fmla="*/ 7062011 w 11269336"/>
              <a:gd name="connsiteY75" fmla="*/ 1509183 h 2323145"/>
              <a:gd name="connsiteX76" fmla="*/ 7040555 w 11269336"/>
              <a:gd name="connsiteY76" fmla="*/ 1511207 h 2323145"/>
              <a:gd name="connsiteX77" fmla="*/ 7033438 w 11269336"/>
              <a:gd name="connsiteY77" fmla="*/ 1506772 h 2323145"/>
              <a:gd name="connsiteX78" fmla="*/ 7020886 w 11269336"/>
              <a:gd name="connsiteY78" fmla="*/ 1510764 h 2323145"/>
              <a:gd name="connsiteX79" fmla="*/ 7017033 w 11269336"/>
              <a:gd name="connsiteY79" fmla="*/ 1510650 h 2323145"/>
              <a:gd name="connsiteX80" fmla="*/ 6995460 w 11269336"/>
              <a:gd name="connsiteY80" fmla="*/ 1511173 h 2323145"/>
              <a:gd name="connsiteX81" fmla="*/ 6962144 w 11269336"/>
              <a:gd name="connsiteY81" fmla="*/ 1541508 h 2323145"/>
              <a:gd name="connsiteX82" fmla="*/ 6910674 w 11269336"/>
              <a:gd name="connsiteY82" fmla="*/ 1554793 h 2323145"/>
              <a:gd name="connsiteX83" fmla="*/ 6732152 w 11269336"/>
              <a:gd name="connsiteY83" fmla="*/ 1642538 h 2323145"/>
              <a:gd name="connsiteX84" fmla="*/ 6694106 w 11269336"/>
              <a:gd name="connsiteY84" fmla="*/ 1632377 h 2323145"/>
              <a:gd name="connsiteX85" fmla="*/ 6617223 w 11269336"/>
              <a:gd name="connsiteY85" fmla="*/ 1659889 h 2323145"/>
              <a:gd name="connsiteX86" fmla="*/ 6521138 w 11269336"/>
              <a:gd name="connsiteY86" fmla="*/ 1744340 h 2323145"/>
              <a:gd name="connsiteX87" fmla="*/ 6380677 w 11269336"/>
              <a:gd name="connsiteY87" fmla="*/ 1796883 h 2323145"/>
              <a:gd name="connsiteX88" fmla="*/ 6374897 w 11269336"/>
              <a:gd name="connsiteY88" fmla="*/ 1809910 h 2323145"/>
              <a:gd name="connsiteX89" fmla="*/ 6364545 w 11269336"/>
              <a:gd name="connsiteY89" fmla="*/ 1820090 h 2323145"/>
              <a:gd name="connsiteX90" fmla="*/ 6362126 w 11269336"/>
              <a:gd name="connsiteY90" fmla="*/ 1819991 h 2323145"/>
              <a:gd name="connsiteX91" fmla="*/ 6346673 w 11269336"/>
              <a:gd name="connsiteY91" fmla="*/ 1827824 h 2323145"/>
              <a:gd name="connsiteX92" fmla="*/ 6345588 w 11269336"/>
              <a:gd name="connsiteY92" fmla="*/ 1832232 h 2323145"/>
              <a:gd name="connsiteX93" fmla="*/ 6335708 w 11269336"/>
              <a:gd name="connsiteY93" fmla="*/ 1838451 h 2323145"/>
              <a:gd name="connsiteX94" fmla="*/ 6318182 w 11269336"/>
              <a:gd name="connsiteY94" fmla="*/ 1852975 h 2323145"/>
              <a:gd name="connsiteX95" fmla="*/ 6313084 w 11269336"/>
              <a:gd name="connsiteY95" fmla="*/ 1853561 h 2323145"/>
              <a:gd name="connsiteX96" fmla="*/ 6283816 w 11269336"/>
              <a:gd name="connsiteY96" fmla="*/ 1872148 h 2323145"/>
              <a:gd name="connsiteX97" fmla="*/ 6282550 w 11269336"/>
              <a:gd name="connsiteY97" fmla="*/ 1871392 h 2323145"/>
              <a:gd name="connsiteX98" fmla="*/ 6270527 w 11269336"/>
              <a:gd name="connsiteY98" fmla="*/ 1872208 h 2323145"/>
              <a:gd name="connsiteX99" fmla="*/ 6249518 w 11269336"/>
              <a:gd name="connsiteY99" fmla="*/ 1876079 h 2323145"/>
              <a:gd name="connsiteX100" fmla="*/ 6190386 w 11269336"/>
              <a:gd name="connsiteY100" fmla="*/ 1872478 h 2323145"/>
              <a:gd name="connsiteX101" fmla="*/ 6159777 w 11269336"/>
              <a:gd name="connsiteY101" fmla="*/ 1891745 h 2323145"/>
              <a:gd name="connsiteX102" fmla="*/ 6153131 w 11269336"/>
              <a:gd name="connsiteY102" fmla="*/ 1895079 h 2323145"/>
              <a:gd name="connsiteX103" fmla="*/ 6152798 w 11269336"/>
              <a:gd name="connsiteY103" fmla="*/ 1894920 h 2323145"/>
              <a:gd name="connsiteX104" fmla="*/ 6145388 w 11269336"/>
              <a:gd name="connsiteY104" fmla="*/ 1897990 h 2323145"/>
              <a:gd name="connsiteX105" fmla="*/ 6141014 w 11269336"/>
              <a:gd name="connsiteY105" fmla="*/ 1901155 h 2323145"/>
              <a:gd name="connsiteX106" fmla="*/ 6128122 w 11269336"/>
              <a:gd name="connsiteY106" fmla="*/ 1907623 h 2323145"/>
              <a:gd name="connsiteX107" fmla="*/ 6122351 w 11269336"/>
              <a:gd name="connsiteY107" fmla="*/ 1908359 h 2323145"/>
              <a:gd name="connsiteX108" fmla="*/ 6064750 w 11269336"/>
              <a:gd name="connsiteY108" fmla="*/ 1896394 h 2323145"/>
              <a:gd name="connsiteX109" fmla="*/ 5964230 w 11269336"/>
              <a:gd name="connsiteY109" fmla="*/ 1910038 h 2323145"/>
              <a:gd name="connsiteX110" fmla="*/ 5865399 w 11269336"/>
              <a:gd name="connsiteY110" fmla="*/ 1926966 h 2323145"/>
              <a:gd name="connsiteX111" fmla="*/ 5829951 w 11269336"/>
              <a:gd name="connsiteY111" fmla="*/ 1934755 h 2323145"/>
              <a:gd name="connsiteX112" fmla="*/ 5765285 w 11269336"/>
              <a:gd name="connsiteY112" fmla="*/ 1941322 h 2323145"/>
              <a:gd name="connsiteX113" fmla="*/ 5734750 w 11269336"/>
              <a:gd name="connsiteY113" fmla="*/ 1939793 h 2323145"/>
              <a:gd name="connsiteX114" fmla="*/ 5733569 w 11269336"/>
              <a:gd name="connsiteY114" fmla="*/ 1940505 h 2323145"/>
              <a:gd name="connsiteX115" fmla="*/ 5730329 w 11269336"/>
              <a:gd name="connsiteY115" fmla="*/ 1937845 h 2323145"/>
              <a:gd name="connsiteX116" fmla="*/ 5724661 w 11269336"/>
              <a:gd name="connsiteY116" fmla="*/ 1937455 h 2323145"/>
              <a:gd name="connsiteX117" fmla="*/ 5710186 w 11269336"/>
              <a:gd name="connsiteY117" fmla="*/ 1941370 h 2323145"/>
              <a:gd name="connsiteX118" fmla="*/ 5704910 w 11269336"/>
              <a:gd name="connsiteY118" fmla="*/ 1943663 h 2323145"/>
              <a:gd name="connsiteX119" fmla="*/ 5696836 w 11269336"/>
              <a:gd name="connsiteY119" fmla="*/ 1945271 h 2323145"/>
              <a:gd name="connsiteX120" fmla="*/ 5696583 w 11269336"/>
              <a:gd name="connsiteY120" fmla="*/ 1945050 h 2323145"/>
              <a:gd name="connsiteX121" fmla="*/ 5689123 w 11269336"/>
              <a:gd name="connsiteY121" fmla="*/ 1947067 h 2323145"/>
              <a:gd name="connsiteX122" fmla="*/ 5653291 w 11269336"/>
              <a:gd name="connsiteY122" fmla="*/ 1960245 h 2323145"/>
              <a:gd name="connsiteX123" fmla="*/ 5599385 w 11269336"/>
              <a:gd name="connsiteY123" fmla="*/ 1945198 h 2323145"/>
              <a:gd name="connsiteX124" fmla="*/ 5578300 w 11269336"/>
              <a:gd name="connsiteY124" fmla="*/ 1944963 h 2323145"/>
              <a:gd name="connsiteX125" fmla="*/ 5566758 w 11269336"/>
              <a:gd name="connsiteY125" fmla="*/ 1943441 h 2323145"/>
              <a:gd name="connsiteX126" fmla="*/ 5565857 w 11269336"/>
              <a:gd name="connsiteY126" fmla="*/ 1942445 h 2323145"/>
              <a:gd name="connsiteX127" fmla="*/ 5531534 w 11269336"/>
              <a:gd name="connsiteY127" fmla="*/ 1955208 h 2323145"/>
              <a:gd name="connsiteX128" fmla="*/ 5526552 w 11269336"/>
              <a:gd name="connsiteY128" fmla="*/ 1954799 h 2323145"/>
              <a:gd name="connsiteX129" fmla="*/ 5504723 w 11269336"/>
              <a:gd name="connsiteY129" fmla="*/ 1965811 h 2323145"/>
              <a:gd name="connsiteX130" fmla="*/ 5493156 w 11269336"/>
              <a:gd name="connsiteY130" fmla="*/ 1970063 h 2323145"/>
              <a:gd name="connsiteX131" fmla="*/ 5490486 w 11269336"/>
              <a:gd name="connsiteY131" fmla="*/ 1974227 h 2323145"/>
              <a:gd name="connsiteX132" fmla="*/ 5473107 w 11269336"/>
              <a:gd name="connsiteY132" fmla="*/ 1979001 h 2323145"/>
              <a:gd name="connsiteX133" fmla="*/ 5470885 w 11269336"/>
              <a:gd name="connsiteY133" fmla="*/ 1978432 h 2323145"/>
              <a:gd name="connsiteX134" fmla="*/ 5457393 w 11269336"/>
              <a:gd name="connsiteY134" fmla="*/ 1986525 h 2323145"/>
              <a:gd name="connsiteX135" fmla="*/ 5447102 w 11269336"/>
              <a:gd name="connsiteY135" fmla="*/ 1998329 h 2323145"/>
              <a:gd name="connsiteX136" fmla="*/ 5159151 w 11269336"/>
              <a:gd name="connsiteY136" fmla="*/ 2029640 h 2323145"/>
              <a:gd name="connsiteX137" fmla="*/ 5041688 w 11269336"/>
              <a:gd name="connsiteY137" fmla="*/ 2022334 h 2323145"/>
              <a:gd name="connsiteX138" fmla="*/ 4860988 w 11269336"/>
              <a:gd name="connsiteY138" fmla="*/ 2135698 h 2323145"/>
              <a:gd name="connsiteX139" fmla="*/ 4807902 w 11269336"/>
              <a:gd name="connsiteY139" fmla="*/ 2138894 h 2323145"/>
              <a:gd name="connsiteX140" fmla="*/ 4765388 w 11269336"/>
              <a:gd name="connsiteY140" fmla="*/ 2162525 h 2323145"/>
              <a:gd name="connsiteX141" fmla="*/ 4745033 w 11269336"/>
              <a:gd name="connsiteY141" fmla="*/ 2158859 h 2323145"/>
              <a:gd name="connsiteX142" fmla="*/ 4741475 w 11269336"/>
              <a:gd name="connsiteY142" fmla="*/ 2157998 h 2323145"/>
              <a:gd name="connsiteX143" fmla="*/ 4728247 w 11269336"/>
              <a:gd name="connsiteY143" fmla="*/ 2159526 h 2323145"/>
              <a:gd name="connsiteX144" fmla="*/ 4723263 w 11269336"/>
              <a:gd name="connsiteY144" fmla="*/ 2153742 h 2323145"/>
              <a:gd name="connsiteX145" fmla="*/ 4702453 w 11269336"/>
              <a:gd name="connsiteY145" fmla="*/ 2151586 h 2323145"/>
              <a:gd name="connsiteX146" fmla="*/ 4678455 w 11269336"/>
              <a:gd name="connsiteY146" fmla="*/ 2156131 h 2323145"/>
              <a:gd name="connsiteX147" fmla="*/ 4593061 w 11269336"/>
              <a:gd name="connsiteY147" fmla="*/ 2171597 h 2323145"/>
              <a:gd name="connsiteX148" fmla="*/ 4579902 w 11269336"/>
              <a:gd name="connsiteY148" fmla="*/ 2177927 h 2323145"/>
              <a:gd name="connsiteX149" fmla="*/ 4533444 w 11269336"/>
              <a:gd name="connsiteY149" fmla="*/ 2181200 h 2323145"/>
              <a:gd name="connsiteX150" fmla="*/ 4492832 w 11269336"/>
              <a:gd name="connsiteY150" fmla="*/ 2188033 h 2323145"/>
              <a:gd name="connsiteX151" fmla="*/ 4467257 w 11269336"/>
              <a:gd name="connsiteY151" fmla="*/ 2196121 h 2323145"/>
              <a:gd name="connsiteX152" fmla="*/ 4459937 w 11269336"/>
              <a:gd name="connsiteY152" fmla="*/ 2195182 h 2323145"/>
              <a:gd name="connsiteX153" fmla="*/ 4433312 w 11269336"/>
              <a:gd name="connsiteY153" fmla="*/ 2199004 h 2323145"/>
              <a:gd name="connsiteX154" fmla="*/ 4420601 w 11269336"/>
              <a:gd name="connsiteY154" fmla="*/ 2205158 h 2323145"/>
              <a:gd name="connsiteX155" fmla="*/ 4405765 w 11269336"/>
              <a:gd name="connsiteY155" fmla="*/ 2199902 h 2323145"/>
              <a:gd name="connsiteX156" fmla="*/ 4401354 w 11269336"/>
              <a:gd name="connsiteY156" fmla="*/ 2194745 h 2323145"/>
              <a:gd name="connsiteX157" fmla="*/ 4383151 w 11269336"/>
              <a:gd name="connsiteY157" fmla="*/ 2201140 h 2323145"/>
              <a:gd name="connsiteX158" fmla="*/ 4366646 w 11269336"/>
              <a:gd name="connsiteY158" fmla="*/ 2198564 h 2323145"/>
              <a:gd name="connsiteX159" fmla="*/ 4354009 w 11269336"/>
              <a:gd name="connsiteY159" fmla="*/ 2204984 h 2323145"/>
              <a:gd name="connsiteX160" fmla="*/ 4348284 w 11269336"/>
              <a:gd name="connsiteY160" fmla="*/ 2205270 h 2323145"/>
              <a:gd name="connsiteX161" fmla="*/ 4333906 w 11269336"/>
              <a:gd name="connsiteY161" fmla="*/ 2205251 h 2323145"/>
              <a:gd name="connsiteX162" fmla="*/ 4308819 w 11269336"/>
              <a:gd name="connsiteY162" fmla="*/ 2203822 h 2323145"/>
              <a:gd name="connsiteX163" fmla="*/ 4301210 w 11269336"/>
              <a:gd name="connsiteY163" fmla="*/ 2204456 h 2323145"/>
              <a:gd name="connsiteX164" fmla="*/ 4283095 w 11269336"/>
              <a:gd name="connsiteY164" fmla="*/ 2198177 h 2323145"/>
              <a:gd name="connsiteX165" fmla="*/ 4250119 w 11269336"/>
              <a:gd name="connsiteY165" fmla="*/ 2196342 h 2323145"/>
              <a:gd name="connsiteX166" fmla="*/ 4189203 w 11269336"/>
              <a:gd name="connsiteY166" fmla="*/ 2178994 h 2323145"/>
              <a:gd name="connsiteX167" fmla="*/ 4154035 w 11269336"/>
              <a:gd name="connsiteY167" fmla="*/ 2171950 h 2323145"/>
              <a:gd name="connsiteX168" fmla="*/ 4129569 w 11269336"/>
              <a:gd name="connsiteY168" fmla="*/ 2163850 h 2323145"/>
              <a:gd name="connsiteX169" fmla="*/ 4061250 w 11269336"/>
              <a:gd name="connsiteY169" fmla="*/ 2159236 h 2323145"/>
              <a:gd name="connsiteX170" fmla="*/ 3945480 w 11269336"/>
              <a:gd name="connsiteY170" fmla="*/ 2158279 h 2323145"/>
              <a:gd name="connsiteX171" fmla="*/ 3921468 w 11269336"/>
              <a:gd name="connsiteY171" fmla="*/ 2156588 h 2323145"/>
              <a:gd name="connsiteX172" fmla="*/ 3903348 w 11269336"/>
              <a:gd name="connsiteY172" fmla="*/ 2149220 h 2323145"/>
              <a:gd name="connsiteX173" fmla="*/ 3901342 w 11269336"/>
              <a:gd name="connsiteY173" fmla="*/ 2142355 h 2323145"/>
              <a:gd name="connsiteX174" fmla="*/ 3888539 w 11269336"/>
              <a:gd name="connsiteY174" fmla="*/ 2140476 h 2323145"/>
              <a:gd name="connsiteX175" fmla="*/ 3885662 w 11269336"/>
              <a:gd name="connsiteY175" fmla="*/ 2138740 h 2323145"/>
              <a:gd name="connsiteX176" fmla="*/ 3868627 w 11269336"/>
              <a:gd name="connsiteY176" fmla="*/ 2130023 h 2323145"/>
              <a:gd name="connsiteX177" fmla="*/ 3819177 w 11269336"/>
              <a:gd name="connsiteY177" fmla="*/ 2142111 h 2323145"/>
              <a:gd name="connsiteX178" fmla="*/ 3769100 w 11269336"/>
              <a:gd name="connsiteY178" fmla="*/ 2131731 h 2323145"/>
              <a:gd name="connsiteX179" fmla="*/ 3562752 w 11269336"/>
              <a:gd name="connsiteY179" fmla="*/ 2131785 h 2323145"/>
              <a:gd name="connsiteX180" fmla="*/ 3541402 w 11269336"/>
              <a:gd name="connsiteY180" fmla="*/ 2106821 h 2323145"/>
              <a:gd name="connsiteX181" fmla="*/ 3365341 w 11269336"/>
              <a:gd name="connsiteY181" fmla="*/ 2077638 h 2323145"/>
              <a:gd name="connsiteX182" fmla="*/ 3170922 w 11269336"/>
              <a:gd name="connsiteY182" fmla="*/ 2115957 h 2323145"/>
              <a:gd name="connsiteX183" fmla="*/ 3156256 w 11269336"/>
              <a:gd name="connsiteY183" fmla="*/ 2124773 h 2323145"/>
              <a:gd name="connsiteX184" fmla="*/ 3140298 w 11269336"/>
              <a:gd name="connsiteY184" fmla="*/ 2129182 h 2323145"/>
              <a:gd name="connsiteX185" fmla="*/ 3138514 w 11269336"/>
              <a:gd name="connsiteY185" fmla="*/ 2128069 h 2323145"/>
              <a:gd name="connsiteX186" fmla="*/ 3120467 w 11269336"/>
              <a:gd name="connsiteY186" fmla="*/ 2128281 h 2323145"/>
              <a:gd name="connsiteX187" fmla="*/ 3116175 w 11269336"/>
              <a:gd name="connsiteY187" fmla="*/ 2131633 h 2323145"/>
              <a:gd name="connsiteX188" fmla="*/ 3103685 w 11269336"/>
              <a:gd name="connsiteY188" fmla="*/ 2132814 h 2323145"/>
              <a:gd name="connsiteX189" fmla="*/ 3078794 w 11269336"/>
              <a:gd name="connsiteY189" fmla="*/ 2137935 h 2323145"/>
              <a:gd name="connsiteX190" fmla="*/ 3074407 w 11269336"/>
              <a:gd name="connsiteY190" fmla="*/ 2136274 h 2323145"/>
              <a:gd name="connsiteX191" fmla="*/ 3037285 w 11269336"/>
              <a:gd name="connsiteY191" fmla="*/ 2139919 h 2323145"/>
              <a:gd name="connsiteX192" fmla="*/ 3036901 w 11269336"/>
              <a:gd name="connsiteY192" fmla="*/ 2138726 h 2323145"/>
              <a:gd name="connsiteX193" fmla="*/ 3026996 w 11269336"/>
              <a:gd name="connsiteY193" fmla="*/ 2134322 h 2323145"/>
              <a:gd name="connsiteX194" fmla="*/ 3007772 w 11269336"/>
              <a:gd name="connsiteY194" fmla="*/ 2128742 h 2323145"/>
              <a:gd name="connsiteX195" fmla="*/ 2965030 w 11269336"/>
              <a:gd name="connsiteY195" fmla="*/ 2100494 h 2323145"/>
              <a:gd name="connsiteX196" fmla="*/ 2926342 w 11269336"/>
              <a:gd name="connsiteY196" fmla="*/ 2104155 h 2323145"/>
              <a:gd name="connsiteX197" fmla="*/ 2918608 w 11269336"/>
              <a:gd name="connsiteY197" fmla="*/ 2104215 h 2323145"/>
              <a:gd name="connsiteX198" fmla="*/ 2918475 w 11269336"/>
              <a:gd name="connsiteY198" fmla="*/ 2103937 h 2323145"/>
              <a:gd name="connsiteX199" fmla="*/ 2910360 w 11269336"/>
              <a:gd name="connsiteY199" fmla="*/ 2103444 h 2323145"/>
              <a:gd name="connsiteX200" fmla="*/ 2904507 w 11269336"/>
              <a:gd name="connsiteY200" fmla="*/ 2104326 h 2323145"/>
              <a:gd name="connsiteX201" fmla="*/ 2889503 w 11269336"/>
              <a:gd name="connsiteY201" fmla="*/ 2104443 h 2323145"/>
              <a:gd name="connsiteX202" fmla="*/ 2884480 w 11269336"/>
              <a:gd name="connsiteY202" fmla="*/ 2102626 h 2323145"/>
              <a:gd name="connsiteX203" fmla="*/ 2882689 w 11269336"/>
              <a:gd name="connsiteY203" fmla="*/ 2099228 h 2323145"/>
              <a:gd name="connsiteX204" fmla="*/ 2881291 w 11269336"/>
              <a:gd name="connsiteY204" fmla="*/ 2099618 h 2323145"/>
              <a:gd name="connsiteX205" fmla="*/ 2853979 w 11269336"/>
              <a:gd name="connsiteY205" fmla="*/ 2090388 h 2323145"/>
              <a:gd name="connsiteX206" fmla="*/ 2791790 w 11269336"/>
              <a:gd name="connsiteY206" fmla="*/ 2080332 h 2323145"/>
              <a:gd name="connsiteX207" fmla="*/ 2755844 w 11269336"/>
              <a:gd name="connsiteY207" fmla="*/ 2078874 h 2323145"/>
              <a:gd name="connsiteX208" fmla="*/ 2657742 w 11269336"/>
              <a:gd name="connsiteY208" fmla="*/ 2070179 h 2323145"/>
              <a:gd name="connsiteX209" fmla="*/ 2559549 w 11269336"/>
              <a:gd name="connsiteY209" fmla="*/ 2057873 h 2323145"/>
              <a:gd name="connsiteX210" fmla="*/ 2512054 w 11269336"/>
              <a:gd name="connsiteY210" fmla="*/ 2031671 h 2323145"/>
              <a:gd name="connsiteX211" fmla="*/ 2506437 w 11269336"/>
              <a:gd name="connsiteY211" fmla="*/ 2030918 h 2323145"/>
              <a:gd name="connsiteX212" fmla="*/ 2491752 w 11269336"/>
              <a:gd name="connsiteY212" fmla="*/ 2033906 h 2323145"/>
              <a:gd name="connsiteX213" fmla="*/ 2486338 w 11269336"/>
              <a:gd name="connsiteY213" fmla="*/ 2035862 h 2323145"/>
              <a:gd name="connsiteX214" fmla="*/ 2478186 w 11269336"/>
              <a:gd name="connsiteY214" fmla="*/ 2036953 h 2323145"/>
              <a:gd name="connsiteX215" fmla="*/ 2477950 w 11269336"/>
              <a:gd name="connsiteY215" fmla="*/ 2036715 h 2323145"/>
              <a:gd name="connsiteX216" fmla="*/ 2470381 w 11269336"/>
              <a:gd name="connsiteY216" fmla="*/ 2038256 h 2323145"/>
              <a:gd name="connsiteX217" fmla="*/ 2433781 w 11269336"/>
              <a:gd name="connsiteY217" fmla="*/ 2049140 h 2323145"/>
              <a:gd name="connsiteX218" fmla="*/ 2381172 w 11269336"/>
              <a:gd name="connsiteY218" fmla="*/ 2030645 h 2323145"/>
              <a:gd name="connsiteX219" fmla="*/ 2360198 w 11269336"/>
              <a:gd name="connsiteY219" fmla="*/ 2029059 h 2323145"/>
              <a:gd name="connsiteX220" fmla="*/ 2348815 w 11269336"/>
              <a:gd name="connsiteY220" fmla="*/ 2026798 h 2323145"/>
              <a:gd name="connsiteX221" fmla="*/ 2347988 w 11269336"/>
              <a:gd name="connsiteY221" fmla="*/ 2025745 h 2323145"/>
              <a:gd name="connsiteX222" fmla="*/ 2312920 w 11269336"/>
              <a:gd name="connsiteY222" fmla="*/ 2036311 h 2323145"/>
              <a:gd name="connsiteX223" fmla="*/ 2307986 w 11269336"/>
              <a:gd name="connsiteY223" fmla="*/ 2035583 h 2323145"/>
              <a:gd name="connsiteX224" fmla="*/ 2285481 w 11269336"/>
              <a:gd name="connsiteY224" fmla="*/ 2045197 h 2323145"/>
              <a:gd name="connsiteX225" fmla="*/ 2273666 w 11269336"/>
              <a:gd name="connsiteY225" fmla="*/ 2048710 h 2323145"/>
              <a:gd name="connsiteX226" fmla="*/ 2270719 w 11269336"/>
              <a:gd name="connsiteY226" fmla="*/ 2052702 h 2323145"/>
              <a:gd name="connsiteX227" fmla="*/ 2253080 w 11269336"/>
              <a:gd name="connsiteY227" fmla="*/ 2056363 h 2323145"/>
              <a:gd name="connsiteX228" fmla="*/ 2250906 w 11269336"/>
              <a:gd name="connsiteY228" fmla="*/ 2055654 h 2323145"/>
              <a:gd name="connsiteX229" fmla="*/ 2236905 w 11269336"/>
              <a:gd name="connsiteY229" fmla="*/ 2062882 h 2323145"/>
              <a:gd name="connsiteX230" fmla="*/ 2225830 w 11269336"/>
              <a:gd name="connsiteY230" fmla="*/ 2074027 h 2323145"/>
              <a:gd name="connsiteX231" fmla="*/ 2073776 w 11269336"/>
              <a:gd name="connsiteY231" fmla="*/ 2089244 h 2323145"/>
              <a:gd name="connsiteX232" fmla="*/ 1948256 w 11269336"/>
              <a:gd name="connsiteY232" fmla="*/ 2146616 h 2323145"/>
              <a:gd name="connsiteX233" fmla="*/ 1865582 w 11269336"/>
              <a:gd name="connsiteY233" fmla="*/ 2153738 h 2323145"/>
              <a:gd name="connsiteX234" fmla="*/ 1835210 w 11269336"/>
              <a:gd name="connsiteY234" fmla="*/ 2134244 h 2323145"/>
              <a:gd name="connsiteX235" fmla="*/ 1632661 w 11269336"/>
              <a:gd name="connsiteY235" fmla="*/ 2173882 h 2323145"/>
              <a:gd name="connsiteX236" fmla="*/ 1579590 w 11269336"/>
              <a:gd name="connsiteY236" fmla="*/ 2173680 h 2323145"/>
              <a:gd name="connsiteX237" fmla="*/ 1535601 w 11269336"/>
              <a:gd name="connsiteY237" fmla="*/ 2194590 h 2323145"/>
              <a:gd name="connsiteX238" fmla="*/ 1515594 w 11269336"/>
              <a:gd name="connsiteY238" fmla="*/ 2189622 h 2323145"/>
              <a:gd name="connsiteX239" fmla="*/ 1512113 w 11269336"/>
              <a:gd name="connsiteY239" fmla="*/ 2188534 h 2323145"/>
              <a:gd name="connsiteX240" fmla="*/ 1498838 w 11269336"/>
              <a:gd name="connsiteY240" fmla="*/ 2189213 h 2323145"/>
              <a:gd name="connsiteX241" fmla="*/ 1494279 w 11269336"/>
              <a:gd name="connsiteY241" fmla="*/ 2183112 h 2323145"/>
              <a:gd name="connsiteX242" fmla="*/ 1473714 w 11269336"/>
              <a:gd name="connsiteY242" fmla="*/ 2179625 h 2323145"/>
              <a:gd name="connsiteX243" fmla="*/ 1449503 w 11269336"/>
              <a:gd name="connsiteY243" fmla="*/ 2182633 h 2323145"/>
              <a:gd name="connsiteX244" fmla="*/ 1266687 w 11269336"/>
              <a:gd name="connsiteY244" fmla="*/ 2212688 h 2323145"/>
              <a:gd name="connsiteX245" fmla="*/ 1239614 w 11269336"/>
              <a:gd name="connsiteY245" fmla="*/ 2209727 h 2323145"/>
              <a:gd name="connsiteX246" fmla="*/ 1202436 w 11269336"/>
              <a:gd name="connsiteY246" fmla="*/ 2209817 h 2323145"/>
              <a:gd name="connsiteX247" fmla="*/ 1136097 w 11269336"/>
              <a:gd name="connsiteY247" fmla="*/ 2205112 h 2323145"/>
              <a:gd name="connsiteX248" fmla="*/ 988232 w 11269336"/>
              <a:gd name="connsiteY248" fmla="*/ 2235635 h 2323145"/>
              <a:gd name="connsiteX249" fmla="*/ 981959 w 11269336"/>
              <a:gd name="connsiteY249" fmla="*/ 2231607 h 2323145"/>
              <a:gd name="connsiteX250" fmla="*/ 938600 w 11269336"/>
              <a:gd name="connsiteY250" fmla="*/ 2238113 h 2323145"/>
              <a:gd name="connsiteX251" fmla="*/ 791788 w 11269336"/>
              <a:gd name="connsiteY251" fmla="*/ 2293224 h 2323145"/>
              <a:gd name="connsiteX252" fmla="*/ 706914 w 11269336"/>
              <a:gd name="connsiteY252" fmla="*/ 2305046 h 2323145"/>
              <a:gd name="connsiteX253" fmla="*/ 675971 w 11269336"/>
              <a:gd name="connsiteY253" fmla="*/ 2304030 h 2323145"/>
              <a:gd name="connsiteX254" fmla="*/ 624180 w 11269336"/>
              <a:gd name="connsiteY254" fmla="*/ 2302650 h 2323145"/>
              <a:gd name="connsiteX255" fmla="*/ 583453 w 11269336"/>
              <a:gd name="connsiteY255" fmla="*/ 2288788 h 2323145"/>
              <a:gd name="connsiteX256" fmla="*/ 540946 w 11269336"/>
              <a:gd name="connsiteY256" fmla="*/ 2292721 h 2323145"/>
              <a:gd name="connsiteX257" fmla="*/ 533680 w 11269336"/>
              <a:gd name="connsiteY257" fmla="*/ 2310233 h 2323145"/>
              <a:gd name="connsiteX258" fmla="*/ 487366 w 11269336"/>
              <a:gd name="connsiteY258" fmla="*/ 2309053 h 2323145"/>
              <a:gd name="connsiteX259" fmla="*/ 416820 w 11269336"/>
              <a:gd name="connsiteY259" fmla="*/ 2305443 h 2323145"/>
              <a:gd name="connsiteX260" fmla="*/ 376805 w 11269336"/>
              <a:gd name="connsiteY260" fmla="*/ 2307647 h 2323145"/>
              <a:gd name="connsiteX261" fmla="*/ 266777 w 11269336"/>
              <a:gd name="connsiteY261" fmla="*/ 2309012 h 2323145"/>
              <a:gd name="connsiteX262" fmla="*/ 156013 w 11269336"/>
              <a:gd name="connsiteY262" fmla="*/ 2306832 h 2323145"/>
              <a:gd name="connsiteX263" fmla="*/ 87258 w 11269336"/>
              <a:gd name="connsiteY263" fmla="*/ 2285511 h 2323145"/>
              <a:gd name="connsiteX264" fmla="*/ 23798 w 11269336"/>
              <a:gd name="connsiteY264" fmla="*/ 2281822 h 2323145"/>
              <a:gd name="connsiteX265" fmla="*/ 0 w 11269336"/>
              <a:gd name="connsiteY265" fmla="*/ 2285369 h 2323145"/>
              <a:gd name="connsiteX266" fmla="*/ 0 w 11269336"/>
              <a:gd name="connsiteY266"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139429 w 11269336"/>
              <a:gd name="connsiteY20" fmla="*/ 696446 h 2323145"/>
              <a:gd name="connsiteX21" fmla="*/ 9114263 w 11269336"/>
              <a:gd name="connsiteY21" fmla="*/ 709213 h 2323145"/>
              <a:gd name="connsiteX22" fmla="*/ 9028928 w 11269336"/>
              <a:gd name="connsiteY22" fmla="*/ 745350 h 2323145"/>
              <a:gd name="connsiteX23" fmla="*/ 8977138 w 11269336"/>
              <a:gd name="connsiteY23" fmla="*/ 774970 h 2323145"/>
              <a:gd name="connsiteX24" fmla="*/ 8947030 w 11269336"/>
              <a:gd name="connsiteY24" fmla="*/ 814934 h 2323145"/>
              <a:gd name="connsiteX25" fmla="*/ 8914746 w 11269336"/>
              <a:gd name="connsiteY25" fmla="*/ 826428 h 2323145"/>
              <a:gd name="connsiteX26" fmla="*/ 8917778 w 11269336"/>
              <a:gd name="connsiteY26" fmla="*/ 835198 h 2323145"/>
              <a:gd name="connsiteX27" fmla="*/ 8905560 w 11269336"/>
              <a:gd name="connsiteY27" fmla="*/ 838358 h 2323145"/>
              <a:gd name="connsiteX28" fmla="*/ 8897564 w 11269336"/>
              <a:gd name="connsiteY28" fmla="*/ 834287 h 2323145"/>
              <a:gd name="connsiteX29" fmla="*/ 8878040 w 11269336"/>
              <a:gd name="connsiteY29" fmla="*/ 844150 h 2323145"/>
              <a:gd name="connsiteX30" fmla="*/ 8882654 w 11269336"/>
              <a:gd name="connsiteY30" fmla="*/ 892768 h 2323145"/>
              <a:gd name="connsiteX31" fmla="*/ 8795998 w 11269336"/>
              <a:gd name="connsiteY31" fmla="*/ 863337 h 2323145"/>
              <a:gd name="connsiteX32" fmla="*/ 8776970 w 11269336"/>
              <a:gd name="connsiteY32" fmla="*/ 885177 h 2323145"/>
              <a:gd name="connsiteX33" fmla="*/ 8755719 w 11269336"/>
              <a:gd name="connsiteY33" fmla="*/ 889754 h 2323145"/>
              <a:gd name="connsiteX34" fmla="*/ 8743257 w 11269336"/>
              <a:gd name="connsiteY34" fmla="*/ 904723 h 2323145"/>
              <a:gd name="connsiteX35" fmla="*/ 8721366 w 11269336"/>
              <a:gd name="connsiteY35" fmla="*/ 904711 h 2323145"/>
              <a:gd name="connsiteX36" fmla="*/ 8678353 w 11269336"/>
              <a:gd name="connsiteY36" fmla="*/ 926318 h 2323145"/>
              <a:gd name="connsiteX37" fmla="*/ 8636849 w 11269336"/>
              <a:gd name="connsiteY37" fmla="*/ 937900 h 2323145"/>
              <a:gd name="connsiteX38" fmla="*/ 8620213 w 11269336"/>
              <a:gd name="connsiteY38" fmla="*/ 943068 h 2323145"/>
              <a:gd name="connsiteX39" fmla="*/ 8612581 w 11269336"/>
              <a:gd name="connsiteY39" fmla="*/ 952695 h 2323145"/>
              <a:gd name="connsiteX40" fmla="*/ 8589038 w 11269336"/>
              <a:gd name="connsiteY40" fmla="*/ 963892 h 2323145"/>
              <a:gd name="connsiteX41" fmla="*/ 8579950 w 11269336"/>
              <a:gd name="connsiteY41" fmla="*/ 960899 h 2323145"/>
              <a:gd name="connsiteX42" fmla="*/ 8579319 w 11269336"/>
              <a:gd name="connsiteY42" fmla="*/ 965630 h 2323145"/>
              <a:gd name="connsiteX43" fmla="*/ 8547429 w 11269336"/>
              <a:gd name="connsiteY43" fmla="*/ 984506 h 2323145"/>
              <a:gd name="connsiteX44" fmla="*/ 8478704 w 11269336"/>
              <a:gd name="connsiteY44" fmla="*/ 1025490 h 2323145"/>
              <a:gd name="connsiteX45" fmla="*/ 8461421 w 11269336"/>
              <a:gd name="connsiteY45" fmla="*/ 1035512 h 2323145"/>
              <a:gd name="connsiteX46" fmla="*/ 8445003 w 11269336"/>
              <a:gd name="connsiteY46" fmla="*/ 1036851 h 2323145"/>
              <a:gd name="connsiteX47" fmla="*/ 8357350 w 11269336"/>
              <a:gd name="connsiteY47" fmla="*/ 1060213 h 2323145"/>
              <a:gd name="connsiteX48" fmla="*/ 8335565 w 11269336"/>
              <a:gd name="connsiteY48" fmla="*/ 1061151 h 2323145"/>
              <a:gd name="connsiteX49" fmla="*/ 8325267 w 11269336"/>
              <a:gd name="connsiteY49" fmla="*/ 1055919 h 2323145"/>
              <a:gd name="connsiteX50" fmla="*/ 8293586 w 11269336"/>
              <a:gd name="connsiteY50" fmla="*/ 1076144 h 2323145"/>
              <a:gd name="connsiteX51" fmla="*/ 8242405 w 11269336"/>
              <a:gd name="connsiteY51" fmla="*/ 1095960 h 2323145"/>
              <a:gd name="connsiteX52" fmla="*/ 8197391 w 11269336"/>
              <a:gd name="connsiteY52" fmla="*/ 1107746 h 2323145"/>
              <a:gd name="connsiteX53" fmla="*/ 8081474 w 11269336"/>
              <a:gd name="connsiteY53" fmla="*/ 1130125 h 2323145"/>
              <a:gd name="connsiteX54" fmla="*/ 8053585 w 11269336"/>
              <a:gd name="connsiteY54" fmla="*/ 1129169 h 2323145"/>
              <a:gd name="connsiteX55" fmla="*/ 8038422 w 11269336"/>
              <a:gd name="connsiteY55" fmla="*/ 1119092 h 2323145"/>
              <a:gd name="connsiteX56" fmla="*/ 8029450 w 11269336"/>
              <a:gd name="connsiteY56" fmla="*/ 1125592 h 2323145"/>
              <a:gd name="connsiteX57" fmla="*/ 7959552 w 11269336"/>
              <a:gd name="connsiteY57" fmla="*/ 1140188 h 2323145"/>
              <a:gd name="connsiteX58" fmla="*/ 7914188 w 11269336"/>
              <a:gd name="connsiteY58" fmla="*/ 1150862 h 2323145"/>
              <a:gd name="connsiteX59" fmla="*/ 7914918 w 11269336"/>
              <a:gd name="connsiteY59" fmla="*/ 1168758 h 2323145"/>
              <a:gd name="connsiteX60" fmla="*/ 7875510 w 11269336"/>
              <a:gd name="connsiteY60" fmla="*/ 1183153 h 2323145"/>
              <a:gd name="connsiteX61" fmla="*/ 7829932 w 11269336"/>
              <a:gd name="connsiteY61" fmla="*/ 1180782 h 2323145"/>
              <a:gd name="connsiteX62" fmla="*/ 7779182 w 11269336"/>
              <a:gd name="connsiteY62" fmla="*/ 1192665 h 2323145"/>
              <a:gd name="connsiteX63" fmla="*/ 7748774 w 11269336"/>
              <a:gd name="connsiteY63" fmla="*/ 1199586 h 2323145"/>
              <a:gd name="connsiteX64" fmla="*/ 7671846 w 11269336"/>
              <a:gd name="connsiteY64" fmla="*/ 1231966 h 2323145"/>
              <a:gd name="connsiteX65" fmla="*/ 7554146 w 11269336"/>
              <a:gd name="connsiteY65" fmla="*/ 1319748 h 2323145"/>
              <a:gd name="connsiteX66" fmla="*/ 7515052 w 11269336"/>
              <a:gd name="connsiteY66" fmla="*/ 1336718 h 2323145"/>
              <a:gd name="connsiteX67" fmla="*/ 7507193 w 11269336"/>
              <a:gd name="connsiteY67" fmla="*/ 1334617 h 2323145"/>
              <a:gd name="connsiteX68" fmla="*/ 7461694 w 11269336"/>
              <a:gd name="connsiteY68" fmla="*/ 1375866 h 2323145"/>
              <a:gd name="connsiteX69" fmla="*/ 7377571 w 11269336"/>
              <a:gd name="connsiteY69" fmla="*/ 1400128 h 2323145"/>
              <a:gd name="connsiteX70" fmla="*/ 7311261 w 11269336"/>
              <a:gd name="connsiteY70" fmla="*/ 1412652 h 2323145"/>
              <a:gd name="connsiteX71" fmla="*/ 7275307 w 11269336"/>
              <a:gd name="connsiteY71" fmla="*/ 1422171 h 2323145"/>
              <a:gd name="connsiteX72" fmla="*/ 7247783 w 11269336"/>
              <a:gd name="connsiteY72" fmla="*/ 1426330 h 2323145"/>
              <a:gd name="connsiteX73" fmla="*/ 7185047 w 11269336"/>
              <a:gd name="connsiteY73" fmla="*/ 1451812 h 2323145"/>
              <a:gd name="connsiteX74" fmla="*/ 7084117 w 11269336"/>
              <a:gd name="connsiteY74" fmla="*/ 1500281 h 2323145"/>
              <a:gd name="connsiteX75" fmla="*/ 7062011 w 11269336"/>
              <a:gd name="connsiteY75" fmla="*/ 1509183 h 2323145"/>
              <a:gd name="connsiteX76" fmla="*/ 7040555 w 11269336"/>
              <a:gd name="connsiteY76" fmla="*/ 1511207 h 2323145"/>
              <a:gd name="connsiteX77" fmla="*/ 7033438 w 11269336"/>
              <a:gd name="connsiteY77" fmla="*/ 1506772 h 2323145"/>
              <a:gd name="connsiteX78" fmla="*/ 7020886 w 11269336"/>
              <a:gd name="connsiteY78" fmla="*/ 1510764 h 2323145"/>
              <a:gd name="connsiteX79" fmla="*/ 7017033 w 11269336"/>
              <a:gd name="connsiteY79" fmla="*/ 1510650 h 2323145"/>
              <a:gd name="connsiteX80" fmla="*/ 6995460 w 11269336"/>
              <a:gd name="connsiteY80" fmla="*/ 1511173 h 2323145"/>
              <a:gd name="connsiteX81" fmla="*/ 6962144 w 11269336"/>
              <a:gd name="connsiteY81" fmla="*/ 1541508 h 2323145"/>
              <a:gd name="connsiteX82" fmla="*/ 6910674 w 11269336"/>
              <a:gd name="connsiteY82" fmla="*/ 1554793 h 2323145"/>
              <a:gd name="connsiteX83" fmla="*/ 6732152 w 11269336"/>
              <a:gd name="connsiteY83" fmla="*/ 1642538 h 2323145"/>
              <a:gd name="connsiteX84" fmla="*/ 6694106 w 11269336"/>
              <a:gd name="connsiteY84" fmla="*/ 1632377 h 2323145"/>
              <a:gd name="connsiteX85" fmla="*/ 6617223 w 11269336"/>
              <a:gd name="connsiteY85" fmla="*/ 1659889 h 2323145"/>
              <a:gd name="connsiteX86" fmla="*/ 6521138 w 11269336"/>
              <a:gd name="connsiteY86" fmla="*/ 1744340 h 2323145"/>
              <a:gd name="connsiteX87" fmla="*/ 6380677 w 11269336"/>
              <a:gd name="connsiteY87" fmla="*/ 1796883 h 2323145"/>
              <a:gd name="connsiteX88" fmla="*/ 6374897 w 11269336"/>
              <a:gd name="connsiteY88" fmla="*/ 1809910 h 2323145"/>
              <a:gd name="connsiteX89" fmla="*/ 6364545 w 11269336"/>
              <a:gd name="connsiteY89" fmla="*/ 1820090 h 2323145"/>
              <a:gd name="connsiteX90" fmla="*/ 6362126 w 11269336"/>
              <a:gd name="connsiteY90" fmla="*/ 1819991 h 2323145"/>
              <a:gd name="connsiteX91" fmla="*/ 6346673 w 11269336"/>
              <a:gd name="connsiteY91" fmla="*/ 1827824 h 2323145"/>
              <a:gd name="connsiteX92" fmla="*/ 6345588 w 11269336"/>
              <a:gd name="connsiteY92" fmla="*/ 1832232 h 2323145"/>
              <a:gd name="connsiteX93" fmla="*/ 6335708 w 11269336"/>
              <a:gd name="connsiteY93" fmla="*/ 1838451 h 2323145"/>
              <a:gd name="connsiteX94" fmla="*/ 6318182 w 11269336"/>
              <a:gd name="connsiteY94" fmla="*/ 1852975 h 2323145"/>
              <a:gd name="connsiteX95" fmla="*/ 6313084 w 11269336"/>
              <a:gd name="connsiteY95" fmla="*/ 1853561 h 2323145"/>
              <a:gd name="connsiteX96" fmla="*/ 6283816 w 11269336"/>
              <a:gd name="connsiteY96" fmla="*/ 1872148 h 2323145"/>
              <a:gd name="connsiteX97" fmla="*/ 6282550 w 11269336"/>
              <a:gd name="connsiteY97" fmla="*/ 1871392 h 2323145"/>
              <a:gd name="connsiteX98" fmla="*/ 6270527 w 11269336"/>
              <a:gd name="connsiteY98" fmla="*/ 1872208 h 2323145"/>
              <a:gd name="connsiteX99" fmla="*/ 6249518 w 11269336"/>
              <a:gd name="connsiteY99" fmla="*/ 1876079 h 2323145"/>
              <a:gd name="connsiteX100" fmla="*/ 6190386 w 11269336"/>
              <a:gd name="connsiteY100" fmla="*/ 1872478 h 2323145"/>
              <a:gd name="connsiteX101" fmla="*/ 6159777 w 11269336"/>
              <a:gd name="connsiteY101" fmla="*/ 1891745 h 2323145"/>
              <a:gd name="connsiteX102" fmla="*/ 6153131 w 11269336"/>
              <a:gd name="connsiteY102" fmla="*/ 1895079 h 2323145"/>
              <a:gd name="connsiteX103" fmla="*/ 6152798 w 11269336"/>
              <a:gd name="connsiteY103" fmla="*/ 1894920 h 2323145"/>
              <a:gd name="connsiteX104" fmla="*/ 6145388 w 11269336"/>
              <a:gd name="connsiteY104" fmla="*/ 1897990 h 2323145"/>
              <a:gd name="connsiteX105" fmla="*/ 6141014 w 11269336"/>
              <a:gd name="connsiteY105" fmla="*/ 1901155 h 2323145"/>
              <a:gd name="connsiteX106" fmla="*/ 6128122 w 11269336"/>
              <a:gd name="connsiteY106" fmla="*/ 1907623 h 2323145"/>
              <a:gd name="connsiteX107" fmla="*/ 6122351 w 11269336"/>
              <a:gd name="connsiteY107" fmla="*/ 1908359 h 2323145"/>
              <a:gd name="connsiteX108" fmla="*/ 6064750 w 11269336"/>
              <a:gd name="connsiteY108" fmla="*/ 1896394 h 2323145"/>
              <a:gd name="connsiteX109" fmla="*/ 5964230 w 11269336"/>
              <a:gd name="connsiteY109" fmla="*/ 1910038 h 2323145"/>
              <a:gd name="connsiteX110" fmla="*/ 5865399 w 11269336"/>
              <a:gd name="connsiteY110" fmla="*/ 1926966 h 2323145"/>
              <a:gd name="connsiteX111" fmla="*/ 5829951 w 11269336"/>
              <a:gd name="connsiteY111" fmla="*/ 1934755 h 2323145"/>
              <a:gd name="connsiteX112" fmla="*/ 5765285 w 11269336"/>
              <a:gd name="connsiteY112" fmla="*/ 1941322 h 2323145"/>
              <a:gd name="connsiteX113" fmla="*/ 5734750 w 11269336"/>
              <a:gd name="connsiteY113" fmla="*/ 1939793 h 2323145"/>
              <a:gd name="connsiteX114" fmla="*/ 5733569 w 11269336"/>
              <a:gd name="connsiteY114" fmla="*/ 1940505 h 2323145"/>
              <a:gd name="connsiteX115" fmla="*/ 5730329 w 11269336"/>
              <a:gd name="connsiteY115" fmla="*/ 1937845 h 2323145"/>
              <a:gd name="connsiteX116" fmla="*/ 5724661 w 11269336"/>
              <a:gd name="connsiteY116" fmla="*/ 1937455 h 2323145"/>
              <a:gd name="connsiteX117" fmla="*/ 5710186 w 11269336"/>
              <a:gd name="connsiteY117" fmla="*/ 1941370 h 2323145"/>
              <a:gd name="connsiteX118" fmla="*/ 5704910 w 11269336"/>
              <a:gd name="connsiteY118" fmla="*/ 1943663 h 2323145"/>
              <a:gd name="connsiteX119" fmla="*/ 5696836 w 11269336"/>
              <a:gd name="connsiteY119" fmla="*/ 1945271 h 2323145"/>
              <a:gd name="connsiteX120" fmla="*/ 5696583 w 11269336"/>
              <a:gd name="connsiteY120" fmla="*/ 1945050 h 2323145"/>
              <a:gd name="connsiteX121" fmla="*/ 5689123 w 11269336"/>
              <a:gd name="connsiteY121" fmla="*/ 1947067 h 2323145"/>
              <a:gd name="connsiteX122" fmla="*/ 5653291 w 11269336"/>
              <a:gd name="connsiteY122" fmla="*/ 1960245 h 2323145"/>
              <a:gd name="connsiteX123" fmla="*/ 5599385 w 11269336"/>
              <a:gd name="connsiteY123" fmla="*/ 1945198 h 2323145"/>
              <a:gd name="connsiteX124" fmla="*/ 5578300 w 11269336"/>
              <a:gd name="connsiteY124" fmla="*/ 1944963 h 2323145"/>
              <a:gd name="connsiteX125" fmla="*/ 5566758 w 11269336"/>
              <a:gd name="connsiteY125" fmla="*/ 1943441 h 2323145"/>
              <a:gd name="connsiteX126" fmla="*/ 5565857 w 11269336"/>
              <a:gd name="connsiteY126" fmla="*/ 1942445 h 2323145"/>
              <a:gd name="connsiteX127" fmla="*/ 5531534 w 11269336"/>
              <a:gd name="connsiteY127" fmla="*/ 1955208 h 2323145"/>
              <a:gd name="connsiteX128" fmla="*/ 5526552 w 11269336"/>
              <a:gd name="connsiteY128" fmla="*/ 1954799 h 2323145"/>
              <a:gd name="connsiteX129" fmla="*/ 5504723 w 11269336"/>
              <a:gd name="connsiteY129" fmla="*/ 1965811 h 2323145"/>
              <a:gd name="connsiteX130" fmla="*/ 5493156 w 11269336"/>
              <a:gd name="connsiteY130" fmla="*/ 1970063 h 2323145"/>
              <a:gd name="connsiteX131" fmla="*/ 5490486 w 11269336"/>
              <a:gd name="connsiteY131" fmla="*/ 1974227 h 2323145"/>
              <a:gd name="connsiteX132" fmla="*/ 5473107 w 11269336"/>
              <a:gd name="connsiteY132" fmla="*/ 1979001 h 2323145"/>
              <a:gd name="connsiteX133" fmla="*/ 5470885 w 11269336"/>
              <a:gd name="connsiteY133" fmla="*/ 1978432 h 2323145"/>
              <a:gd name="connsiteX134" fmla="*/ 5457393 w 11269336"/>
              <a:gd name="connsiteY134" fmla="*/ 1986525 h 2323145"/>
              <a:gd name="connsiteX135" fmla="*/ 5447102 w 11269336"/>
              <a:gd name="connsiteY135" fmla="*/ 1998329 h 2323145"/>
              <a:gd name="connsiteX136" fmla="*/ 5159151 w 11269336"/>
              <a:gd name="connsiteY136" fmla="*/ 2029640 h 2323145"/>
              <a:gd name="connsiteX137" fmla="*/ 5041688 w 11269336"/>
              <a:gd name="connsiteY137" fmla="*/ 2022334 h 2323145"/>
              <a:gd name="connsiteX138" fmla="*/ 4860988 w 11269336"/>
              <a:gd name="connsiteY138" fmla="*/ 2135698 h 2323145"/>
              <a:gd name="connsiteX139" fmla="*/ 4807902 w 11269336"/>
              <a:gd name="connsiteY139" fmla="*/ 2138894 h 2323145"/>
              <a:gd name="connsiteX140" fmla="*/ 4765388 w 11269336"/>
              <a:gd name="connsiteY140" fmla="*/ 2162525 h 2323145"/>
              <a:gd name="connsiteX141" fmla="*/ 4745033 w 11269336"/>
              <a:gd name="connsiteY141" fmla="*/ 2158859 h 2323145"/>
              <a:gd name="connsiteX142" fmla="*/ 4741475 w 11269336"/>
              <a:gd name="connsiteY142" fmla="*/ 2157998 h 2323145"/>
              <a:gd name="connsiteX143" fmla="*/ 4728247 w 11269336"/>
              <a:gd name="connsiteY143" fmla="*/ 2159526 h 2323145"/>
              <a:gd name="connsiteX144" fmla="*/ 4723263 w 11269336"/>
              <a:gd name="connsiteY144" fmla="*/ 2153742 h 2323145"/>
              <a:gd name="connsiteX145" fmla="*/ 4702453 w 11269336"/>
              <a:gd name="connsiteY145" fmla="*/ 2151586 h 2323145"/>
              <a:gd name="connsiteX146" fmla="*/ 4678455 w 11269336"/>
              <a:gd name="connsiteY146" fmla="*/ 2156131 h 2323145"/>
              <a:gd name="connsiteX147" fmla="*/ 4593061 w 11269336"/>
              <a:gd name="connsiteY147" fmla="*/ 2171597 h 2323145"/>
              <a:gd name="connsiteX148" fmla="*/ 4579902 w 11269336"/>
              <a:gd name="connsiteY148" fmla="*/ 2177927 h 2323145"/>
              <a:gd name="connsiteX149" fmla="*/ 4533444 w 11269336"/>
              <a:gd name="connsiteY149" fmla="*/ 2181200 h 2323145"/>
              <a:gd name="connsiteX150" fmla="*/ 4492832 w 11269336"/>
              <a:gd name="connsiteY150" fmla="*/ 2188033 h 2323145"/>
              <a:gd name="connsiteX151" fmla="*/ 4467257 w 11269336"/>
              <a:gd name="connsiteY151" fmla="*/ 2196121 h 2323145"/>
              <a:gd name="connsiteX152" fmla="*/ 4459937 w 11269336"/>
              <a:gd name="connsiteY152" fmla="*/ 2195182 h 2323145"/>
              <a:gd name="connsiteX153" fmla="*/ 4433312 w 11269336"/>
              <a:gd name="connsiteY153" fmla="*/ 2199004 h 2323145"/>
              <a:gd name="connsiteX154" fmla="*/ 4420601 w 11269336"/>
              <a:gd name="connsiteY154" fmla="*/ 2205158 h 2323145"/>
              <a:gd name="connsiteX155" fmla="*/ 4405765 w 11269336"/>
              <a:gd name="connsiteY155" fmla="*/ 2199902 h 2323145"/>
              <a:gd name="connsiteX156" fmla="*/ 4401354 w 11269336"/>
              <a:gd name="connsiteY156" fmla="*/ 2194745 h 2323145"/>
              <a:gd name="connsiteX157" fmla="*/ 4383151 w 11269336"/>
              <a:gd name="connsiteY157" fmla="*/ 2201140 h 2323145"/>
              <a:gd name="connsiteX158" fmla="*/ 4366646 w 11269336"/>
              <a:gd name="connsiteY158" fmla="*/ 2198564 h 2323145"/>
              <a:gd name="connsiteX159" fmla="*/ 4354009 w 11269336"/>
              <a:gd name="connsiteY159" fmla="*/ 2204984 h 2323145"/>
              <a:gd name="connsiteX160" fmla="*/ 4348284 w 11269336"/>
              <a:gd name="connsiteY160" fmla="*/ 2205270 h 2323145"/>
              <a:gd name="connsiteX161" fmla="*/ 4333906 w 11269336"/>
              <a:gd name="connsiteY161" fmla="*/ 2205251 h 2323145"/>
              <a:gd name="connsiteX162" fmla="*/ 4308819 w 11269336"/>
              <a:gd name="connsiteY162" fmla="*/ 2203822 h 2323145"/>
              <a:gd name="connsiteX163" fmla="*/ 4301210 w 11269336"/>
              <a:gd name="connsiteY163" fmla="*/ 2204456 h 2323145"/>
              <a:gd name="connsiteX164" fmla="*/ 4283095 w 11269336"/>
              <a:gd name="connsiteY164" fmla="*/ 2198177 h 2323145"/>
              <a:gd name="connsiteX165" fmla="*/ 4250119 w 11269336"/>
              <a:gd name="connsiteY165" fmla="*/ 2196342 h 2323145"/>
              <a:gd name="connsiteX166" fmla="*/ 4189203 w 11269336"/>
              <a:gd name="connsiteY166" fmla="*/ 2178994 h 2323145"/>
              <a:gd name="connsiteX167" fmla="*/ 4154035 w 11269336"/>
              <a:gd name="connsiteY167" fmla="*/ 2171950 h 2323145"/>
              <a:gd name="connsiteX168" fmla="*/ 4129569 w 11269336"/>
              <a:gd name="connsiteY168" fmla="*/ 2163850 h 2323145"/>
              <a:gd name="connsiteX169" fmla="*/ 4061250 w 11269336"/>
              <a:gd name="connsiteY169" fmla="*/ 2159236 h 2323145"/>
              <a:gd name="connsiteX170" fmla="*/ 3945480 w 11269336"/>
              <a:gd name="connsiteY170" fmla="*/ 2158279 h 2323145"/>
              <a:gd name="connsiteX171" fmla="*/ 3921468 w 11269336"/>
              <a:gd name="connsiteY171" fmla="*/ 2156588 h 2323145"/>
              <a:gd name="connsiteX172" fmla="*/ 3903348 w 11269336"/>
              <a:gd name="connsiteY172" fmla="*/ 2149220 h 2323145"/>
              <a:gd name="connsiteX173" fmla="*/ 3901342 w 11269336"/>
              <a:gd name="connsiteY173" fmla="*/ 2142355 h 2323145"/>
              <a:gd name="connsiteX174" fmla="*/ 3888539 w 11269336"/>
              <a:gd name="connsiteY174" fmla="*/ 2140476 h 2323145"/>
              <a:gd name="connsiteX175" fmla="*/ 3885662 w 11269336"/>
              <a:gd name="connsiteY175" fmla="*/ 2138740 h 2323145"/>
              <a:gd name="connsiteX176" fmla="*/ 3868627 w 11269336"/>
              <a:gd name="connsiteY176" fmla="*/ 2130023 h 2323145"/>
              <a:gd name="connsiteX177" fmla="*/ 3819177 w 11269336"/>
              <a:gd name="connsiteY177" fmla="*/ 2142111 h 2323145"/>
              <a:gd name="connsiteX178" fmla="*/ 3769100 w 11269336"/>
              <a:gd name="connsiteY178" fmla="*/ 2131731 h 2323145"/>
              <a:gd name="connsiteX179" fmla="*/ 3562752 w 11269336"/>
              <a:gd name="connsiteY179" fmla="*/ 2131785 h 2323145"/>
              <a:gd name="connsiteX180" fmla="*/ 3541402 w 11269336"/>
              <a:gd name="connsiteY180" fmla="*/ 2106821 h 2323145"/>
              <a:gd name="connsiteX181" fmla="*/ 3365341 w 11269336"/>
              <a:gd name="connsiteY181" fmla="*/ 2077638 h 2323145"/>
              <a:gd name="connsiteX182" fmla="*/ 3170922 w 11269336"/>
              <a:gd name="connsiteY182" fmla="*/ 2115957 h 2323145"/>
              <a:gd name="connsiteX183" fmla="*/ 3156256 w 11269336"/>
              <a:gd name="connsiteY183" fmla="*/ 2124773 h 2323145"/>
              <a:gd name="connsiteX184" fmla="*/ 3140298 w 11269336"/>
              <a:gd name="connsiteY184" fmla="*/ 2129182 h 2323145"/>
              <a:gd name="connsiteX185" fmla="*/ 3138514 w 11269336"/>
              <a:gd name="connsiteY185" fmla="*/ 2128069 h 2323145"/>
              <a:gd name="connsiteX186" fmla="*/ 3120467 w 11269336"/>
              <a:gd name="connsiteY186" fmla="*/ 2128281 h 2323145"/>
              <a:gd name="connsiteX187" fmla="*/ 3116175 w 11269336"/>
              <a:gd name="connsiteY187" fmla="*/ 2131633 h 2323145"/>
              <a:gd name="connsiteX188" fmla="*/ 3103685 w 11269336"/>
              <a:gd name="connsiteY188" fmla="*/ 2132814 h 2323145"/>
              <a:gd name="connsiteX189" fmla="*/ 3078794 w 11269336"/>
              <a:gd name="connsiteY189" fmla="*/ 2137935 h 2323145"/>
              <a:gd name="connsiteX190" fmla="*/ 3074407 w 11269336"/>
              <a:gd name="connsiteY190" fmla="*/ 2136274 h 2323145"/>
              <a:gd name="connsiteX191" fmla="*/ 3037285 w 11269336"/>
              <a:gd name="connsiteY191" fmla="*/ 2139919 h 2323145"/>
              <a:gd name="connsiteX192" fmla="*/ 3036901 w 11269336"/>
              <a:gd name="connsiteY192" fmla="*/ 2138726 h 2323145"/>
              <a:gd name="connsiteX193" fmla="*/ 3026996 w 11269336"/>
              <a:gd name="connsiteY193" fmla="*/ 2134322 h 2323145"/>
              <a:gd name="connsiteX194" fmla="*/ 3007772 w 11269336"/>
              <a:gd name="connsiteY194" fmla="*/ 2128742 h 2323145"/>
              <a:gd name="connsiteX195" fmla="*/ 2965030 w 11269336"/>
              <a:gd name="connsiteY195" fmla="*/ 2100494 h 2323145"/>
              <a:gd name="connsiteX196" fmla="*/ 2926342 w 11269336"/>
              <a:gd name="connsiteY196" fmla="*/ 2104155 h 2323145"/>
              <a:gd name="connsiteX197" fmla="*/ 2918608 w 11269336"/>
              <a:gd name="connsiteY197" fmla="*/ 2104215 h 2323145"/>
              <a:gd name="connsiteX198" fmla="*/ 2918475 w 11269336"/>
              <a:gd name="connsiteY198" fmla="*/ 2103937 h 2323145"/>
              <a:gd name="connsiteX199" fmla="*/ 2910360 w 11269336"/>
              <a:gd name="connsiteY199" fmla="*/ 2103444 h 2323145"/>
              <a:gd name="connsiteX200" fmla="*/ 2904507 w 11269336"/>
              <a:gd name="connsiteY200" fmla="*/ 2104326 h 2323145"/>
              <a:gd name="connsiteX201" fmla="*/ 2889503 w 11269336"/>
              <a:gd name="connsiteY201" fmla="*/ 2104443 h 2323145"/>
              <a:gd name="connsiteX202" fmla="*/ 2884480 w 11269336"/>
              <a:gd name="connsiteY202" fmla="*/ 2102626 h 2323145"/>
              <a:gd name="connsiteX203" fmla="*/ 2882689 w 11269336"/>
              <a:gd name="connsiteY203" fmla="*/ 2099228 h 2323145"/>
              <a:gd name="connsiteX204" fmla="*/ 2881291 w 11269336"/>
              <a:gd name="connsiteY204" fmla="*/ 2099618 h 2323145"/>
              <a:gd name="connsiteX205" fmla="*/ 2853979 w 11269336"/>
              <a:gd name="connsiteY205" fmla="*/ 2090388 h 2323145"/>
              <a:gd name="connsiteX206" fmla="*/ 2791790 w 11269336"/>
              <a:gd name="connsiteY206" fmla="*/ 2080332 h 2323145"/>
              <a:gd name="connsiteX207" fmla="*/ 2755844 w 11269336"/>
              <a:gd name="connsiteY207" fmla="*/ 2078874 h 2323145"/>
              <a:gd name="connsiteX208" fmla="*/ 2657742 w 11269336"/>
              <a:gd name="connsiteY208" fmla="*/ 2070179 h 2323145"/>
              <a:gd name="connsiteX209" fmla="*/ 2559549 w 11269336"/>
              <a:gd name="connsiteY209" fmla="*/ 2057873 h 2323145"/>
              <a:gd name="connsiteX210" fmla="*/ 2512054 w 11269336"/>
              <a:gd name="connsiteY210" fmla="*/ 2031671 h 2323145"/>
              <a:gd name="connsiteX211" fmla="*/ 2506437 w 11269336"/>
              <a:gd name="connsiteY211" fmla="*/ 2030918 h 2323145"/>
              <a:gd name="connsiteX212" fmla="*/ 2491752 w 11269336"/>
              <a:gd name="connsiteY212" fmla="*/ 2033906 h 2323145"/>
              <a:gd name="connsiteX213" fmla="*/ 2486338 w 11269336"/>
              <a:gd name="connsiteY213" fmla="*/ 2035862 h 2323145"/>
              <a:gd name="connsiteX214" fmla="*/ 2478186 w 11269336"/>
              <a:gd name="connsiteY214" fmla="*/ 2036953 h 2323145"/>
              <a:gd name="connsiteX215" fmla="*/ 2477950 w 11269336"/>
              <a:gd name="connsiteY215" fmla="*/ 2036715 h 2323145"/>
              <a:gd name="connsiteX216" fmla="*/ 2470381 w 11269336"/>
              <a:gd name="connsiteY216" fmla="*/ 2038256 h 2323145"/>
              <a:gd name="connsiteX217" fmla="*/ 2433781 w 11269336"/>
              <a:gd name="connsiteY217" fmla="*/ 2049140 h 2323145"/>
              <a:gd name="connsiteX218" fmla="*/ 2381172 w 11269336"/>
              <a:gd name="connsiteY218" fmla="*/ 2030645 h 2323145"/>
              <a:gd name="connsiteX219" fmla="*/ 2360198 w 11269336"/>
              <a:gd name="connsiteY219" fmla="*/ 2029059 h 2323145"/>
              <a:gd name="connsiteX220" fmla="*/ 2348815 w 11269336"/>
              <a:gd name="connsiteY220" fmla="*/ 2026798 h 2323145"/>
              <a:gd name="connsiteX221" fmla="*/ 2347988 w 11269336"/>
              <a:gd name="connsiteY221" fmla="*/ 2025745 h 2323145"/>
              <a:gd name="connsiteX222" fmla="*/ 2312920 w 11269336"/>
              <a:gd name="connsiteY222" fmla="*/ 2036311 h 2323145"/>
              <a:gd name="connsiteX223" fmla="*/ 2307986 w 11269336"/>
              <a:gd name="connsiteY223" fmla="*/ 2035583 h 2323145"/>
              <a:gd name="connsiteX224" fmla="*/ 2285481 w 11269336"/>
              <a:gd name="connsiteY224" fmla="*/ 2045197 h 2323145"/>
              <a:gd name="connsiteX225" fmla="*/ 2273666 w 11269336"/>
              <a:gd name="connsiteY225" fmla="*/ 2048710 h 2323145"/>
              <a:gd name="connsiteX226" fmla="*/ 2270719 w 11269336"/>
              <a:gd name="connsiteY226" fmla="*/ 2052702 h 2323145"/>
              <a:gd name="connsiteX227" fmla="*/ 2253080 w 11269336"/>
              <a:gd name="connsiteY227" fmla="*/ 2056363 h 2323145"/>
              <a:gd name="connsiteX228" fmla="*/ 2250906 w 11269336"/>
              <a:gd name="connsiteY228" fmla="*/ 2055654 h 2323145"/>
              <a:gd name="connsiteX229" fmla="*/ 2236905 w 11269336"/>
              <a:gd name="connsiteY229" fmla="*/ 2062882 h 2323145"/>
              <a:gd name="connsiteX230" fmla="*/ 2225830 w 11269336"/>
              <a:gd name="connsiteY230" fmla="*/ 2074027 h 2323145"/>
              <a:gd name="connsiteX231" fmla="*/ 2073776 w 11269336"/>
              <a:gd name="connsiteY231" fmla="*/ 2089244 h 2323145"/>
              <a:gd name="connsiteX232" fmla="*/ 1948256 w 11269336"/>
              <a:gd name="connsiteY232" fmla="*/ 2146616 h 2323145"/>
              <a:gd name="connsiteX233" fmla="*/ 1865582 w 11269336"/>
              <a:gd name="connsiteY233" fmla="*/ 2153738 h 2323145"/>
              <a:gd name="connsiteX234" fmla="*/ 1835210 w 11269336"/>
              <a:gd name="connsiteY234" fmla="*/ 2134244 h 2323145"/>
              <a:gd name="connsiteX235" fmla="*/ 1632661 w 11269336"/>
              <a:gd name="connsiteY235" fmla="*/ 2173882 h 2323145"/>
              <a:gd name="connsiteX236" fmla="*/ 1579590 w 11269336"/>
              <a:gd name="connsiteY236" fmla="*/ 2173680 h 2323145"/>
              <a:gd name="connsiteX237" fmla="*/ 1535601 w 11269336"/>
              <a:gd name="connsiteY237" fmla="*/ 2194590 h 2323145"/>
              <a:gd name="connsiteX238" fmla="*/ 1515594 w 11269336"/>
              <a:gd name="connsiteY238" fmla="*/ 2189622 h 2323145"/>
              <a:gd name="connsiteX239" fmla="*/ 1512113 w 11269336"/>
              <a:gd name="connsiteY239" fmla="*/ 2188534 h 2323145"/>
              <a:gd name="connsiteX240" fmla="*/ 1498838 w 11269336"/>
              <a:gd name="connsiteY240" fmla="*/ 2189213 h 2323145"/>
              <a:gd name="connsiteX241" fmla="*/ 1494279 w 11269336"/>
              <a:gd name="connsiteY241" fmla="*/ 2183112 h 2323145"/>
              <a:gd name="connsiteX242" fmla="*/ 1473714 w 11269336"/>
              <a:gd name="connsiteY242" fmla="*/ 2179625 h 2323145"/>
              <a:gd name="connsiteX243" fmla="*/ 1449503 w 11269336"/>
              <a:gd name="connsiteY243" fmla="*/ 2182633 h 2323145"/>
              <a:gd name="connsiteX244" fmla="*/ 1266687 w 11269336"/>
              <a:gd name="connsiteY244" fmla="*/ 2212688 h 2323145"/>
              <a:gd name="connsiteX245" fmla="*/ 1239614 w 11269336"/>
              <a:gd name="connsiteY245" fmla="*/ 2209727 h 2323145"/>
              <a:gd name="connsiteX246" fmla="*/ 1202436 w 11269336"/>
              <a:gd name="connsiteY246" fmla="*/ 2209817 h 2323145"/>
              <a:gd name="connsiteX247" fmla="*/ 1136097 w 11269336"/>
              <a:gd name="connsiteY247" fmla="*/ 2205112 h 2323145"/>
              <a:gd name="connsiteX248" fmla="*/ 988232 w 11269336"/>
              <a:gd name="connsiteY248" fmla="*/ 2235635 h 2323145"/>
              <a:gd name="connsiteX249" fmla="*/ 981959 w 11269336"/>
              <a:gd name="connsiteY249" fmla="*/ 2231607 h 2323145"/>
              <a:gd name="connsiteX250" fmla="*/ 938600 w 11269336"/>
              <a:gd name="connsiteY250" fmla="*/ 2238113 h 2323145"/>
              <a:gd name="connsiteX251" fmla="*/ 791788 w 11269336"/>
              <a:gd name="connsiteY251" fmla="*/ 2293224 h 2323145"/>
              <a:gd name="connsiteX252" fmla="*/ 706914 w 11269336"/>
              <a:gd name="connsiteY252" fmla="*/ 2305046 h 2323145"/>
              <a:gd name="connsiteX253" fmla="*/ 675971 w 11269336"/>
              <a:gd name="connsiteY253" fmla="*/ 2304030 h 2323145"/>
              <a:gd name="connsiteX254" fmla="*/ 624180 w 11269336"/>
              <a:gd name="connsiteY254" fmla="*/ 2302650 h 2323145"/>
              <a:gd name="connsiteX255" fmla="*/ 583453 w 11269336"/>
              <a:gd name="connsiteY255" fmla="*/ 2288788 h 2323145"/>
              <a:gd name="connsiteX256" fmla="*/ 540946 w 11269336"/>
              <a:gd name="connsiteY256" fmla="*/ 2292721 h 2323145"/>
              <a:gd name="connsiteX257" fmla="*/ 533680 w 11269336"/>
              <a:gd name="connsiteY257" fmla="*/ 2310233 h 2323145"/>
              <a:gd name="connsiteX258" fmla="*/ 487366 w 11269336"/>
              <a:gd name="connsiteY258" fmla="*/ 2309053 h 2323145"/>
              <a:gd name="connsiteX259" fmla="*/ 416820 w 11269336"/>
              <a:gd name="connsiteY259" fmla="*/ 2305443 h 2323145"/>
              <a:gd name="connsiteX260" fmla="*/ 376805 w 11269336"/>
              <a:gd name="connsiteY260" fmla="*/ 2307647 h 2323145"/>
              <a:gd name="connsiteX261" fmla="*/ 266777 w 11269336"/>
              <a:gd name="connsiteY261" fmla="*/ 2309012 h 2323145"/>
              <a:gd name="connsiteX262" fmla="*/ 156013 w 11269336"/>
              <a:gd name="connsiteY262" fmla="*/ 2306832 h 2323145"/>
              <a:gd name="connsiteX263" fmla="*/ 87258 w 11269336"/>
              <a:gd name="connsiteY263" fmla="*/ 2285511 h 2323145"/>
              <a:gd name="connsiteX264" fmla="*/ 23798 w 11269336"/>
              <a:gd name="connsiteY264" fmla="*/ 2281822 h 2323145"/>
              <a:gd name="connsiteX265" fmla="*/ 0 w 11269336"/>
              <a:gd name="connsiteY265" fmla="*/ 2285369 h 2323145"/>
              <a:gd name="connsiteX266" fmla="*/ 0 w 11269336"/>
              <a:gd name="connsiteY266"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139429 w 11269336"/>
              <a:gd name="connsiteY20" fmla="*/ 696446 h 2323145"/>
              <a:gd name="connsiteX21" fmla="*/ 9028928 w 11269336"/>
              <a:gd name="connsiteY21" fmla="*/ 745350 h 2323145"/>
              <a:gd name="connsiteX22" fmla="*/ 8977138 w 11269336"/>
              <a:gd name="connsiteY22" fmla="*/ 774970 h 2323145"/>
              <a:gd name="connsiteX23" fmla="*/ 8947030 w 11269336"/>
              <a:gd name="connsiteY23" fmla="*/ 814934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028928 w 11269336"/>
              <a:gd name="connsiteY21" fmla="*/ 745350 h 2323145"/>
              <a:gd name="connsiteX22" fmla="*/ 8977138 w 11269336"/>
              <a:gd name="connsiteY22" fmla="*/ 774970 h 2323145"/>
              <a:gd name="connsiteX23" fmla="*/ 8947030 w 11269336"/>
              <a:gd name="connsiteY23" fmla="*/ 814934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8947030 w 11269336"/>
              <a:gd name="connsiteY23" fmla="*/ 814934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9070855 w 11269336"/>
              <a:gd name="connsiteY23" fmla="*/ 794621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9070855 w 11269336"/>
              <a:gd name="connsiteY23" fmla="*/ 794621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795998 w 11269336"/>
              <a:gd name="connsiteY29" fmla="*/ 863337 h 2323145"/>
              <a:gd name="connsiteX30" fmla="*/ 8776970 w 11269336"/>
              <a:gd name="connsiteY30" fmla="*/ 885177 h 2323145"/>
              <a:gd name="connsiteX31" fmla="*/ 8755719 w 11269336"/>
              <a:gd name="connsiteY31" fmla="*/ 889754 h 2323145"/>
              <a:gd name="connsiteX32" fmla="*/ 8743257 w 11269336"/>
              <a:gd name="connsiteY32" fmla="*/ 904723 h 2323145"/>
              <a:gd name="connsiteX33" fmla="*/ 8721366 w 11269336"/>
              <a:gd name="connsiteY33" fmla="*/ 904711 h 2323145"/>
              <a:gd name="connsiteX34" fmla="*/ 8678353 w 11269336"/>
              <a:gd name="connsiteY34" fmla="*/ 926318 h 2323145"/>
              <a:gd name="connsiteX35" fmla="*/ 8636849 w 11269336"/>
              <a:gd name="connsiteY35" fmla="*/ 937900 h 2323145"/>
              <a:gd name="connsiteX36" fmla="*/ 8620213 w 11269336"/>
              <a:gd name="connsiteY36" fmla="*/ 943068 h 2323145"/>
              <a:gd name="connsiteX37" fmla="*/ 8612581 w 11269336"/>
              <a:gd name="connsiteY37" fmla="*/ 952695 h 2323145"/>
              <a:gd name="connsiteX38" fmla="*/ 8589038 w 11269336"/>
              <a:gd name="connsiteY38" fmla="*/ 963892 h 2323145"/>
              <a:gd name="connsiteX39" fmla="*/ 8579950 w 11269336"/>
              <a:gd name="connsiteY39" fmla="*/ 960899 h 2323145"/>
              <a:gd name="connsiteX40" fmla="*/ 8579319 w 11269336"/>
              <a:gd name="connsiteY40" fmla="*/ 965630 h 2323145"/>
              <a:gd name="connsiteX41" fmla="*/ 8547429 w 11269336"/>
              <a:gd name="connsiteY41" fmla="*/ 984506 h 2323145"/>
              <a:gd name="connsiteX42" fmla="*/ 8478704 w 11269336"/>
              <a:gd name="connsiteY42" fmla="*/ 1025490 h 2323145"/>
              <a:gd name="connsiteX43" fmla="*/ 8461421 w 11269336"/>
              <a:gd name="connsiteY43" fmla="*/ 1035512 h 2323145"/>
              <a:gd name="connsiteX44" fmla="*/ 8445003 w 11269336"/>
              <a:gd name="connsiteY44" fmla="*/ 1036851 h 2323145"/>
              <a:gd name="connsiteX45" fmla="*/ 8357350 w 11269336"/>
              <a:gd name="connsiteY45" fmla="*/ 1060213 h 2323145"/>
              <a:gd name="connsiteX46" fmla="*/ 8335565 w 11269336"/>
              <a:gd name="connsiteY46" fmla="*/ 1061151 h 2323145"/>
              <a:gd name="connsiteX47" fmla="*/ 8325267 w 11269336"/>
              <a:gd name="connsiteY47" fmla="*/ 1055919 h 2323145"/>
              <a:gd name="connsiteX48" fmla="*/ 8293586 w 11269336"/>
              <a:gd name="connsiteY48" fmla="*/ 1076144 h 2323145"/>
              <a:gd name="connsiteX49" fmla="*/ 8242405 w 11269336"/>
              <a:gd name="connsiteY49" fmla="*/ 1095960 h 2323145"/>
              <a:gd name="connsiteX50" fmla="*/ 8197391 w 11269336"/>
              <a:gd name="connsiteY50" fmla="*/ 1107746 h 2323145"/>
              <a:gd name="connsiteX51" fmla="*/ 8081474 w 11269336"/>
              <a:gd name="connsiteY51" fmla="*/ 1130125 h 2323145"/>
              <a:gd name="connsiteX52" fmla="*/ 8053585 w 11269336"/>
              <a:gd name="connsiteY52" fmla="*/ 1129169 h 2323145"/>
              <a:gd name="connsiteX53" fmla="*/ 8038422 w 11269336"/>
              <a:gd name="connsiteY53" fmla="*/ 1119092 h 2323145"/>
              <a:gd name="connsiteX54" fmla="*/ 8029450 w 11269336"/>
              <a:gd name="connsiteY54" fmla="*/ 1125592 h 2323145"/>
              <a:gd name="connsiteX55" fmla="*/ 7959552 w 11269336"/>
              <a:gd name="connsiteY55" fmla="*/ 1140188 h 2323145"/>
              <a:gd name="connsiteX56" fmla="*/ 7914188 w 11269336"/>
              <a:gd name="connsiteY56" fmla="*/ 1150862 h 2323145"/>
              <a:gd name="connsiteX57" fmla="*/ 7914918 w 11269336"/>
              <a:gd name="connsiteY57" fmla="*/ 1168758 h 2323145"/>
              <a:gd name="connsiteX58" fmla="*/ 7875510 w 11269336"/>
              <a:gd name="connsiteY58" fmla="*/ 1183153 h 2323145"/>
              <a:gd name="connsiteX59" fmla="*/ 7829932 w 11269336"/>
              <a:gd name="connsiteY59" fmla="*/ 1180782 h 2323145"/>
              <a:gd name="connsiteX60" fmla="*/ 7779182 w 11269336"/>
              <a:gd name="connsiteY60" fmla="*/ 1192665 h 2323145"/>
              <a:gd name="connsiteX61" fmla="*/ 7748774 w 11269336"/>
              <a:gd name="connsiteY61" fmla="*/ 1199586 h 2323145"/>
              <a:gd name="connsiteX62" fmla="*/ 7671846 w 11269336"/>
              <a:gd name="connsiteY62" fmla="*/ 1231966 h 2323145"/>
              <a:gd name="connsiteX63" fmla="*/ 7554146 w 11269336"/>
              <a:gd name="connsiteY63" fmla="*/ 1319748 h 2323145"/>
              <a:gd name="connsiteX64" fmla="*/ 7515052 w 11269336"/>
              <a:gd name="connsiteY64" fmla="*/ 1336718 h 2323145"/>
              <a:gd name="connsiteX65" fmla="*/ 7507193 w 11269336"/>
              <a:gd name="connsiteY65" fmla="*/ 1334617 h 2323145"/>
              <a:gd name="connsiteX66" fmla="*/ 7461694 w 11269336"/>
              <a:gd name="connsiteY66" fmla="*/ 1375866 h 2323145"/>
              <a:gd name="connsiteX67" fmla="*/ 7377571 w 11269336"/>
              <a:gd name="connsiteY67" fmla="*/ 1400128 h 2323145"/>
              <a:gd name="connsiteX68" fmla="*/ 7311261 w 11269336"/>
              <a:gd name="connsiteY68" fmla="*/ 1412652 h 2323145"/>
              <a:gd name="connsiteX69" fmla="*/ 7275307 w 11269336"/>
              <a:gd name="connsiteY69" fmla="*/ 1422171 h 2323145"/>
              <a:gd name="connsiteX70" fmla="*/ 7247783 w 11269336"/>
              <a:gd name="connsiteY70" fmla="*/ 1426330 h 2323145"/>
              <a:gd name="connsiteX71" fmla="*/ 7185047 w 11269336"/>
              <a:gd name="connsiteY71" fmla="*/ 1451812 h 2323145"/>
              <a:gd name="connsiteX72" fmla="*/ 7084117 w 11269336"/>
              <a:gd name="connsiteY72" fmla="*/ 1500281 h 2323145"/>
              <a:gd name="connsiteX73" fmla="*/ 7062011 w 11269336"/>
              <a:gd name="connsiteY73" fmla="*/ 1509183 h 2323145"/>
              <a:gd name="connsiteX74" fmla="*/ 7040555 w 11269336"/>
              <a:gd name="connsiteY74" fmla="*/ 1511207 h 2323145"/>
              <a:gd name="connsiteX75" fmla="*/ 7033438 w 11269336"/>
              <a:gd name="connsiteY75" fmla="*/ 1506772 h 2323145"/>
              <a:gd name="connsiteX76" fmla="*/ 7020886 w 11269336"/>
              <a:gd name="connsiteY76" fmla="*/ 1510764 h 2323145"/>
              <a:gd name="connsiteX77" fmla="*/ 7017033 w 11269336"/>
              <a:gd name="connsiteY77" fmla="*/ 1510650 h 2323145"/>
              <a:gd name="connsiteX78" fmla="*/ 6995460 w 11269336"/>
              <a:gd name="connsiteY78" fmla="*/ 1511173 h 2323145"/>
              <a:gd name="connsiteX79" fmla="*/ 6962144 w 11269336"/>
              <a:gd name="connsiteY79" fmla="*/ 1541508 h 2323145"/>
              <a:gd name="connsiteX80" fmla="*/ 6910674 w 11269336"/>
              <a:gd name="connsiteY80" fmla="*/ 1554793 h 2323145"/>
              <a:gd name="connsiteX81" fmla="*/ 6732152 w 11269336"/>
              <a:gd name="connsiteY81" fmla="*/ 1642538 h 2323145"/>
              <a:gd name="connsiteX82" fmla="*/ 6694106 w 11269336"/>
              <a:gd name="connsiteY82" fmla="*/ 1632377 h 2323145"/>
              <a:gd name="connsiteX83" fmla="*/ 6617223 w 11269336"/>
              <a:gd name="connsiteY83" fmla="*/ 1659889 h 2323145"/>
              <a:gd name="connsiteX84" fmla="*/ 6521138 w 11269336"/>
              <a:gd name="connsiteY84" fmla="*/ 1744340 h 2323145"/>
              <a:gd name="connsiteX85" fmla="*/ 6380677 w 11269336"/>
              <a:gd name="connsiteY85" fmla="*/ 1796883 h 2323145"/>
              <a:gd name="connsiteX86" fmla="*/ 6374897 w 11269336"/>
              <a:gd name="connsiteY86" fmla="*/ 1809910 h 2323145"/>
              <a:gd name="connsiteX87" fmla="*/ 6364545 w 11269336"/>
              <a:gd name="connsiteY87" fmla="*/ 1820090 h 2323145"/>
              <a:gd name="connsiteX88" fmla="*/ 6362126 w 11269336"/>
              <a:gd name="connsiteY88" fmla="*/ 1819991 h 2323145"/>
              <a:gd name="connsiteX89" fmla="*/ 6346673 w 11269336"/>
              <a:gd name="connsiteY89" fmla="*/ 1827824 h 2323145"/>
              <a:gd name="connsiteX90" fmla="*/ 6345588 w 11269336"/>
              <a:gd name="connsiteY90" fmla="*/ 1832232 h 2323145"/>
              <a:gd name="connsiteX91" fmla="*/ 6335708 w 11269336"/>
              <a:gd name="connsiteY91" fmla="*/ 1838451 h 2323145"/>
              <a:gd name="connsiteX92" fmla="*/ 6318182 w 11269336"/>
              <a:gd name="connsiteY92" fmla="*/ 1852975 h 2323145"/>
              <a:gd name="connsiteX93" fmla="*/ 6313084 w 11269336"/>
              <a:gd name="connsiteY93" fmla="*/ 1853561 h 2323145"/>
              <a:gd name="connsiteX94" fmla="*/ 6283816 w 11269336"/>
              <a:gd name="connsiteY94" fmla="*/ 1872148 h 2323145"/>
              <a:gd name="connsiteX95" fmla="*/ 6282550 w 11269336"/>
              <a:gd name="connsiteY95" fmla="*/ 1871392 h 2323145"/>
              <a:gd name="connsiteX96" fmla="*/ 6270527 w 11269336"/>
              <a:gd name="connsiteY96" fmla="*/ 1872208 h 2323145"/>
              <a:gd name="connsiteX97" fmla="*/ 6249518 w 11269336"/>
              <a:gd name="connsiteY97" fmla="*/ 1876079 h 2323145"/>
              <a:gd name="connsiteX98" fmla="*/ 6190386 w 11269336"/>
              <a:gd name="connsiteY98" fmla="*/ 1872478 h 2323145"/>
              <a:gd name="connsiteX99" fmla="*/ 6159777 w 11269336"/>
              <a:gd name="connsiteY99" fmla="*/ 1891745 h 2323145"/>
              <a:gd name="connsiteX100" fmla="*/ 6153131 w 11269336"/>
              <a:gd name="connsiteY100" fmla="*/ 1895079 h 2323145"/>
              <a:gd name="connsiteX101" fmla="*/ 6152798 w 11269336"/>
              <a:gd name="connsiteY101" fmla="*/ 1894920 h 2323145"/>
              <a:gd name="connsiteX102" fmla="*/ 6145388 w 11269336"/>
              <a:gd name="connsiteY102" fmla="*/ 1897990 h 2323145"/>
              <a:gd name="connsiteX103" fmla="*/ 6141014 w 11269336"/>
              <a:gd name="connsiteY103" fmla="*/ 1901155 h 2323145"/>
              <a:gd name="connsiteX104" fmla="*/ 6128122 w 11269336"/>
              <a:gd name="connsiteY104" fmla="*/ 1907623 h 2323145"/>
              <a:gd name="connsiteX105" fmla="*/ 6122351 w 11269336"/>
              <a:gd name="connsiteY105" fmla="*/ 1908359 h 2323145"/>
              <a:gd name="connsiteX106" fmla="*/ 6064750 w 11269336"/>
              <a:gd name="connsiteY106" fmla="*/ 1896394 h 2323145"/>
              <a:gd name="connsiteX107" fmla="*/ 5964230 w 11269336"/>
              <a:gd name="connsiteY107" fmla="*/ 1910038 h 2323145"/>
              <a:gd name="connsiteX108" fmla="*/ 5865399 w 11269336"/>
              <a:gd name="connsiteY108" fmla="*/ 1926966 h 2323145"/>
              <a:gd name="connsiteX109" fmla="*/ 5829951 w 11269336"/>
              <a:gd name="connsiteY109" fmla="*/ 1934755 h 2323145"/>
              <a:gd name="connsiteX110" fmla="*/ 5765285 w 11269336"/>
              <a:gd name="connsiteY110" fmla="*/ 1941322 h 2323145"/>
              <a:gd name="connsiteX111" fmla="*/ 5734750 w 11269336"/>
              <a:gd name="connsiteY111" fmla="*/ 1939793 h 2323145"/>
              <a:gd name="connsiteX112" fmla="*/ 5733569 w 11269336"/>
              <a:gd name="connsiteY112" fmla="*/ 1940505 h 2323145"/>
              <a:gd name="connsiteX113" fmla="*/ 5730329 w 11269336"/>
              <a:gd name="connsiteY113" fmla="*/ 1937845 h 2323145"/>
              <a:gd name="connsiteX114" fmla="*/ 5724661 w 11269336"/>
              <a:gd name="connsiteY114" fmla="*/ 1937455 h 2323145"/>
              <a:gd name="connsiteX115" fmla="*/ 5710186 w 11269336"/>
              <a:gd name="connsiteY115" fmla="*/ 1941370 h 2323145"/>
              <a:gd name="connsiteX116" fmla="*/ 5704910 w 11269336"/>
              <a:gd name="connsiteY116" fmla="*/ 1943663 h 2323145"/>
              <a:gd name="connsiteX117" fmla="*/ 5696836 w 11269336"/>
              <a:gd name="connsiteY117" fmla="*/ 1945271 h 2323145"/>
              <a:gd name="connsiteX118" fmla="*/ 5696583 w 11269336"/>
              <a:gd name="connsiteY118" fmla="*/ 1945050 h 2323145"/>
              <a:gd name="connsiteX119" fmla="*/ 5689123 w 11269336"/>
              <a:gd name="connsiteY119" fmla="*/ 1947067 h 2323145"/>
              <a:gd name="connsiteX120" fmla="*/ 5653291 w 11269336"/>
              <a:gd name="connsiteY120" fmla="*/ 1960245 h 2323145"/>
              <a:gd name="connsiteX121" fmla="*/ 5599385 w 11269336"/>
              <a:gd name="connsiteY121" fmla="*/ 1945198 h 2323145"/>
              <a:gd name="connsiteX122" fmla="*/ 5578300 w 11269336"/>
              <a:gd name="connsiteY122" fmla="*/ 1944963 h 2323145"/>
              <a:gd name="connsiteX123" fmla="*/ 5566758 w 11269336"/>
              <a:gd name="connsiteY123" fmla="*/ 1943441 h 2323145"/>
              <a:gd name="connsiteX124" fmla="*/ 5565857 w 11269336"/>
              <a:gd name="connsiteY124" fmla="*/ 1942445 h 2323145"/>
              <a:gd name="connsiteX125" fmla="*/ 5531534 w 11269336"/>
              <a:gd name="connsiteY125" fmla="*/ 1955208 h 2323145"/>
              <a:gd name="connsiteX126" fmla="*/ 5526552 w 11269336"/>
              <a:gd name="connsiteY126" fmla="*/ 1954799 h 2323145"/>
              <a:gd name="connsiteX127" fmla="*/ 5504723 w 11269336"/>
              <a:gd name="connsiteY127" fmla="*/ 1965811 h 2323145"/>
              <a:gd name="connsiteX128" fmla="*/ 5493156 w 11269336"/>
              <a:gd name="connsiteY128" fmla="*/ 1970063 h 2323145"/>
              <a:gd name="connsiteX129" fmla="*/ 5490486 w 11269336"/>
              <a:gd name="connsiteY129" fmla="*/ 1974227 h 2323145"/>
              <a:gd name="connsiteX130" fmla="*/ 5473107 w 11269336"/>
              <a:gd name="connsiteY130" fmla="*/ 1979001 h 2323145"/>
              <a:gd name="connsiteX131" fmla="*/ 5470885 w 11269336"/>
              <a:gd name="connsiteY131" fmla="*/ 1978432 h 2323145"/>
              <a:gd name="connsiteX132" fmla="*/ 5457393 w 11269336"/>
              <a:gd name="connsiteY132" fmla="*/ 1986525 h 2323145"/>
              <a:gd name="connsiteX133" fmla="*/ 5447102 w 11269336"/>
              <a:gd name="connsiteY133" fmla="*/ 1998329 h 2323145"/>
              <a:gd name="connsiteX134" fmla="*/ 5159151 w 11269336"/>
              <a:gd name="connsiteY134" fmla="*/ 2029640 h 2323145"/>
              <a:gd name="connsiteX135" fmla="*/ 5041688 w 11269336"/>
              <a:gd name="connsiteY135" fmla="*/ 2022334 h 2323145"/>
              <a:gd name="connsiteX136" fmla="*/ 4860988 w 11269336"/>
              <a:gd name="connsiteY136" fmla="*/ 2135698 h 2323145"/>
              <a:gd name="connsiteX137" fmla="*/ 4807902 w 11269336"/>
              <a:gd name="connsiteY137" fmla="*/ 2138894 h 2323145"/>
              <a:gd name="connsiteX138" fmla="*/ 4765388 w 11269336"/>
              <a:gd name="connsiteY138" fmla="*/ 2162525 h 2323145"/>
              <a:gd name="connsiteX139" fmla="*/ 4745033 w 11269336"/>
              <a:gd name="connsiteY139" fmla="*/ 2158859 h 2323145"/>
              <a:gd name="connsiteX140" fmla="*/ 4741475 w 11269336"/>
              <a:gd name="connsiteY140" fmla="*/ 2157998 h 2323145"/>
              <a:gd name="connsiteX141" fmla="*/ 4728247 w 11269336"/>
              <a:gd name="connsiteY141" fmla="*/ 2159526 h 2323145"/>
              <a:gd name="connsiteX142" fmla="*/ 4723263 w 11269336"/>
              <a:gd name="connsiteY142" fmla="*/ 2153742 h 2323145"/>
              <a:gd name="connsiteX143" fmla="*/ 4702453 w 11269336"/>
              <a:gd name="connsiteY143" fmla="*/ 2151586 h 2323145"/>
              <a:gd name="connsiteX144" fmla="*/ 4678455 w 11269336"/>
              <a:gd name="connsiteY144" fmla="*/ 2156131 h 2323145"/>
              <a:gd name="connsiteX145" fmla="*/ 4593061 w 11269336"/>
              <a:gd name="connsiteY145" fmla="*/ 2171597 h 2323145"/>
              <a:gd name="connsiteX146" fmla="*/ 4579902 w 11269336"/>
              <a:gd name="connsiteY146" fmla="*/ 2177927 h 2323145"/>
              <a:gd name="connsiteX147" fmla="*/ 4533444 w 11269336"/>
              <a:gd name="connsiteY147" fmla="*/ 2181200 h 2323145"/>
              <a:gd name="connsiteX148" fmla="*/ 4492832 w 11269336"/>
              <a:gd name="connsiteY148" fmla="*/ 2188033 h 2323145"/>
              <a:gd name="connsiteX149" fmla="*/ 4467257 w 11269336"/>
              <a:gd name="connsiteY149" fmla="*/ 2196121 h 2323145"/>
              <a:gd name="connsiteX150" fmla="*/ 4459937 w 11269336"/>
              <a:gd name="connsiteY150" fmla="*/ 2195182 h 2323145"/>
              <a:gd name="connsiteX151" fmla="*/ 4433312 w 11269336"/>
              <a:gd name="connsiteY151" fmla="*/ 2199004 h 2323145"/>
              <a:gd name="connsiteX152" fmla="*/ 4420601 w 11269336"/>
              <a:gd name="connsiteY152" fmla="*/ 2205158 h 2323145"/>
              <a:gd name="connsiteX153" fmla="*/ 4405765 w 11269336"/>
              <a:gd name="connsiteY153" fmla="*/ 2199902 h 2323145"/>
              <a:gd name="connsiteX154" fmla="*/ 4401354 w 11269336"/>
              <a:gd name="connsiteY154" fmla="*/ 2194745 h 2323145"/>
              <a:gd name="connsiteX155" fmla="*/ 4383151 w 11269336"/>
              <a:gd name="connsiteY155" fmla="*/ 2201140 h 2323145"/>
              <a:gd name="connsiteX156" fmla="*/ 4366646 w 11269336"/>
              <a:gd name="connsiteY156" fmla="*/ 2198564 h 2323145"/>
              <a:gd name="connsiteX157" fmla="*/ 4354009 w 11269336"/>
              <a:gd name="connsiteY157" fmla="*/ 2204984 h 2323145"/>
              <a:gd name="connsiteX158" fmla="*/ 4348284 w 11269336"/>
              <a:gd name="connsiteY158" fmla="*/ 2205270 h 2323145"/>
              <a:gd name="connsiteX159" fmla="*/ 4333906 w 11269336"/>
              <a:gd name="connsiteY159" fmla="*/ 2205251 h 2323145"/>
              <a:gd name="connsiteX160" fmla="*/ 4308819 w 11269336"/>
              <a:gd name="connsiteY160" fmla="*/ 2203822 h 2323145"/>
              <a:gd name="connsiteX161" fmla="*/ 4301210 w 11269336"/>
              <a:gd name="connsiteY161" fmla="*/ 2204456 h 2323145"/>
              <a:gd name="connsiteX162" fmla="*/ 4283095 w 11269336"/>
              <a:gd name="connsiteY162" fmla="*/ 2198177 h 2323145"/>
              <a:gd name="connsiteX163" fmla="*/ 4250119 w 11269336"/>
              <a:gd name="connsiteY163" fmla="*/ 2196342 h 2323145"/>
              <a:gd name="connsiteX164" fmla="*/ 4189203 w 11269336"/>
              <a:gd name="connsiteY164" fmla="*/ 2178994 h 2323145"/>
              <a:gd name="connsiteX165" fmla="*/ 4154035 w 11269336"/>
              <a:gd name="connsiteY165" fmla="*/ 2171950 h 2323145"/>
              <a:gd name="connsiteX166" fmla="*/ 4129569 w 11269336"/>
              <a:gd name="connsiteY166" fmla="*/ 2163850 h 2323145"/>
              <a:gd name="connsiteX167" fmla="*/ 4061250 w 11269336"/>
              <a:gd name="connsiteY167" fmla="*/ 2159236 h 2323145"/>
              <a:gd name="connsiteX168" fmla="*/ 3945480 w 11269336"/>
              <a:gd name="connsiteY168" fmla="*/ 2158279 h 2323145"/>
              <a:gd name="connsiteX169" fmla="*/ 3921468 w 11269336"/>
              <a:gd name="connsiteY169" fmla="*/ 2156588 h 2323145"/>
              <a:gd name="connsiteX170" fmla="*/ 3903348 w 11269336"/>
              <a:gd name="connsiteY170" fmla="*/ 2149220 h 2323145"/>
              <a:gd name="connsiteX171" fmla="*/ 3901342 w 11269336"/>
              <a:gd name="connsiteY171" fmla="*/ 2142355 h 2323145"/>
              <a:gd name="connsiteX172" fmla="*/ 3888539 w 11269336"/>
              <a:gd name="connsiteY172" fmla="*/ 2140476 h 2323145"/>
              <a:gd name="connsiteX173" fmla="*/ 3885662 w 11269336"/>
              <a:gd name="connsiteY173" fmla="*/ 2138740 h 2323145"/>
              <a:gd name="connsiteX174" fmla="*/ 3868627 w 11269336"/>
              <a:gd name="connsiteY174" fmla="*/ 2130023 h 2323145"/>
              <a:gd name="connsiteX175" fmla="*/ 3819177 w 11269336"/>
              <a:gd name="connsiteY175" fmla="*/ 2142111 h 2323145"/>
              <a:gd name="connsiteX176" fmla="*/ 3769100 w 11269336"/>
              <a:gd name="connsiteY176" fmla="*/ 2131731 h 2323145"/>
              <a:gd name="connsiteX177" fmla="*/ 3562752 w 11269336"/>
              <a:gd name="connsiteY177" fmla="*/ 2131785 h 2323145"/>
              <a:gd name="connsiteX178" fmla="*/ 3541402 w 11269336"/>
              <a:gd name="connsiteY178" fmla="*/ 2106821 h 2323145"/>
              <a:gd name="connsiteX179" fmla="*/ 3365341 w 11269336"/>
              <a:gd name="connsiteY179" fmla="*/ 2077638 h 2323145"/>
              <a:gd name="connsiteX180" fmla="*/ 3170922 w 11269336"/>
              <a:gd name="connsiteY180" fmla="*/ 2115957 h 2323145"/>
              <a:gd name="connsiteX181" fmla="*/ 3156256 w 11269336"/>
              <a:gd name="connsiteY181" fmla="*/ 2124773 h 2323145"/>
              <a:gd name="connsiteX182" fmla="*/ 3140298 w 11269336"/>
              <a:gd name="connsiteY182" fmla="*/ 2129182 h 2323145"/>
              <a:gd name="connsiteX183" fmla="*/ 3138514 w 11269336"/>
              <a:gd name="connsiteY183" fmla="*/ 2128069 h 2323145"/>
              <a:gd name="connsiteX184" fmla="*/ 3120467 w 11269336"/>
              <a:gd name="connsiteY184" fmla="*/ 2128281 h 2323145"/>
              <a:gd name="connsiteX185" fmla="*/ 3116175 w 11269336"/>
              <a:gd name="connsiteY185" fmla="*/ 2131633 h 2323145"/>
              <a:gd name="connsiteX186" fmla="*/ 3103685 w 11269336"/>
              <a:gd name="connsiteY186" fmla="*/ 2132814 h 2323145"/>
              <a:gd name="connsiteX187" fmla="*/ 3078794 w 11269336"/>
              <a:gd name="connsiteY187" fmla="*/ 2137935 h 2323145"/>
              <a:gd name="connsiteX188" fmla="*/ 3074407 w 11269336"/>
              <a:gd name="connsiteY188" fmla="*/ 2136274 h 2323145"/>
              <a:gd name="connsiteX189" fmla="*/ 3037285 w 11269336"/>
              <a:gd name="connsiteY189" fmla="*/ 2139919 h 2323145"/>
              <a:gd name="connsiteX190" fmla="*/ 3036901 w 11269336"/>
              <a:gd name="connsiteY190" fmla="*/ 2138726 h 2323145"/>
              <a:gd name="connsiteX191" fmla="*/ 3026996 w 11269336"/>
              <a:gd name="connsiteY191" fmla="*/ 2134322 h 2323145"/>
              <a:gd name="connsiteX192" fmla="*/ 3007772 w 11269336"/>
              <a:gd name="connsiteY192" fmla="*/ 2128742 h 2323145"/>
              <a:gd name="connsiteX193" fmla="*/ 2965030 w 11269336"/>
              <a:gd name="connsiteY193" fmla="*/ 2100494 h 2323145"/>
              <a:gd name="connsiteX194" fmla="*/ 2926342 w 11269336"/>
              <a:gd name="connsiteY194" fmla="*/ 2104155 h 2323145"/>
              <a:gd name="connsiteX195" fmla="*/ 2918608 w 11269336"/>
              <a:gd name="connsiteY195" fmla="*/ 2104215 h 2323145"/>
              <a:gd name="connsiteX196" fmla="*/ 2918475 w 11269336"/>
              <a:gd name="connsiteY196" fmla="*/ 2103937 h 2323145"/>
              <a:gd name="connsiteX197" fmla="*/ 2910360 w 11269336"/>
              <a:gd name="connsiteY197" fmla="*/ 2103444 h 2323145"/>
              <a:gd name="connsiteX198" fmla="*/ 2904507 w 11269336"/>
              <a:gd name="connsiteY198" fmla="*/ 2104326 h 2323145"/>
              <a:gd name="connsiteX199" fmla="*/ 2889503 w 11269336"/>
              <a:gd name="connsiteY199" fmla="*/ 2104443 h 2323145"/>
              <a:gd name="connsiteX200" fmla="*/ 2884480 w 11269336"/>
              <a:gd name="connsiteY200" fmla="*/ 2102626 h 2323145"/>
              <a:gd name="connsiteX201" fmla="*/ 2882689 w 11269336"/>
              <a:gd name="connsiteY201" fmla="*/ 2099228 h 2323145"/>
              <a:gd name="connsiteX202" fmla="*/ 2881291 w 11269336"/>
              <a:gd name="connsiteY202" fmla="*/ 2099618 h 2323145"/>
              <a:gd name="connsiteX203" fmla="*/ 2853979 w 11269336"/>
              <a:gd name="connsiteY203" fmla="*/ 2090388 h 2323145"/>
              <a:gd name="connsiteX204" fmla="*/ 2791790 w 11269336"/>
              <a:gd name="connsiteY204" fmla="*/ 2080332 h 2323145"/>
              <a:gd name="connsiteX205" fmla="*/ 2755844 w 11269336"/>
              <a:gd name="connsiteY205" fmla="*/ 2078874 h 2323145"/>
              <a:gd name="connsiteX206" fmla="*/ 2657742 w 11269336"/>
              <a:gd name="connsiteY206" fmla="*/ 2070179 h 2323145"/>
              <a:gd name="connsiteX207" fmla="*/ 2559549 w 11269336"/>
              <a:gd name="connsiteY207" fmla="*/ 2057873 h 2323145"/>
              <a:gd name="connsiteX208" fmla="*/ 2512054 w 11269336"/>
              <a:gd name="connsiteY208" fmla="*/ 2031671 h 2323145"/>
              <a:gd name="connsiteX209" fmla="*/ 2506437 w 11269336"/>
              <a:gd name="connsiteY209" fmla="*/ 2030918 h 2323145"/>
              <a:gd name="connsiteX210" fmla="*/ 2491752 w 11269336"/>
              <a:gd name="connsiteY210" fmla="*/ 2033906 h 2323145"/>
              <a:gd name="connsiteX211" fmla="*/ 2486338 w 11269336"/>
              <a:gd name="connsiteY211" fmla="*/ 2035862 h 2323145"/>
              <a:gd name="connsiteX212" fmla="*/ 2478186 w 11269336"/>
              <a:gd name="connsiteY212" fmla="*/ 2036953 h 2323145"/>
              <a:gd name="connsiteX213" fmla="*/ 2477950 w 11269336"/>
              <a:gd name="connsiteY213" fmla="*/ 2036715 h 2323145"/>
              <a:gd name="connsiteX214" fmla="*/ 2470381 w 11269336"/>
              <a:gd name="connsiteY214" fmla="*/ 2038256 h 2323145"/>
              <a:gd name="connsiteX215" fmla="*/ 2433781 w 11269336"/>
              <a:gd name="connsiteY215" fmla="*/ 2049140 h 2323145"/>
              <a:gd name="connsiteX216" fmla="*/ 2381172 w 11269336"/>
              <a:gd name="connsiteY216" fmla="*/ 2030645 h 2323145"/>
              <a:gd name="connsiteX217" fmla="*/ 2360198 w 11269336"/>
              <a:gd name="connsiteY217" fmla="*/ 2029059 h 2323145"/>
              <a:gd name="connsiteX218" fmla="*/ 2348815 w 11269336"/>
              <a:gd name="connsiteY218" fmla="*/ 2026798 h 2323145"/>
              <a:gd name="connsiteX219" fmla="*/ 2347988 w 11269336"/>
              <a:gd name="connsiteY219" fmla="*/ 2025745 h 2323145"/>
              <a:gd name="connsiteX220" fmla="*/ 2312920 w 11269336"/>
              <a:gd name="connsiteY220" fmla="*/ 2036311 h 2323145"/>
              <a:gd name="connsiteX221" fmla="*/ 2307986 w 11269336"/>
              <a:gd name="connsiteY221" fmla="*/ 2035583 h 2323145"/>
              <a:gd name="connsiteX222" fmla="*/ 2285481 w 11269336"/>
              <a:gd name="connsiteY222" fmla="*/ 2045197 h 2323145"/>
              <a:gd name="connsiteX223" fmla="*/ 2273666 w 11269336"/>
              <a:gd name="connsiteY223" fmla="*/ 2048710 h 2323145"/>
              <a:gd name="connsiteX224" fmla="*/ 2270719 w 11269336"/>
              <a:gd name="connsiteY224" fmla="*/ 2052702 h 2323145"/>
              <a:gd name="connsiteX225" fmla="*/ 2253080 w 11269336"/>
              <a:gd name="connsiteY225" fmla="*/ 2056363 h 2323145"/>
              <a:gd name="connsiteX226" fmla="*/ 2250906 w 11269336"/>
              <a:gd name="connsiteY226" fmla="*/ 2055654 h 2323145"/>
              <a:gd name="connsiteX227" fmla="*/ 2236905 w 11269336"/>
              <a:gd name="connsiteY227" fmla="*/ 2062882 h 2323145"/>
              <a:gd name="connsiteX228" fmla="*/ 2225830 w 11269336"/>
              <a:gd name="connsiteY228" fmla="*/ 2074027 h 2323145"/>
              <a:gd name="connsiteX229" fmla="*/ 2073776 w 11269336"/>
              <a:gd name="connsiteY229" fmla="*/ 2089244 h 2323145"/>
              <a:gd name="connsiteX230" fmla="*/ 1948256 w 11269336"/>
              <a:gd name="connsiteY230" fmla="*/ 2146616 h 2323145"/>
              <a:gd name="connsiteX231" fmla="*/ 1865582 w 11269336"/>
              <a:gd name="connsiteY231" fmla="*/ 2153738 h 2323145"/>
              <a:gd name="connsiteX232" fmla="*/ 1835210 w 11269336"/>
              <a:gd name="connsiteY232" fmla="*/ 2134244 h 2323145"/>
              <a:gd name="connsiteX233" fmla="*/ 1632661 w 11269336"/>
              <a:gd name="connsiteY233" fmla="*/ 2173882 h 2323145"/>
              <a:gd name="connsiteX234" fmla="*/ 1579590 w 11269336"/>
              <a:gd name="connsiteY234" fmla="*/ 2173680 h 2323145"/>
              <a:gd name="connsiteX235" fmla="*/ 1535601 w 11269336"/>
              <a:gd name="connsiteY235" fmla="*/ 2194590 h 2323145"/>
              <a:gd name="connsiteX236" fmla="*/ 1515594 w 11269336"/>
              <a:gd name="connsiteY236" fmla="*/ 2189622 h 2323145"/>
              <a:gd name="connsiteX237" fmla="*/ 1512113 w 11269336"/>
              <a:gd name="connsiteY237" fmla="*/ 2188534 h 2323145"/>
              <a:gd name="connsiteX238" fmla="*/ 1498838 w 11269336"/>
              <a:gd name="connsiteY238" fmla="*/ 2189213 h 2323145"/>
              <a:gd name="connsiteX239" fmla="*/ 1494279 w 11269336"/>
              <a:gd name="connsiteY239" fmla="*/ 2183112 h 2323145"/>
              <a:gd name="connsiteX240" fmla="*/ 1473714 w 11269336"/>
              <a:gd name="connsiteY240" fmla="*/ 2179625 h 2323145"/>
              <a:gd name="connsiteX241" fmla="*/ 1449503 w 11269336"/>
              <a:gd name="connsiteY241" fmla="*/ 2182633 h 2323145"/>
              <a:gd name="connsiteX242" fmla="*/ 1266687 w 11269336"/>
              <a:gd name="connsiteY242" fmla="*/ 2212688 h 2323145"/>
              <a:gd name="connsiteX243" fmla="*/ 1239614 w 11269336"/>
              <a:gd name="connsiteY243" fmla="*/ 2209727 h 2323145"/>
              <a:gd name="connsiteX244" fmla="*/ 1202436 w 11269336"/>
              <a:gd name="connsiteY244" fmla="*/ 2209817 h 2323145"/>
              <a:gd name="connsiteX245" fmla="*/ 1136097 w 11269336"/>
              <a:gd name="connsiteY245" fmla="*/ 2205112 h 2323145"/>
              <a:gd name="connsiteX246" fmla="*/ 988232 w 11269336"/>
              <a:gd name="connsiteY246" fmla="*/ 2235635 h 2323145"/>
              <a:gd name="connsiteX247" fmla="*/ 981959 w 11269336"/>
              <a:gd name="connsiteY247" fmla="*/ 2231607 h 2323145"/>
              <a:gd name="connsiteX248" fmla="*/ 938600 w 11269336"/>
              <a:gd name="connsiteY248" fmla="*/ 2238113 h 2323145"/>
              <a:gd name="connsiteX249" fmla="*/ 791788 w 11269336"/>
              <a:gd name="connsiteY249" fmla="*/ 2293224 h 2323145"/>
              <a:gd name="connsiteX250" fmla="*/ 706914 w 11269336"/>
              <a:gd name="connsiteY250" fmla="*/ 2305046 h 2323145"/>
              <a:gd name="connsiteX251" fmla="*/ 675971 w 11269336"/>
              <a:gd name="connsiteY251" fmla="*/ 2304030 h 2323145"/>
              <a:gd name="connsiteX252" fmla="*/ 624180 w 11269336"/>
              <a:gd name="connsiteY252" fmla="*/ 2302650 h 2323145"/>
              <a:gd name="connsiteX253" fmla="*/ 583453 w 11269336"/>
              <a:gd name="connsiteY253" fmla="*/ 2288788 h 2323145"/>
              <a:gd name="connsiteX254" fmla="*/ 540946 w 11269336"/>
              <a:gd name="connsiteY254" fmla="*/ 2292721 h 2323145"/>
              <a:gd name="connsiteX255" fmla="*/ 533680 w 11269336"/>
              <a:gd name="connsiteY255" fmla="*/ 2310233 h 2323145"/>
              <a:gd name="connsiteX256" fmla="*/ 487366 w 11269336"/>
              <a:gd name="connsiteY256" fmla="*/ 2309053 h 2323145"/>
              <a:gd name="connsiteX257" fmla="*/ 416820 w 11269336"/>
              <a:gd name="connsiteY257" fmla="*/ 2305443 h 2323145"/>
              <a:gd name="connsiteX258" fmla="*/ 376805 w 11269336"/>
              <a:gd name="connsiteY258" fmla="*/ 2307647 h 2323145"/>
              <a:gd name="connsiteX259" fmla="*/ 266777 w 11269336"/>
              <a:gd name="connsiteY259" fmla="*/ 2309012 h 2323145"/>
              <a:gd name="connsiteX260" fmla="*/ 156013 w 11269336"/>
              <a:gd name="connsiteY260" fmla="*/ 2306832 h 2323145"/>
              <a:gd name="connsiteX261" fmla="*/ 87258 w 11269336"/>
              <a:gd name="connsiteY261" fmla="*/ 2285511 h 2323145"/>
              <a:gd name="connsiteX262" fmla="*/ 23798 w 11269336"/>
              <a:gd name="connsiteY262" fmla="*/ 2281822 h 2323145"/>
              <a:gd name="connsiteX263" fmla="*/ 0 w 11269336"/>
              <a:gd name="connsiteY263" fmla="*/ 2285369 h 2323145"/>
              <a:gd name="connsiteX264" fmla="*/ 0 w 11269336"/>
              <a:gd name="connsiteY264"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8914746 w 11269336"/>
              <a:gd name="connsiteY23" fmla="*/ 826428 h 2323145"/>
              <a:gd name="connsiteX24" fmla="*/ 8917778 w 11269336"/>
              <a:gd name="connsiteY24" fmla="*/ 835198 h 2323145"/>
              <a:gd name="connsiteX25" fmla="*/ 8905560 w 11269336"/>
              <a:gd name="connsiteY25" fmla="*/ 838358 h 2323145"/>
              <a:gd name="connsiteX26" fmla="*/ 8897564 w 11269336"/>
              <a:gd name="connsiteY26" fmla="*/ 834287 h 2323145"/>
              <a:gd name="connsiteX27" fmla="*/ 8878040 w 11269336"/>
              <a:gd name="connsiteY27" fmla="*/ 844150 h 2323145"/>
              <a:gd name="connsiteX28" fmla="*/ 8795998 w 11269336"/>
              <a:gd name="connsiteY28" fmla="*/ 863337 h 2323145"/>
              <a:gd name="connsiteX29" fmla="*/ 8776970 w 11269336"/>
              <a:gd name="connsiteY29" fmla="*/ 885177 h 2323145"/>
              <a:gd name="connsiteX30" fmla="*/ 8755719 w 11269336"/>
              <a:gd name="connsiteY30" fmla="*/ 889754 h 2323145"/>
              <a:gd name="connsiteX31" fmla="*/ 8743257 w 11269336"/>
              <a:gd name="connsiteY31" fmla="*/ 904723 h 2323145"/>
              <a:gd name="connsiteX32" fmla="*/ 8721366 w 11269336"/>
              <a:gd name="connsiteY32" fmla="*/ 904711 h 2323145"/>
              <a:gd name="connsiteX33" fmla="*/ 8678353 w 11269336"/>
              <a:gd name="connsiteY33" fmla="*/ 926318 h 2323145"/>
              <a:gd name="connsiteX34" fmla="*/ 8636849 w 11269336"/>
              <a:gd name="connsiteY34" fmla="*/ 937900 h 2323145"/>
              <a:gd name="connsiteX35" fmla="*/ 8620213 w 11269336"/>
              <a:gd name="connsiteY35" fmla="*/ 943068 h 2323145"/>
              <a:gd name="connsiteX36" fmla="*/ 8612581 w 11269336"/>
              <a:gd name="connsiteY36" fmla="*/ 952695 h 2323145"/>
              <a:gd name="connsiteX37" fmla="*/ 8589038 w 11269336"/>
              <a:gd name="connsiteY37" fmla="*/ 963892 h 2323145"/>
              <a:gd name="connsiteX38" fmla="*/ 8579950 w 11269336"/>
              <a:gd name="connsiteY38" fmla="*/ 960899 h 2323145"/>
              <a:gd name="connsiteX39" fmla="*/ 8579319 w 11269336"/>
              <a:gd name="connsiteY39" fmla="*/ 965630 h 2323145"/>
              <a:gd name="connsiteX40" fmla="*/ 8547429 w 11269336"/>
              <a:gd name="connsiteY40" fmla="*/ 984506 h 2323145"/>
              <a:gd name="connsiteX41" fmla="*/ 8478704 w 11269336"/>
              <a:gd name="connsiteY41" fmla="*/ 1025490 h 2323145"/>
              <a:gd name="connsiteX42" fmla="*/ 8461421 w 11269336"/>
              <a:gd name="connsiteY42" fmla="*/ 1035512 h 2323145"/>
              <a:gd name="connsiteX43" fmla="*/ 8445003 w 11269336"/>
              <a:gd name="connsiteY43" fmla="*/ 1036851 h 2323145"/>
              <a:gd name="connsiteX44" fmla="*/ 8357350 w 11269336"/>
              <a:gd name="connsiteY44" fmla="*/ 1060213 h 2323145"/>
              <a:gd name="connsiteX45" fmla="*/ 8335565 w 11269336"/>
              <a:gd name="connsiteY45" fmla="*/ 1061151 h 2323145"/>
              <a:gd name="connsiteX46" fmla="*/ 8325267 w 11269336"/>
              <a:gd name="connsiteY46" fmla="*/ 1055919 h 2323145"/>
              <a:gd name="connsiteX47" fmla="*/ 8293586 w 11269336"/>
              <a:gd name="connsiteY47" fmla="*/ 1076144 h 2323145"/>
              <a:gd name="connsiteX48" fmla="*/ 8242405 w 11269336"/>
              <a:gd name="connsiteY48" fmla="*/ 1095960 h 2323145"/>
              <a:gd name="connsiteX49" fmla="*/ 8197391 w 11269336"/>
              <a:gd name="connsiteY49" fmla="*/ 1107746 h 2323145"/>
              <a:gd name="connsiteX50" fmla="*/ 8081474 w 11269336"/>
              <a:gd name="connsiteY50" fmla="*/ 1130125 h 2323145"/>
              <a:gd name="connsiteX51" fmla="*/ 8053585 w 11269336"/>
              <a:gd name="connsiteY51" fmla="*/ 1129169 h 2323145"/>
              <a:gd name="connsiteX52" fmla="*/ 8038422 w 11269336"/>
              <a:gd name="connsiteY52" fmla="*/ 1119092 h 2323145"/>
              <a:gd name="connsiteX53" fmla="*/ 8029450 w 11269336"/>
              <a:gd name="connsiteY53" fmla="*/ 1125592 h 2323145"/>
              <a:gd name="connsiteX54" fmla="*/ 7959552 w 11269336"/>
              <a:gd name="connsiteY54" fmla="*/ 1140188 h 2323145"/>
              <a:gd name="connsiteX55" fmla="*/ 7914188 w 11269336"/>
              <a:gd name="connsiteY55" fmla="*/ 1150862 h 2323145"/>
              <a:gd name="connsiteX56" fmla="*/ 7914918 w 11269336"/>
              <a:gd name="connsiteY56" fmla="*/ 1168758 h 2323145"/>
              <a:gd name="connsiteX57" fmla="*/ 7875510 w 11269336"/>
              <a:gd name="connsiteY57" fmla="*/ 1183153 h 2323145"/>
              <a:gd name="connsiteX58" fmla="*/ 7829932 w 11269336"/>
              <a:gd name="connsiteY58" fmla="*/ 1180782 h 2323145"/>
              <a:gd name="connsiteX59" fmla="*/ 7779182 w 11269336"/>
              <a:gd name="connsiteY59" fmla="*/ 1192665 h 2323145"/>
              <a:gd name="connsiteX60" fmla="*/ 7748774 w 11269336"/>
              <a:gd name="connsiteY60" fmla="*/ 1199586 h 2323145"/>
              <a:gd name="connsiteX61" fmla="*/ 7671846 w 11269336"/>
              <a:gd name="connsiteY61" fmla="*/ 1231966 h 2323145"/>
              <a:gd name="connsiteX62" fmla="*/ 7554146 w 11269336"/>
              <a:gd name="connsiteY62" fmla="*/ 1319748 h 2323145"/>
              <a:gd name="connsiteX63" fmla="*/ 7515052 w 11269336"/>
              <a:gd name="connsiteY63" fmla="*/ 1336718 h 2323145"/>
              <a:gd name="connsiteX64" fmla="*/ 7507193 w 11269336"/>
              <a:gd name="connsiteY64" fmla="*/ 1334617 h 2323145"/>
              <a:gd name="connsiteX65" fmla="*/ 7461694 w 11269336"/>
              <a:gd name="connsiteY65" fmla="*/ 1375866 h 2323145"/>
              <a:gd name="connsiteX66" fmla="*/ 7377571 w 11269336"/>
              <a:gd name="connsiteY66" fmla="*/ 1400128 h 2323145"/>
              <a:gd name="connsiteX67" fmla="*/ 7311261 w 11269336"/>
              <a:gd name="connsiteY67" fmla="*/ 1412652 h 2323145"/>
              <a:gd name="connsiteX68" fmla="*/ 7275307 w 11269336"/>
              <a:gd name="connsiteY68" fmla="*/ 1422171 h 2323145"/>
              <a:gd name="connsiteX69" fmla="*/ 7247783 w 11269336"/>
              <a:gd name="connsiteY69" fmla="*/ 1426330 h 2323145"/>
              <a:gd name="connsiteX70" fmla="*/ 7185047 w 11269336"/>
              <a:gd name="connsiteY70" fmla="*/ 1451812 h 2323145"/>
              <a:gd name="connsiteX71" fmla="*/ 7084117 w 11269336"/>
              <a:gd name="connsiteY71" fmla="*/ 1500281 h 2323145"/>
              <a:gd name="connsiteX72" fmla="*/ 7062011 w 11269336"/>
              <a:gd name="connsiteY72" fmla="*/ 1509183 h 2323145"/>
              <a:gd name="connsiteX73" fmla="*/ 7040555 w 11269336"/>
              <a:gd name="connsiteY73" fmla="*/ 1511207 h 2323145"/>
              <a:gd name="connsiteX74" fmla="*/ 7033438 w 11269336"/>
              <a:gd name="connsiteY74" fmla="*/ 1506772 h 2323145"/>
              <a:gd name="connsiteX75" fmla="*/ 7020886 w 11269336"/>
              <a:gd name="connsiteY75" fmla="*/ 1510764 h 2323145"/>
              <a:gd name="connsiteX76" fmla="*/ 7017033 w 11269336"/>
              <a:gd name="connsiteY76" fmla="*/ 1510650 h 2323145"/>
              <a:gd name="connsiteX77" fmla="*/ 6995460 w 11269336"/>
              <a:gd name="connsiteY77" fmla="*/ 1511173 h 2323145"/>
              <a:gd name="connsiteX78" fmla="*/ 6962144 w 11269336"/>
              <a:gd name="connsiteY78" fmla="*/ 1541508 h 2323145"/>
              <a:gd name="connsiteX79" fmla="*/ 6910674 w 11269336"/>
              <a:gd name="connsiteY79" fmla="*/ 1554793 h 2323145"/>
              <a:gd name="connsiteX80" fmla="*/ 6732152 w 11269336"/>
              <a:gd name="connsiteY80" fmla="*/ 1642538 h 2323145"/>
              <a:gd name="connsiteX81" fmla="*/ 6694106 w 11269336"/>
              <a:gd name="connsiteY81" fmla="*/ 1632377 h 2323145"/>
              <a:gd name="connsiteX82" fmla="*/ 6617223 w 11269336"/>
              <a:gd name="connsiteY82" fmla="*/ 1659889 h 2323145"/>
              <a:gd name="connsiteX83" fmla="*/ 6521138 w 11269336"/>
              <a:gd name="connsiteY83" fmla="*/ 1744340 h 2323145"/>
              <a:gd name="connsiteX84" fmla="*/ 6380677 w 11269336"/>
              <a:gd name="connsiteY84" fmla="*/ 1796883 h 2323145"/>
              <a:gd name="connsiteX85" fmla="*/ 6374897 w 11269336"/>
              <a:gd name="connsiteY85" fmla="*/ 1809910 h 2323145"/>
              <a:gd name="connsiteX86" fmla="*/ 6364545 w 11269336"/>
              <a:gd name="connsiteY86" fmla="*/ 1820090 h 2323145"/>
              <a:gd name="connsiteX87" fmla="*/ 6362126 w 11269336"/>
              <a:gd name="connsiteY87" fmla="*/ 1819991 h 2323145"/>
              <a:gd name="connsiteX88" fmla="*/ 6346673 w 11269336"/>
              <a:gd name="connsiteY88" fmla="*/ 1827824 h 2323145"/>
              <a:gd name="connsiteX89" fmla="*/ 6345588 w 11269336"/>
              <a:gd name="connsiteY89" fmla="*/ 1832232 h 2323145"/>
              <a:gd name="connsiteX90" fmla="*/ 6335708 w 11269336"/>
              <a:gd name="connsiteY90" fmla="*/ 1838451 h 2323145"/>
              <a:gd name="connsiteX91" fmla="*/ 6318182 w 11269336"/>
              <a:gd name="connsiteY91" fmla="*/ 1852975 h 2323145"/>
              <a:gd name="connsiteX92" fmla="*/ 6313084 w 11269336"/>
              <a:gd name="connsiteY92" fmla="*/ 1853561 h 2323145"/>
              <a:gd name="connsiteX93" fmla="*/ 6283816 w 11269336"/>
              <a:gd name="connsiteY93" fmla="*/ 1872148 h 2323145"/>
              <a:gd name="connsiteX94" fmla="*/ 6282550 w 11269336"/>
              <a:gd name="connsiteY94" fmla="*/ 1871392 h 2323145"/>
              <a:gd name="connsiteX95" fmla="*/ 6270527 w 11269336"/>
              <a:gd name="connsiteY95" fmla="*/ 1872208 h 2323145"/>
              <a:gd name="connsiteX96" fmla="*/ 6249518 w 11269336"/>
              <a:gd name="connsiteY96" fmla="*/ 1876079 h 2323145"/>
              <a:gd name="connsiteX97" fmla="*/ 6190386 w 11269336"/>
              <a:gd name="connsiteY97" fmla="*/ 1872478 h 2323145"/>
              <a:gd name="connsiteX98" fmla="*/ 6159777 w 11269336"/>
              <a:gd name="connsiteY98" fmla="*/ 1891745 h 2323145"/>
              <a:gd name="connsiteX99" fmla="*/ 6153131 w 11269336"/>
              <a:gd name="connsiteY99" fmla="*/ 1895079 h 2323145"/>
              <a:gd name="connsiteX100" fmla="*/ 6152798 w 11269336"/>
              <a:gd name="connsiteY100" fmla="*/ 1894920 h 2323145"/>
              <a:gd name="connsiteX101" fmla="*/ 6145388 w 11269336"/>
              <a:gd name="connsiteY101" fmla="*/ 1897990 h 2323145"/>
              <a:gd name="connsiteX102" fmla="*/ 6141014 w 11269336"/>
              <a:gd name="connsiteY102" fmla="*/ 1901155 h 2323145"/>
              <a:gd name="connsiteX103" fmla="*/ 6128122 w 11269336"/>
              <a:gd name="connsiteY103" fmla="*/ 1907623 h 2323145"/>
              <a:gd name="connsiteX104" fmla="*/ 6122351 w 11269336"/>
              <a:gd name="connsiteY104" fmla="*/ 1908359 h 2323145"/>
              <a:gd name="connsiteX105" fmla="*/ 6064750 w 11269336"/>
              <a:gd name="connsiteY105" fmla="*/ 1896394 h 2323145"/>
              <a:gd name="connsiteX106" fmla="*/ 5964230 w 11269336"/>
              <a:gd name="connsiteY106" fmla="*/ 1910038 h 2323145"/>
              <a:gd name="connsiteX107" fmla="*/ 5865399 w 11269336"/>
              <a:gd name="connsiteY107" fmla="*/ 1926966 h 2323145"/>
              <a:gd name="connsiteX108" fmla="*/ 5829951 w 11269336"/>
              <a:gd name="connsiteY108" fmla="*/ 1934755 h 2323145"/>
              <a:gd name="connsiteX109" fmla="*/ 5765285 w 11269336"/>
              <a:gd name="connsiteY109" fmla="*/ 1941322 h 2323145"/>
              <a:gd name="connsiteX110" fmla="*/ 5734750 w 11269336"/>
              <a:gd name="connsiteY110" fmla="*/ 1939793 h 2323145"/>
              <a:gd name="connsiteX111" fmla="*/ 5733569 w 11269336"/>
              <a:gd name="connsiteY111" fmla="*/ 1940505 h 2323145"/>
              <a:gd name="connsiteX112" fmla="*/ 5730329 w 11269336"/>
              <a:gd name="connsiteY112" fmla="*/ 1937845 h 2323145"/>
              <a:gd name="connsiteX113" fmla="*/ 5724661 w 11269336"/>
              <a:gd name="connsiteY113" fmla="*/ 1937455 h 2323145"/>
              <a:gd name="connsiteX114" fmla="*/ 5710186 w 11269336"/>
              <a:gd name="connsiteY114" fmla="*/ 1941370 h 2323145"/>
              <a:gd name="connsiteX115" fmla="*/ 5704910 w 11269336"/>
              <a:gd name="connsiteY115" fmla="*/ 1943663 h 2323145"/>
              <a:gd name="connsiteX116" fmla="*/ 5696836 w 11269336"/>
              <a:gd name="connsiteY116" fmla="*/ 1945271 h 2323145"/>
              <a:gd name="connsiteX117" fmla="*/ 5696583 w 11269336"/>
              <a:gd name="connsiteY117" fmla="*/ 1945050 h 2323145"/>
              <a:gd name="connsiteX118" fmla="*/ 5689123 w 11269336"/>
              <a:gd name="connsiteY118" fmla="*/ 1947067 h 2323145"/>
              <a:gd name="connsiteX119" fmla="*/ 5653291 w 11269336"/>
              <a:gd name="connsiteY119" fmla="*/ 1960245 h 2323145"/>
              <a:gd name="connsiteX120" fmla="*/ 5599385 w 11269336"/>
              <a:gd name="connsiteY120" fmla="*/ 1945198 h 2323145"/>
              <a:gd name="connsiteX121" fmla="*/ 5578300 w 11269336"/>
              <a:gd name="connsiteY121" fmla="*/ 1944963 h 2323145"/>
              <a:gd name="connsiteX122" fmla="*/ 5566758 w 11269336"/>
              <a:gd name="connsiteY122" fmla="*/ 1943441 h 2323145"/>
              <a:gd name="connsiteX123" fmla="*/ 5565857 w 11269336"/>
              <a:gd name="connsiteY123" fmla="*/ 1942445 h 2323145"/>
              <a:gd name="connsiteX124" fmla="*/ 5531534 w 11269336"/>
              <a:gd name="connsiteY124" fmla="*/ 1955208 h 2323145"/>
              <a:gd name="connsiteX125" fmla="*/ 5526552 w 11269336"/>
              <a:gd name="connsiteY125" fmla="*/ 1954799 h 2323145"/>
              <a:gd name="connsiteX126" fmla="*/ 5504723 w 11269336"/>
              <a:gd name="connsiteY126" fmla="*/ 1965811 h 2323145"/>
              <a:gd name="connsiteX127" fmla="*/ 5493156 w 11269336"/>
              <a:gd name="connsiteY127" fmla="*/ 1970063 h 2323145"/>
              <a:gd name="connsiteX128" fmla="*/ 5490486 w 11269336"/>
              <a:gd name="connsiteY128" fmla="*/ 1974227 h 2323145"/>
              <a:gd name="connsiteX129" fmla="*/ 5473107 w 11269336"/>
              <a:gd name="connsiteY129" fmla="*/ 1979001 h 2323145"/>
              <a:gd name="connsiteX130" fmla="*/ 5470885 w 11269336"/>
              <a:gd name="connsiteY130" fmla="*/ 1978432 h 2323145"/>
              <a:gd name="connsiteX131" fmla="*/ 5457393 w 11269336"/>
              <a:gd name="connsiteY131" fmla="*/ 1986525 h 2323145"/>
              <a:gd name="connsiteX132" fmla="*/ 5447102 w 11269336"/>
              <a:gd name="connsiteY132" fmla="*/ 1998329 h 2323145"/>
              <a:gd name="connsiteX133" fmla="*/ 5159151 w 11269336"/>
              <a:gd name="connsiteY133" fmla="*/ 2029640 h 2323145"/>
              <a:gd name="connsiteX134" fmla="*/ 5041688 w 11269336"/>
              <a:gd name="connsiteY134" fmla="*/ 2022334 h 2323145"/>
              <a:gd name="connsiteX135" fmla="*/ 4860988 w 11269336"/>
              <a:gd name="connsiteY135" fmla="*/ 2135698 h 2323145"/>
              <a:gd name="connsiteX136" fmla="*/ 4807902 w 11269336"/>
              <a:gd name="connsiteY136" fmla="*/ 2138894 h 2323145"/>
              <a:gd name="connsiteX137" fmla="*/ 4765388 w 11269336"/>
              <a:gd name="connsiteY137" fmla="*/ 2162525 h 2323145"/>
              <a:gd name="connsiteX138" fmla="*/ 4745033 w 11269336"/>
              <a:gd name="connsiteY138" fmla="*/ 2158859 h 2323145"/>
              <a:gd name="connsiteX139" fmla="*/ 4741475 w 11269336"/>
              <a:gd name="connsiteY139" fmla="*/ 2157998 h 2323145"/>
              <a:gd name="connsiteX140" fmla="*/ 4728247 w 11269336"/>
              <a:gd name="connsiteY140" fmla="*/ 2159526 h 2323145"/>
              <a:gd name="connsiteX141" fmla="*/ 4723263 w 11269336"/>
              <a:gd name="connsiteY141" fmla="*/ 2153742 h 2323145"/>
              <a:gd name="connsiteX142" fmla="*/ 4702453 w 11269336"/>
              <a:gd name="connsiteY142" fmla="*/ 2151586 h 2323145"/>
              <a:gd name="connsiteX143" fmla="*/ 4678455 w 11269336"/>
              <a:gd name="connsiteY143" fmla="*/ 2156131 h 2323145"/>
              <a:gd name="connsiteX144" fmla="*/ 4593061 w 11269336"/>
              <a:gd name="connsiteY144" fmla="*/ 2171597 h 2323145"/>
              <a:gd name="connsiteX145" fmla="*/ 4579902 w 11269336"/>
              <a:gd name="connsiteY145" fmla="*/ 2177927 h 2323145"/>
              <a:gd name="connsiteX146" fmla="*/ 4533444 w 11269336"/>
              <a:gd name="connsiteY146" fmla="*/ 2181200 h 2323145"/>
              <a:gd name="connsiteX147" fmla="*/ 4492832 w 11269336"/>
              <a:gd name="connsiteY147" fmla="*/ 2188033 h 2323145"/>
              <a:gd name="connsiteX148" fmla="*/ 4467257 w 11269336"/>
              <a:gd name="connsiteY148" fmla="*/ 2196121 h 2323145"/>
              <a:gd name="connsiteX149" fmla="*/ 4459937 w 11269336"/>
              <a:gd name="connsiteY149" fmla="*/ 2195182 h 2323145"/>
              <a:gd name="connsiteX150" fmla="*/ 4433312 w 11269336"/>
              <a:gd name="connsiteY150" fmla="*/ 2199004 h 2323145"/>
              <a:gd name="connsiteX151" fmla="*/ 4420601 w 11269336"/>
              <a:gd name="connsiteY151" fmla="*/ 2205158 h 2323145"/>
              <a:gd name="connsiteX152" fmla="*/ 4405765 w 11269336"/>
              <a:gd name="connsiteY152" fmla="*/ 2199902 h 2323145"/>
              <a:gd name="connsiteX153" fmla="*/ 4401354 w 11269336"/>
              <a:gd name="connsiteY153" fmla="*/ 2194745 h 2323145"/>
              <a:gd name="connsiteX154" fmla="*/ 4383151 w 11269336"/>
              <a:gd name="connsiteY154" fmla="*/ 2201140 h 2323145"/>
              <a:gd name="connsiteX155" fmla="*/ 4366646 w 11269336"/>
              <a:gd name="connsiteY155" fmla="*/ 2198564 h 2323145"/>
              <a:gd name="connsiteX156" fmla="*/ 4354009 w 11269336"/>
              <a:gd name="connsiteY156" fmla="*/ 2204984 h 2323145"/>
              <a:gd name="connsiteX157" fmla="*/ 4348284 w 11269336"/>
              <a:gd name="connsiteY157" fmla="*/ 2205270 h 2323145"/>
              <a:gd name="connsiteX158" fmla="*/ 4333906 w 11269336"/>
              <a:gd name="connsiteY158" fmla="*/ 2205251 h 2323145"/>
              <a:gd name="connsiteX159" fmla="*/ 4308819 w 11269336"/>
              <a:gd name="connsiteY159" fmla="*/ 2203822 h 2323145"/>
              <a:gd name="connsiteX160" fmla="*/ 4301210 w 11269336"/>
              <a:gd name="connsiteY160" fmla="*/ 2204456 h 2323145"/>
              <a:gd name="connsiteX161" fmla="*/ 4283095 w 11269336"/>
              <a:gd name="connsiteY161" fmla="*/ 2198177 h 2323145"/>
              <a:gd name="connsiteX162" fmla="*/ 4250119 w 11269336"/>
              <a:gd name="connsiteY162" fmla="*/ 2196342 h 2323145"/>
              <a:gd name="connsiteX163" fmla="*/ 4189203 w 11269336"/>
              <a:gd name="connsiteY163" fmla="*/ 2178994 h 2323145"/>
              <a:gd name="connsiteX164" fmla="*/ 4154035 w 11269336"/>
              <a:gd name="connsiteY164" fmla="*/ 2171950 h 2323145"/>
              <a:gd name="connsiteX165" fmla="*/ 4129569 w 11269336"/>
              <a:gd name="connsiteY165" fmla="*/ 2163850 h 2323145"/>
              <a:gd name="connsiteX166" fmla="*/ 4061250 w 11269336"/>
              <a:gd name="connsiteY166" fmla="*/ 2159236 h 2323145"/>
              <a:gd name="connsiteX167" fmla="*/ 3945480 w 11269336"/>
              <a:gd name="connsiteY167" fmla="*/ 2158279 h 2323145"/>
              <a:gd name="connsiteX168" fmla="*/ 3921468 w 11269336"/>
              <a:gd name="connsiteY168" fmla="*/ 2156588 h 2323145"/>
              <a:gd name="connsiteX169" fmla="*/ 3903348 w 11269336"/>
              <a:gd name="connsiteY169" fmla="*/ 2149220 h 2323145"/>
              <a:gd name="connsiteX170" fmla="*/ 3901342 w 11269336"/>
              <a:gd name="connsiteY170" fmla="*/ 2142355 h 2323145"/>
              <a:gd name="connsiteX171" fmla="*/ 3888539 w 11269336"/>
              <a:gd name="connsiteY171" fmla="*/ 2140476 h 2323145"/>
              <a:gd name="connsiteX172" fmla="*/ 3885662 w 11269336"/>
              <a:gd name="connsiteY172" fmla="*/ 2138740 h 2323145"/>
              <a:gd name="connsiteX173" fmla="*/ 3868627 w 11269336"/>
              <a:gd name="connsiteY173" fmla="*/ 2130023 h 2323145"/>
              <a:gd name="connsiteX174" fmla="*/ 3819177 w 11269336"/>
              <a:gd name="connsiteY174" fmla="*/ 2142111 h 2323145"/>
              <a:gd name="connsiteX175" fmla="*/ 3769100 w 11269336"/>
              <a:gd name="connsiteY175" fmla="*/ 2131731 h 2323145"/>
              <a:gd name="connsiteX176" fmla="*/ 3562752 w 11269336"/>
              <a:gd name="connsiteY176" fmla="*/ 2131785 h 2323145"/>
              <a:gd name="connsiteX177" fmla="*/ 3541402 w 11269336"/>
              <a:gd name="connsiteY177" fmla="*/ 2106821 h 2323145"/>
              <a:gd name="connsiteX178" fmla="*/ 3365341 w 11269336"/>
              <a:gd name="connsiteY178" fmla="*/ 2077638 h 2323145"/>
              <a:gd name="connsiteX179" fmla="*/ 3170922 w 11269336"/>
              <a:gd name="connsiteY179" fmla="*/ 2115957 h 2323145"/>
              <a:gd name="connsiteX180" fmla="*/ 3156256 w 11269336"/>
              <a:gd name="connsiteY180" fmla="*/ 2124773 h 2323145"/>
              <a:gd name="connsiteX181" fmla="*/ 3140298 w 11269336"/>
              <a:gd name="connsiteY181" fmla="*/ 2129182 h 2323145"/>
              <a:gd name="connsiteX182" fmla="*/ 3138514 w 11269336"/>
              <a:gd name="connsiteY182" fmla="*/ 2128069 h 2323145"/>
              <a:gd name="connsiteX183" fmla="*/ 3120467 w 11269336"/>
              <a:gd name="connsiteY183" fmla="*/ 2128281 h 2323145"/>
              <a:gd name="connsiteX184" fmla="*/ 3116175 w 11269336"/>
              <a:gd name="connsiteY184" fmla="*/ 2131633 h 2323145"/>
              <a:gd name="connsiteX185" fmla="*/ 3103685 w 11269336"/>
              <a:gd name="connsiteY185" fmla="*/ 2132814 h 2323145"/>
              <a:gd name="connsiteX186" fmla="*/ 3078794 w 11269336"/>
              <a:gd name="connsiteY186" fmla="*/ 2137935 h 2323145"/>
              <a:gd name="connsiteX187" fmla="*/ 3074407 w 11269336"/>
              <a:gd name="connsiteY187" fmla="*/ 2136274 h 2323145"/>
              <a:gd name="connsiteX188" fmla="*/ 3037285 w 11269336"/>
              <a:gd name="connsiteY188" fmla="*/ 2139919 h 2323145"/>
              <a:gd name="connsiteX189" fmla="*/ 3036901 w 11269336"/>
              <a:gd name="connsiteY189" fmla="*/ 2138726 h 2323145"/>
              <a:gd name="connsiteX190" fmla="*/ 3026996 w 11269336"/>
              <a:gd name="connsiteY190" fmla="*/ 2134322 h 2323145"/>
              <a:gd name="connsiteX191" fmla="*/ 3007772 w 11269336"/>
              <a:gd name="connsiteY191" fmla="*/ 2128742 h 2323145"/>
              <a:gd name="connsiteX192" fmla="*/ 2965030 w 11269336"/>
              <a:gd name="connsiteY192" fmla="*/ 2100494 h 2323145"/>
              <a:gd name="connsiteX193" fmla="*/ 2926342 w 11269336"/>
              <a:gd name="connsiteY193" fmla="*/ 2104155 h 2323145"/>
              <a:gd name="connsiteX194" fmla="*/ 2918608 w 11269336"/>
              <a:gd name="connsiteY194" fmla="*/ 2104215 h 2323145"/>
              <a:gd name="connsiteX195" fmla="*/ 2918475 w 11269336"/>
              <a:gd name="connsiteY195" fmla="*/ 2103937 h 2323145"/>
              <a:gd name="connsiteX196" fmla="*/ 2910360 w 11269336"/>
              <a:gd name="connsiteY196" fmla="*/ 2103444 h 2323145"/>
              <a:gd name="connsiteX197" fmla="*/ 2904507 w 11269336"/>
              <a:gd name="connsiteY197" fmla="*/ 2104326 h 2323145"/>
              <a:gd name="connsiteX198" fmla="*/ 2889503 w 11269336"/>
              <a:gd name="connsiteY198" fmla="*/ 2104443 h 2323145"/>
              <a:gd name="connsiteX199" fmla="*/ 2884480 w 11269336"/>
              <a:gd name="connsiteY199" fmla="*/ 2102626 h 2323145"/>
              <a:gd name="connsiteX200" fmla="*/ 2882689 w 11269336"/>
              <a:gd name="connsiteY200" fmla="*/ 2099228 h 2323145"/>
              <a:gd name="connsiteX201" fmla="*/ 2881291 w 11269336"/>
              <a:gd name="connsiteY201" fmla="*/ 2099618 h 2323145"/>
              <a:gd name="connsiteX202" fmla="*/ 2853979 w 11269336"/>
              <a:gd name="connsiteY202" fmla="*/ 2090388 h 2323145"/>
              <a:gd name="connsiteX203" fmla="*/ 2791790 w 11269336"/>
              <a:gd name="connsiteY203" fmla="*/ 2080332 h 2323145"/>
              <a:gd name="connsiteX204" fmla="*/ 2755844 w 11269336"/>
              <a:gd name="connsiteY204" fmla="*/ 2078874 h 2323145"/>
              <a:gd name="connsiteX205" fmla="*/ 2657742 w 11269336"/>
              <a:gd name="connsiteY205" fmla="*/ 2070179 h 2323145"/>
              <a:gd name="connsiteX206" fmla="*/ 2559549 w 11269336"/>
              <a:gd name="connsiteY206" fmla="*/ 2057873 h 2323145"/>
              <a:gd name="connsiteX207" fmla="*/ 2512054 w 11269336"/>
              <a:gd name="connsiteY207" fmla="*/ 2031671 h 2323145"/>
              <a:gd name="connsiteX208" fmla="*/ 2506437 w 11269336"/>
              <a:gd name="connsiteY208" fmla="*/ 2030918 h 2323145"/>
              <a:gd name="connsiteX209" fmla="*/ 2491752 w 11269336"/>
              <a:gd name="connsiteY209" fmla="*/ 2033906 h 2323145"/>
              <a:gd name="connsiteX210" fmla="*/ 2486338 w 11269336"/>
              <a:gd name="connsiteY210" fmla="*/ 2035862 h 2323145"/>
              <a:gd name="connsiteX211" fmla="*/ 2478186 w 11269336"/>
              <a:gd name="connsiteY211" fmla="*/ 2036953 h 2323145"/>
              <a:gd name="connsiteX212" fmla="*/ 2477950 w 11269336"/>
              <a:gd name="connsiteY212" fmla="*/ 2036715 h 2323145"/>
              <a:gd name="connsiteX213" fmla="*/ 2470381 w 11269336"/>
              <a:gd name="connsiteY213" fmla="*/ 2038256 h 2323145"/>
              <a:gd name="connsiteX214" fmla="*/ 2433781 w 11269336"/>
              <a:gd name="connsiteY214" fmla="*/ 2049140 h 2323145"/>
              <a:gd name="connsiteX215" fmla="*/ 2381172 w 11269336"/>
              <a:gd name="connsiteY215" fmla="*/ 2030645 h 2323145"/>
              <a:gd name="connsiteX216" fmla="*/ 2360198 w 11269336"/>
              <a:gd name="connsiteY216" fmla="*/ 2029059 h 2323145"/>
              <a:gd name="connsiteX217" fmla="*/ 2348815 w 11269336"/>
              <a:gd name="connsiteY217" fmla="*/ 2026798 h 2323145"/>
              <a:gd name="connsiteX218" fmla="*/ 2347988 w 11269336"/>
              <a:gd name="connsiteY218" fmla="*/ 2025745 h 2323145"/>
              <a:gd name="connsiteX219" fmla="*/ 2312920 w 11269336"/>
              <a:gd name="connsiteY219" fmla="*/ 2036311 h 2323145"/>
              <a:gd name="connsiteX220" fmla="*/ 2307986 w 11269336"/>
              <a:gd name="connsiteY220" fmla="*/ 2035583 h 2323145"/>
              <a:gd name="connsiteX221" fmla="*/ 2285481 w 11269336"/>
              <a:gd name="connsiteY221" fmla="*/ 2045197 h 2323145"/>
              <a:gd name="connsiteX222" fmla="*/ 2273666 w 11269336"/>
              <a:gd name="connsiteY222" fmla="*/ 2048710 h 2323145"/>
              <a:gd name="connsiteX223" fmla="*/ 2270719 w 11269336"/>
              <a:gd name="connsiteY223" fmla="*/ 2052702 h 2323145"/>
              <a:gd name="connsiteX224" fmla="*/ 2253080 w 11269336"/>
              <a:gd name="connsiteY224" fmla="*/ 2056363 h 2323145"/>
              <a:gd name="connsiteX225" fmla="*/ 2250906 w 11269336"/>
              <a:gd name="connsiteY225" fmla="*/ 2055654 h 2323145"/>
              <a:gd name="connsiteX226" fmla="*/ 2236905 w 11269336"/>
              <a:gd name="connsiteY226" fmla="*/ 2062882 h 2323145"/>
              <a:gd name="connsiteX227" fmla="*/ 2225830 w 11269336"/>
              <a:gd name="connsiteY227" fmla="*/ 2074027 h 2323145"/>
              <a:gd name="connsiteX228" fmla="*/ 2073776 w 11269336"/>
              <a:gd name="connsiteY228" fmla="*/ 2089244 h 2323145"/>
              <a:gd name="connsiteX229" fmla="*/ 1948256 w 11269336"/>
              <a:gd name="connsiteY229" fmla="*/ 2146616 h 2323145"/>
              <a:gd name="connsiteX230" fmla="*/ 1865582 w 11269336"/>
              <a:gd name="connsiteY230" fmla="*/ 2153738 h 2323145"/>
              <a:gd name="connsiteX231" fmla="*/ 1835210 w 11269336"/>
              <a:gd name="connsiteY231" fmla="*/ 2134244 h 2323145"/>
              <a:gd name="connsiteX232" fmla="*/ 1632661 w 11269336"/>
              <a:gd name="connsiteY232" fmla="*/ 2173882 h 2323145"/>
              <a:gd name="connsiteX233" fmla="*/ 1579590 w 11269336"/>
              <a:gd name="connsiteY233" fmla="*/ 2173680 h 2323145"/>
              <a:gd name="connsiteX234" fmla="*/ 1535601 w 11269336"/>
              <a:gd name="connsiteY234" fmla="*/ 2194590 h 2323145"/>
              <a:gd name="connsiteX235" fmla="*/ 1515594 w 11269336"/>
              <a:gd name="connsiteY235" fmla="*/ 2189622 h 2323145"/>
              <a:gd name="connsiteX236" fmla="*/ 1512113 w 11269336"/>
              <a:gd name="connsiteY236" fmla="*/ 2188534 h 2323145"/>
              <a:gd name="connsiteX237" fmla="*/ 1498838 w 11269336"/>
              <a:gd name="connsiteY237" fmla="*/ 2189213 h 2323145"/>
              <a:gd name="connsiteX238" fmla="*/ 1494279 w 11269336"/>
              <a:gd name="connsiteY238" fmla="*/ 2183112 h 2323145"/>
              <a:gd name="connsiteX239" fmla="*/ 1473714 w 11269336"/>
              <a:gd name="connsiteY239" fmla="*/ 2179625 h 2323145"/>
              <a:gd name="connsiteX240" fmla="*/ 1449503 w 11269336"/>
              <a:gd name="connsiteY240" fmla="*/ 2182633 h 2323145"/>
              <a:gd name="connsiteX241" fmla="*/ 1266687 w 11269336"/>
              <a:gd name="connsiteY241" fmla="*/ 2212688 h 2323145"/>
              <a:gd name="connsiteX242" fmla="*/ 1239614 w 11269336"/>
              <a:gd name="connsiteY242" fmla="*/ 2209727 h 2323145"/>
              <a:gd name="connsiteX243" fmla="*/ 1202436 w 11269336"/>
              <a:gd name="connsiteY243" fmla="*/ 2209817 h 2323145"/>
              <a:gd name="connsiteX244" fmla="*/ 1136097 w 11269336"/>
              <a:gd name="connsiteY244" fmla="*/ 2205112 h 2323145"/>
              <a:gd name="connsiteX245" fmla="*/ 988232 w 11269336"/>
              <a:gd name="connsiteY245" fmla="*/ 2235635 h 2323145"/>
              <a:gd name="connsiteX246" fmla="*/ 981959 w 11269336"/>
              <a:gd name="connsiteY246" fmla="*/ 2231607 h 2323145"/>
              <a:gd name="connsiteX247" fmla="*/ 938600 w 11269336"/>
              <a:gd name="connsiteY247" fmla="*/ 2238113 h 2323145"/>
              <a:gd name="connsiteX248" fmla="*/ 791788 w 11269336"/>
              <a:gd name="connsiteY248" fmla="*/ 2293224 h 2323145"/>
              <a:gd name="connsiteX249" fmla="*/ 706914 w 11269336"/>
              <a:gd name="connsiteY249" fmla="*/ 2305046 h 2323145"/>
              <a:gd name="connsiteX250" fmla="*/ 675971 w 11269336"/>
              <a:gd name="connsiteY250" fmla="*/ 2304030 h 2323145"/>
              <a:gd name="connsiteX251" fmla="*/ 624180 w 11269336"/>
              <a:gd name="connsiteY251" fmla="*/ 2302650 h 2323145"/>
              <a:gd name="connsiteX252" fmla="*/ 583453 w 11269336"/>
              <a:gd name="connsiteY252" fmla="*/ 2288788 h 2323145"/>
              <a:gd name="connsiteX253" fmla="*/ 540946 w 11269336"/>
              <a:gd name="connsiteY253" fmla="*/ 2292721 h 2323145"/>
              <a:gd name="connsiteX254" fmla="*/ 533680 w 11269336"/>
              <a:gd name="connsiteY254" fmla="*/ 2310233 h 2323145"/>
              <a:gd name="connsiteX255" fmla="*/ 487366 w 11269336"/>
              <a:gd name="connsiteY255" fmla="*/ 2309053 h 2323145"/>
              <a:gd name="connsiteX256" fmla="*/ 416820 w 11269336"/>
              <a:gd name="connsiteY256" fmla="*/ 2305443 h 2323145"/>
              <a:gd name="connsiteX257" fmla="*/ 376805 w 11269336"/>
              <a:gd name="connsiteY257" fmla="*/ 2307647 h 2323145"/>
              <a:gd name="connsiteX258" fmla="*/ 266777 w 11269336"/>
              <a:gd name="connsiteY258" fmla="*/ 2309012 h 2323145"/>
              <a:gd name="connsiteX259" fmla="*/ 156013 w 11269336"/>
              <a:gd name="connsiteY259" fmla="*/ 2306832 h 2323145"/>
              <a:gd name="connsiteX260" fmla="*/ 87258 w 11269336"/>
              <a:gd name="connsiteY260" fmla="*/ 2285511 h 2323145"/>
              <a:gd name="connsiteX261" fmla="*/ 23798 w 11269336"/>
              <a:gd name="connsiteY261" fmla="*/ 2281822 h 2323145"/>
              <a:gd name="connsiteX262" fmla="*/ 0 w 11269336"/>
              <a:gd name="connsiteY262" fmla="*/ 2285369 h 2323145"/>
              <a:gd name="connsiteX263" fmla="*/ 0 w 11269336"/>
              <a:gd name="connsiteY26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9062863 w 11269336"/>
              <a:gd name="connsiteY22" fmla="*/ 754656 h 2323145"/>
              <a:gd name="connsiteX23" fmla="*/ 8914746 w 11269336"/>
              <a:gd name="connsiteY23" fmla="*/ 826428 h 2323145"/>
              <a:gd name="connsiteX24" fmla="*/ 8917778 w 11269336"/>
              <a:gd name="connsiteY24" fmla="*/ 835198 h 2323145"/>
              <a:gd name="connsiteX25" fmla="*/ 8905560 w 11269336"/>
              <a:gd name="connsiteY25" fmla="*/ 838358 h 2323145"/>
              <a:gd name="connsiteX26" fmla="*/ 8897564 w 11269336"/>
              <a:gd name="connsiteY26" fmla="*/ 834287 h 2323145"/>
              <a:gd name="connsiteX27" fmla="*/ 8878040 w 11269336"/>
              <a:gd name="connsiteY27" fmla="*/ 844150 h 2323145"/>
              <a:gd name="connsiteX28" fmla="*/ 8795998 w 11269336"/>
              <a:gd name="connsiteY28" fmla="*/ 863337 h 2323145"/>
              <a:gd name="connsiteX29" fmla="*/ 8776970 w 11269336"/>
              <a:gd name="connsiteY29" fmla="*/ 885177 h 2323145"/>
              <a:gd name="connsiteX30" fmla="*/ 8755719 w 11269336"/>
              <a:gd name="connsiteY30" fmla="*/ 889754 h 2323145"/>
              <a:gd name="connsiteX31" fmla="*/ 8743257 w 11269336"/>
              <a:gd name="connsiteY31" fmla="*/ 904723 h 2323145"/>
              <a:gd name="connsiteX32" fmla="*/ 8721366 w 11269336"/>
              <a:gd name="connsiteY32" fmla="*/ 904711 h 2323145"/>
              <a:gd name="connsiteX33" fmla="*/ 8678353 w 11269336"/>
              <a:gd name="connsiteY33" fmla="*/ 926318 h 2323145"/>
              <a:gd name="connsiteX34" fmla="*/ 8636849 w 11269336"/>
              <a:gd name="connsiteY34" fmla="*/ 937900 h 2323145"/>
              <a:gd name="connsiteX35" fmla="*/ 8620213 w 11269336"/>
              <a:gd name="connsiteY35" fmla="*/ 943068 h 2323145"/>
              <a:gd name="connsiteX36" fmla="*/ 8612581 w 11269336"/>
              <a:gd name="connsiteY36" fmla="*/ 952695 h 2323145"/>
              <a:gd name="connsiteX37" fmla="*/ 8589038 w 11269336"/>
              <a:gd name="connsiteY37" fmla="*/ 963892 h 2323145"/>
              <a:gd name="connsiteX38" fmla="*/ 8579950 w 11269336"/>
              <a:gd name="connsiteY38" fmla="*/ 960899 h 2323145"/>
              <a:gd name="connsiteX39" fmla="*/ 8579319 w 11269336"/>
              <a:gd name="connsiteY39" fmla="*/ 965630 h 2323145"/>
              <a:gd name="connsiteX40" fmla="*/ 8547429 w 11269336"/>
              <a:gd name="connsiteY40" fmla="*/ 984506 h 2323145"/>
              <a:gd name="connsiteX41" fmla="*/ 8478704 w 11269336"/>
              <a:gd name="connsiteY41" fmla="*/ 1025490 h 2323145"/>
              <a:gd name="connsiteX42" fmla="*/ 8461421 w 11269336"/>
              <a:gd name="connsiteY42" fmla="*/ 1035512 h 2323145"/>
              <a:gd name="connsiteX43" fmla="*/ 8445003 w 11269336"/>
              <a:gd name="connsiteY43" fmla="*/ 1036851 h 2323145"/>
              <a:gd name="connsiteX44" fmla="*/ 8357350 w 11269336"/>
              <a:gd name="connsiteY44" fmla="*/ 1060213 h 2323145"/>
              <a:gd name="connsiteX45" fmla="*/ 8335565 w 11269336"/>
              <a:gd name="connsiteY45" fmla="*/ 1061151 h 2323145"/>
              <a:gd name="connsiteX46" fmla="*/ 8325267 w 11269336"/>
              <a:gd name="connsiteY46" fmla="*/ 1055919 h 2323145"/>
              <a:gd name="connsiteX47" fmla="*/ 8293586 w 11269336"/>
              <a:gd name="connsiteY47" fmla="*/ 1076144 h 2323145"/>
              <a:gd name="connsiteX48" fmla="*/ 8242405 w 11269336"/>
              <a:gd name="connsiteY48" fmla="*/ 1095960 h 2323145"/>
              <a:gd name="connsiteX49" fmla="*/ 8197391 w 11269336"/>
              <a:gd name="connsiteY49" fmla="*/ 1107746 h 2323145"/>
              <a:gd name="connsiteX50" fmla="*/ 8081474 w 11269336"/>
              <a:gd name="connsiteY50" fmla="*/ 1130125 h 2323145"/>
              <a:gd name="connsiteX51" fmla="*/ 8053585 w 11269336"/>
              <a:gd name="connsiteY51" fmla="*/ 1129169 h 2323145"/>
              <a:gd name="connsiteX52" fmla="*/ 8038422 w 11269336"/>
              <a:gd name="connsiteY52" fmla="*/ 1119092 h 2323145"/>
              <a:gd name="connsiteX53" fmla="*/ 8029450 w 11269336"/>
              <a:gd name="connsiteY53" fmla="*/ 1125592 h 2323145"/>
              <a:gd name="connsiteX54" fmla="*/ 7959552 w 11269336"/>
              <a:gd name="connsiteY54" fmla="*/ 1140188 h 2323145"/>
              <a:gd name="connsiteX55" fmla="*/ 7914188 w 11269336"/>
              <a:gd name="connsiteY55" fmla="*/ 1150862 h 2323145"/>
              <a:gd name="connsiteX56" fmla="*/ 7914918 w 11269336"/>
              <a:gd name="connsiteY56" fmla="*/ 1168758 h 2323145"/>
              <a:gd name="connsiteX57" fmla="*/ 7875510 w 11269336"/>
              <a:gd name="connsiteY57" fmla="*/ 1183153 h 2323145"/>
              <a:gd name="connsiteX58" fmla="*/ 7829932 w 11269336"/>
              <a:gd name="connsiteY58" fmla="*/ 1180782 h 2323145"/>
              <a:gd name="connsiteX59" fmla="*/ 7779182 w 11269336"/>
              <a:gd name="connsiteY59" fmla="*/ 1192665 h 2323145"/>
              <a:gd name="connsiteX60" fmla="*/ 7748774 w 11269336"/>
              <a:gd name="connsiteY60" fmla="*/ 1199586 h 2323145"/>
              <a:gd name="connsiteX61" fmla="*/ 7671846 w 11269336"/>
              <a:gd name="connsiteY61" fmla="*/ 1231966 h 2323145"/>
              <a:gd name="connsiteX62" fmla="*/ 7554146 w 11269336"/>
              <a:gd name="connsiteY62" fmla="*/ 1319748 h 2323145"/>
              <a:gd name="connsiteX63" fmla="*/ 7515052 w 11269336"/>
              <a:gd name="connsiteY63" fmla="*/ 1336718 h 2323145"/>
              <a:gd name="connsiteX64" fmla="*/ 7507193 w 11269336"/>
              <a:gd name="connsiteY64" fmla="*/ 1334617 h 2323145"/>
              <a:gd name="connsiteX65" fmla="*/ 7461694 w 11269336"/>
              <a:gd name="connsiteY65" fmla="*/ 1375866 h 2323145"/>
              <a:gd name="connsiteX66" fmla="*/ 7377571 w 11269336"/>
              <a:gd name="connsiteY66" fmla="*/ 1400128 h 2323145"/>
              <a:gd name="connsiteX67" fmla="*/ 7311261 w 11269336"/>
              <a:gd name="connsiteY67" fmla="*/ 1412652 h 2323145"/>
              <a:gd name="connsiteX68" fmla="*/ 7275307 w 11269336"/>
              <a:gd name="connsiteY68" fmla="*/ 1422171 h 2323145"/>
              <a:gd name="connsiteX69" fmla="*/ 7247783 w 11269336"/>
              <a:gd name="connsiteY69" fmla="*/ 1426330 h 2323145"/>
              <a:gd name="connsiteX70" fmla="*/ 7185047 w 11269336"/>
              <a:gd name="connsiteY70" fmla="*/ 1451812 h 2323145"/>
              <a:gd name="connsiteX71" fmla="*/ 7084117 w 11269336"/>
              <a:gd name="connsiteY71" fmla="*/ 1500281 h 2323145"/>
              <a:gd name="connsiteX72" fmla="*/ 7062011 w 11269336"/>
              <a:gd name="connsiteY72" fmla="*/ 1509183 h 2323145"/>
              <a:gd name="connsiteX73" fmla="*/ 7040555 w 11269336"/>
              <a:gd name="connsiteY73" fmla="*/ 1511207 h 2323145"/>
              <a:gd name="connsiteX74" fmla="*/ 7033438 w 11269336"/>
              <a:gd name="connsiteY74" fmla="*/ 1506772 h 2323145"/>
              <a:gd name="connsiteX75" fmla="*/ 7020886 w 11269336"/>
              <a:gd name="connsiteY75" fmla="*/ 1510764 h 2323145"/>
              <a:gd name="connsiteX76" fmla="*/ 7017033 w 11269336"/>
              <a:gd name="connsiteY76" fmla="*/ 1510650 h 2323145"/>
              <a:gd name="connsiteX77" fmla="*/ 6995460 w 11269336"/>
              <a:gd name="connsiteY77" fmla="*/ 1511173 h 2323145"/>
              <a:gd name="connsiteX78" fmla="*/ 6962144 w 11269336"/>
              <a:gd name="connsiteY78" fmla="*/ 1541508 h 2323145"/>
              <a:gd name="connsiteX79" fmla="*/ 6910674 w 11269336"/>
              <a:gd name="connsiteY79" fmla="*/ 1554793 h 2323145"/>
              <a:gd name="connsiteX80" fmla="*/ 6732152 w 11269336"/>
              <a:gd name="connsiteY80" fmla="*/ 1642538 h 2323145"/>
              <a:gd name="connsiteX81" fmla="*/ 6694106 w 11269336"/>
              <a:gd name="connsiteY81" fmla="*/ 1632377 h 2323145"/>
              <a:gd name="connsiteX82" fmla="*/ 6617223 w 11269336"/>
              <a:gd name="connsiteY82" fmla="*/ 1659889 h 2323145"/>
              <a:gd name="connsiteX83" fmla="*/ 6521138 w 11269336"/>
              <a:gd name="connsiteY83" fmla="*/ 1744340 h 2323145"/>
              <a:gd name="connsiteX84" fmla="*/ 6380677 w 11269336"/>
              <a:gd name="connsiteY84" fmla="*/ 1796883 h 2323145"/>
              <a:gd name="connsiteX85" fmla="*/ 6374897 w 11269336"/>
              <a:gd name="connsiteY85" fmla="*/ 1809910 h 2323145"/>
              <a:gd name="connsiteX86" fmla="*/ 6364545 w 11269336"/>
              <a:gd name="connsiteY86" fmla="*/ 1820090 h 2323145"/>
              <a:gd name="connsiteX87" fmla="*/ 6362126 w 11269336"/>
              <a:gd name="connsiteY87" fmla="*/ 1819991 h 2323145"/>
              <a:gd name="connsiteX88" fmla="*/ 6346673 w 11269336"/>
              <a:gd name="connsiteY88" fmla="*/ 1827824 h 2323145"/>
              <a:gd name="connsiteX89" fmla="*/ 6345588 w 11269336"/>
              <a:gd name="connsiteY89" fmla="*/ 1832232 h 2323145"/>
              <a:gd name="connsiteX90" fmla="*/ 6335708 w 11269336"/>
              <a:gd name="connsiteY90" fmla="*/ 1838451 h 2323145"/>
              <a:gd name="connsiteX91" fmla="*/ 6318182 w 11269336"/>
              <a:gd name="connsiteY91" fmla="*/ 1852975 h 2323145"/>
              <a:gd name="connsiteX92" fmla="*/ 6313084 w 11269336"/>
              <a:gd name="connsiteY92" fmla="*/ 1853561 h 2323145"/>
              <a:gd name="connsiteX93" fmla="*/ 6283816 w 11269336"/>
              <a:gd name="connsiteY93" fmla="*/ 1872148 h 2323145"/>
              <a:gd name="connsiteX94" fmla="*/ 6282550 w 11269336"/>
              <a:gd name="connsiteY94" fmla="*/ 1871392 h 2323145"/>
              <a:gd name="connsiteX95" fmla="*/ 6270527 w 11269336"/>
              <a:gd name="connsiteY95" fmla="*/ 1872208 h 2323145"/>
              <a:gd name="connsiteX96" fmla="*/ 6249518 w 11269336"/>
              <a:gd name="connsiteY96" fmla="*/ 1876079 h 2323145"/>
              <a:gd name="connsiteX97" fmla="*/ 6190386 w 11269336"/>
              <a:gd name="connsiteY97" fmla="*/ 1872478 h 2323145"/>
              <a:gd name="connsiteX98" fmla="*/ 6159777 w 11269336"/>
              <a:gd name="connsiteY98" fmla="*/ 1891745 h 2323145"/>
              <a:gd name="connsiteX99" fmla="*/ 6153131 w 11269336"/>
              <a:gd name="connsiteY99" fmla="*/ 1895079 h 2323145"/>
              <a:gd name="connsiteX100" fmla="*/ 6152798 w 11269336"/>
              <a:gd name="connsiteY100" fmla="*/ 1894920 h 2323145"/>
              <a:gd name="connsiteX101" fmla="*/ 6145388 w 11269336"/>
              <a:gd name="connsiteY101" fmla="*/ 1897990 h 2323145"/>
              <a:gd name="connsiteX102" fmla="*/ 6141014 w 11269336"/>
              <a:gd name="connsiteY102" fmla="*/ 1901155 h 2323145"/>
              <a:gd name="connsiteX103" fmla="*/ 6128122 w 11269336"/>
              <a:gd name="connsiteY103" fmla="*/ 1907623 h 2323145"/>
              <a:gd name="connsiteX104" fmla="*/ 6122351 w 11269336"/>
              <a:gd name="connsiteY104" fmla="*/ 1908359 h 2323145"/>
              <a:gd name="connsiteX105" fmla="*/ 6064750 w 11269336"/>
              <a:gd name="connsiteY105" fmla="*/ 1896394 h 2323145"/>
              <a:gd name="connsiteX106" fmla="*/ 5964230 w 11269336"/>
              <a:gd name="connsiteY106" fmla="*/ 1910038 h 2323145"/>
              <a:gd name="connsiteX107" fmla="*/ 5865399 w 11269336"/>
              <a:gd name="connsiteY107" fmla="*/ 1926966 h 2323145"/>
              <a:gd name="connsiteX108" fmla="*/ 5829951 w 11269336"/>
              <a:gd name="connsiteY108" fmla="*/ 1934755 h 2323145"/>
              <a:gd name="connsiteX109" fmla="*/ 5765285 w 11269336"/>
              <a:gd name="connsiteY109" fmla="*/ 1941322 h 2323145"/>
              <a:gd name="connsiteX110" fmla="*/ 5734750 w 11269336"/>
              <a:gd name="connsiteY110" fmla="*/ 1939793 h 2323145"/>
              <a:gd name="connsiteX111" fmla="*/ 5733569 w 11269336"/>
              <a:gd name="connsiteY111" fmla="*/ 1940505 h 2323145"/>
              <a:gd name="connsiteX112" fmla="*/ 5730329 w 11269336"/>
              <a:gd name="connsiteY112" fmla="*/ 1937845 h 2323145"/>
              <a:gd name="connsiteX113" fmla="*/ 5724661 w 11269336"/>
              <a:gd name="connsiteY113" fmla="*/ 1937455 h 2323145"/>
              <a:gd name="connsiteX114" fmla="*/ 5710186 w 11269336"/>
              <a:gd name="connsiteY114" fmla="*/ 1941370 h 2323145"/>
              <a:gd name="connsiteX115" fmla="*/ 5704910 w 11269336"/>
              <a:gd name="connsiteY115" fmla="*/ 1943663 h 2323145"/>
              <a:gd name="connsiteX116" fmla="*/ 5696836 w 11269336"/>
              <a:gd name="connsiteY116" fmla="*/ 1945271 h 2323145"/>
              <a:gd name="connsiteX117" fmla="*/ 5696583 w 11269336"/>
              <a:gd name="connsiteY117" fmla="*/ 1945050 h 2323145"/>
              <a:gd name="connsiteX118" fmla="*/ 5689123 w 11269336"/>
              <a:gd name="connsiteY118" fmla="*/ 1947067 h 2323145"/>
              <a:gd name="connsiteX119" fmla="*/ 5653291 w 11269336"/>
              <a:gd name="connsiteY119" fmla="*/ 1960245 h 2323145"/>
              <a:gd name="connsiteX120" fmla="*/ 5599385 w 11269336"/>
              <a:gd name="connsiteY120" fmla="*/ 1945198 h 2323145"/>
              <a:gd name="connsiteX121" fmla="*/ 5578300 w 11269336"/>
              <a:gd name="connsiteY121" fmla="*/ 1944963 h 2323145"/>
              <a:gd name="connsiteX122" fmla="*/ 5566758 w 11269336"/>
              <a:gd name="connsiteY122" fmla="*/ 1943441 h 2323145"/>
              <a:gd name="connsiteX123" fmla="*/ 5565857 w 11269336"/>
              <a:gd name="connsiteY123" fmla="*/ 1942445 h 2323145"/>
              <a:gd name="connsiteX124" fmla="*/ 5531534 w 11269336"/>
              <a:gd name="connsiteY124" fmla="*/ 1955208 h 2323145"/>
              <a:gd name="connsiteX125" fmla="*/ 5526552 w 11269336"/>
              <a:gd name="connsiteY125" fmla="*/ 1954799 h 2323145"/>
              <a:gd name="connsiteX126" fmla="*/ 5504723 w 11269336"/>
              <a:gd name="connsiteY126" fmla="*/ 1965811 h 2323145"/>
              <a:gd name="connsiteX127" fmla="*/ 5493156 w 11269336"/>
              <a:gd name="connsiteY127" fmla="*/ 1970063 h 2323145"/>
              <a:gd name="connsiteX128" fmla="*/ 5490486 w 11269336"/>
              <a:gd name="connsiteY128" fmla="*/ 1974227 h 2323145"/>
              <a:gd name="connsiteX129" fmla="*/ 5473107 w 11269336"/>
              <a:gd name="connsiteY129" fmla="*/ 1979001 h 2323145"/>
              <a:gd name="connsiteX130" fmla="*/ 5470885 w 11269336"/>
              <a:gd name="connsiteY130" fmla="*/ 1978432 h 2323145"/>
              <a:gd name="connsiteX131" fmla="*/ 5457393 w 11269336"/>
              <a:gd name="connsiteY131" fmla="*/ 1986525 h 2323145"/>
              <a:gd name="connsiteX132" fmla="*/ 5447102 w 11269336"/>
              <a:gd name="connsiteY132" fmla="*/ 1998329 h 2323145"/>
              <a:gd name="connsiteX133" fmla="*/ 5159151 w 11269336"/>
              <a:gd name="connsiteY133" fmla="*/ 2029640 h 2323145"/>
              <a:gd name="connsiteX134" fmla="*/ 5041688 w 11269336"/>
              <a:gd name="connsiteY134" fmla="*/ 2022334 h 2323145"/>
              <a:gd name="connsiteX135" fmla="*/ 4860988 w 11269336"/>
              <a:gd name="connsiteY135" fmla="*/ 2135698 h 2323145"/>
              <a:gd name="connsiteX136" fmla="*/ 4807902 w 11269336"/>
              <a:gd name="connsiteY136" fmla="*/ 2138894 h 2323145"/>
              <a:gd name="connsiteX137" fmla="*/ 4765388 w 11269336"/>
              <a:gd name="connsiteY137" fmla="*/ 2162525 h 2323145"/>
              <a:gd name="connsiteX138" fmla="*/ 4745033 w 11269336"/>
              <a:gd name="connsiteY138" fmla="*/ 2158859 h 2323145"/>
              <a:gd name="connsiteX139" fmla="*/ 4741475 w 11269336"/>
              <a:gd name="connsiteY139" fmla="*/ 2157998 h 2323145"/>
              <a:gd name="connsiteX140" fmla="*/ 4728247 w 11269336"/>
              <a:gd name="connsiteY140" fmla="*/ 2159526 h 2323145"/>
              <a:gd name="connsiteX141" fmla="*/ 4723263 w 11269336"/>
              <a:gd name="connsiteY141" fmla="*/ 2153742 h 2323145"/>
              <a:gd name="connsiteX142" fmla="*/ 4702453 w 11269336"/>
              <a:gd name="connsiteY142" fmla="*/ 2151586 h 2323145"/>
              <a:gd name="connsiteX143" fmla="*/ 4678455 w 11269336"/>
              <a:gd name="connsiteY143" fmla="*/ 2156131 h 2323145"/>
              <a:gd name="connsiteX144" fmla="*/ 4593061 w 11269336"/>
              <a:gd name="connsiteY144" fmla="*/ 2171597 h 2323145"/>
              <a:gd name="connsiteX145" fmla="*/ 4579902 w 11269336"/>
              <a:gd name="connsiteY145" fmla="*/ 2177927 h 2323145"/>
              <a:gd name="connsiteX146" fmla="*/ 4533444 w 11269336"/>
              <a:gd name="connsiteY146" fmla="*/ 2181200 h 2323145"/>
              <a:gd name="connsiteX147" fmla="*/ 4492832 w 11269336"/>
              <a:gd name="connsiteY147" fmla="*/ 2188033 h 2323145"/>
              <a:gd name="connsiteX148" fmla="*/ 4467257 w 11269336"/>
              <a:gd name="connsiteY148" fmla="*/ 2196121 h 2323145"/>
              <a:gd name="connsiteX149" fmla="*/ 4459937 w 11269336"/>
              <a:gd name="connsiteY149" fmla="*/ 2195182 h 2323145"/>
              <a:gd name="connsiteX150" fmla="*/ 4433312 w 11269336"/>
              <a:gd name="connsiteY150" fmla="*/ 2199004 h 2323145"/>
              <a:gd name="connsiteX151" fmla="*/ 4420601 w 11269336"/>
              <a:gd name="connsiteY151" fmla="*/ 2205158 h 2323145"/>
              <a:gd name="connsiteX152" fmla="*/ 4405765 w 11269336"/>
              <a:gd name="connsiteY152" fmla="*/ 2199902 h 2323145"/>
              <a:gd name="connsiteX153" fmla="*/ 4401354 w 11269336"/>
              <a:gd name="connsiteY153" fmla="*/ 2194745 h 2323145"/>
              <a:gd name="connsiteX154" fmla="*/ 4383151 w 11269336"/>
              <a:gd name="connsiteY154" fmla="*/ 2201140 h 2323145"/>
              <a:gd name="connsiteX155" fmla="*/ 4366646 w 11269336"/>
              <a:gd name="connsiteY155" fmla="*/ 2198564 h 2323145"/>
              <a:gd name="connsiteX156" fmla="*/ 4354009 w 11269336"/>
              <a:gd name="connsiteY156" fmla="*/ 2204984 h 2323145"/>
              <a:gd name="connsiteX157" fmla="*/ 4348284 w 11269336"/>
              <a:gd name="connsiteY157" fmla="*/ 2205270 h 2323145"/>
              <a:gd name="connsiteX158" fmla="*/ 4333906 w 11269336"/>
              <a:gd name="connsiteY158" fmla="*/ 2205251 h 2323145"/>
              <a:gd name="connsiteX159" fmla="*/ 4308819 w 11269336"/>
              <a:gd name="connsiteY159" fmla="*/ 2203822 h 2323145"/>
              <a:gd name="connsiteX160" fmla="*/ 4301210 w 11269336"/>
              <a:gd name="connsiteY160" fmla="*/ 2204456 h 2323145"/>
              <a:gd name="connsiteX161" fmla="*/ 4283095 w 11269336"/>
              <a:gd name="connsiteY161" fmla="*/ 2198177 h 2323145"/>
              <a:gd name="connsiteX162" fmla="*/ 4250119 w 11269336"/>
              <a:gd name="connsiteY162" fmla="*/ 2196342 h 2323145"/>
              <a:gd name="connsiteX163" fmla="*/ 4189203 w 11269336"/>
              <a:gd name="connsiteY163" fmla="*/ 2178994 h 2323145"/>
              <a:gd name="connsiteX164" fmla="*/ 4154035 w 11269336"/>
              <a:gd name="connsiteY164" fmla="*/ 2171950 h 2323145"/>
              <a:gd name="connsiteX165" fmla="*/ 4129569 w 11269336"/>
              <a:gd name="connsiteY165" fmla="*/ 2163850 h 2323145"/>
              <a:gd name="connsiteX166" fmla="*/ 4061250 w 11269336"/>
              <a:gd name="connsiteY166" fmla="*/ 2159236 h 2323145"/>
              <a:gd name="connsiteX167" fmla="*/ 3945480 w 11269336"/>
              <a:gd name="connsiteY167" fmla="*/ 2158279 h 2323145"/>
              <a:gd name="connsiteX168" fmla="*/ 3921468 w 11269336"/>
              <a:gd name="connsiteY168" fmla="*/ 2156588 h 2323145"/>
              <a:gd name="connsiteX169" fmla="*/ 3903348 w 11269336"/>
              <a:gd name="connsiteY169" fmla="*/ 2149220 h 2323145"/>
              <a:gd name="connsiteX170" fmla="*/ 3901342 w 11269336"/>
              <a:gd name="connsiteY170" fmla="*/ 2142355 h 2323145"/>
              <a:gd name="connsiteX171" fmla="*/ 3888539 w 11269336"/>
              <a:gd name="connsiteY171" fmla="*/ 2140476 h 2323145"/>
              <a:gd name="connsiteX172" fmla="*/ 3885662 w 11269336"/>
              <a:gd name="connsiteY172" fmla="*/ 2138740 h 2323145"/>
              <a:gd name="connsiteX173" fmla="*/ 3868627 w 11269336"/>
              <a:gd name="connsiteY173" fmla="*/ 2130023 h 2323145"/>
              <a:gd name="connsiteX174" fmla="*/ 3819177 w 11269336"/>
              <a:gd name="connsiteY174" fmla="*/ 2142111 h 2323145"/>
              <a:gd name="connsiteX175" fmla="*/ 3769100 w 11269336"/>
              <a:gd name="connsiteY175" fmla="*/ 2131731 h 2323145"/>
              <a:gd name="connsiteX176" fmla="*/ 3562752 w 11269336"/>
              <a:gd name="connsiteY176" fmla="*/ 2131785 h 2323145"/>
              <a:gd name="connsiteX177" fmla="*/ 3541402 w 11269336"/>
              <a:gd name="connsiteY177" fmla="*/ 2106821 h 2323145"/>
              <a:gd name="connsiteX178" fmla="*/ 3365341 w 11269336"/>
              <a:gd name="connsiteY178" fmla="*/ 2077638 h 2323145"/>
              <a:gd name="connsiteX179" fmla="*/ 3170922 w 11269336"/>
              <a:gd name="connsiteY179" fmla="*/ 2115957 h 2323145"/>
              <a:gd name="connsiteX180" fmla="*/ 3156256 w 11269336"/>
              <a:gd name="connsiteY180" fmla="*/ 2124773 h 2323145"/>
              <a:gd name="connsiteX181" fmla="*/ 3140298 w 11269336"/>
              <a:gd name="connsiteY181" fmla="*/ 2129182 h 2323145"/>
              <a:gd name="connsiteX182" fmla="*/ 3138514 w 11269336"/>
              <a:gd name="connsiteY182" fmla="*/ 2128069 h 2323145"/>
              <a:gd name="connsiteX183" fmla="*/ 3120467 w 11269336"/>
              <a:gd name="connsiteY183" fmla="*/ 2128281 h 2323145"/>
              <a:gd name="connsiteX184" fmla="*/ 3116175 w 11269336"/>
              <a:gd name="connsiteY184" fmla="*/ 2131633 h 2323145"/>
              <a:gd name="connsiteX185" fmla="*/ 3103685 w 11269336"/>
              <a:gd name="connsiteY185" fmla="*/ 2132814 h 2323145"/>
              <a:gd name="connsiteX186" fmla="*/ 3078794 w 11269336"/>
              <a:gd name="connsiteY186" fmla="*/ 2137935 h 2323145"/>
              <a:gd name="connsiteX187" fmla="*/ 3074407 w 11269336"/>
              <a:gd name="connsiteY187" fmla="*/ 2136274 h 2323145"/>
              <a:gd name="connsiteX188" fmla="*/ 3037285 w 11269336"/>
              <a:gd name="connsiteY188" fmla="*/ 2139919 h 2323145"/>
              <a:gd name="connsiteX189" fmla="*/ 3036901 w 11269336"/>
              <a:gd name="connsiteY189" fmla="*/ 2138726 h 2323145"/>
              <a:gd name="connsiteX190" fmla="*/ 3026996 w 11269336"/>
              <a:gd name="connsiteY190" fmla="*/ 2134322 h 2323145"/>
              <a:gd name="connsiteX191" fmla="*/ 3007772 w 11269336"/>
              <a:gd name="connsiteY191" fmla="*/ 2128742 h 2323145"/>
              <a:gd name="connsiteX192" fmla="*/ 2965030 w 11269336"/>
              <a:gd name="connsiteY192" fmla="*/ 2100494 h 2323145"/>
              <a:gd name="connsiteX193" fmla="*/ 2926342 w 11269336"/>
              <a:gd name="connsiteY193" fmla="*/ 2104155 h 2323145"/>
              <a:gd name="connsiteX194" fmla="*/ 2918608 w 11269336"/>
              <a:gd name="connsiteY194" fmla="*/ 2104215 h 2323145"/>
              <a:gd name="connsiteX195" fmla="*/ 2918475 w 11269336"/>
              <a:gd name="connsiteY195" fmla="*/ 2103937 h 2323145"/>
              <a:gd name="connsiteX196" fmla="*/ 2910360 w 11269336"/>
              <a:gd name="connsiteY196" fmla="*/ 2103444 h 2323145"/>
              <a:gd name="connsiteX197" fmla="*/ 2904507 w 11269336"/>
              <a:gd name="connsiteY197" fmla="*/ 2104326 h 2323145"/>
              <a:gd name="connsiteX198" fmla="*/ 2889503 w 11269336"/>
              <a:gd name="connsiteY198" fmla="*/ 2104443 h 2323145"/>
              <a:gd name="connsiteX199" fmla="*/ 2884480 w 11269336"/>
              <a:gd name="connsiteY199" fmla="*/ 2102626 h 2323145"/>
              <a:gd name="connsiteX200" fmla="*/ 2882689 w 11269336"/>
              <a:gd name="connsiteY200" fmla="*/ 2099228 h 2323145"/>
              <a:gd name="connsiteX201" fmla="*/ 2881291 w 11269336"/>
              <a:gd name="connsiteY201" fmla="*/ 2099618 h 2323145"/>
              <a:gd name="connsiteX202" fmla="*/ 2853979 w 11269336"/>
              <a:gd name="connsiteY202" fmla="*/ 2090388 h 2323145"/>
              <a:gd name="connsiteX203" fmla="*/ 2791790 w 11269336"/>
              <a:gd name="connsiteY203" fmla="*/ 2080332 h 2323145"/>
              <a:gd name="connsiteX204" fmla="*/ 2755844 w 11269336"/>
              <a:gd name="connsiteY204" fmla="*/ 2078874 h 2323145"/>
              <a:gd name="connsiteX205" fmla="*/ 2657742 w 11269336"/>
              <a:gd name="connsiteY205" fmla="*/ 2070179 h 2323145"/>
              <a:gd name="connsiteX206" fmla="*/ 2559549 w 11269336"/>
              <a:gd name="connsiteY206" fmla="*/ 2057873 h 2323145"/>
              <a:gd name="connsiteX207" fmla="*/ 2512054 w 11269336"/>
              <a:gd name="connsiteY207" fmla="*/ 2031671 h 2323145"/>
              <a:gd name="connsiteX208" fmla="*/ 2506437 w 11269336"/>
              <a:gd name="connsiteY208" fmla="*/ 2030918 h 2323145"/>
              <a:gd name="connsiteX209" fmla="*/ 2491752 w 11269336"/>
              <a:gd name="connsiteY209" fmla="*/ 2033906 h 2323145"/>
              <a:gd name="connsiteX210" fmla="*/ 2486338 w 11269336"/>
              <a:gd name="connsiteY210" fmla="*/ 2035862 h 2323145"/>
              <a:gd name="connsiteX211" fmla="*/ 2478186 w 11269336"/>
              <a:gd name="connsiteY211" fmla="*/ 2036953 h 2323145"/>
              <a:gd name="connsiteX212" fmla="*/ 2477950 w 11269336"/>
              <a:gd name="connsiteY212" fmla="*/ 2036715 h 2323145"/>
              <a:gd name="connsiteX213" fmla="*/ 2470381 w 11269336"/>
              <a:gd name="connsiteY213" fmla="*/ 2038256 h 2323145"/>
              <a:gd name="connsiteX214" fmla="*/ 2433781 w 11269336"/>
              <a:gd name="connsiteY214" fmla="*/ 2049140 h 2323145"/>
              <a:gd name="connsiteX215" fmla="*/ 2381172 w 11269336"/>
              <a:gd name="connsiteY215" fmla="*/ 2030645 h 2323145"/>
              <a:gd name="connsiteX216" fmla="*/ 2360198 w 11269336"/>
              <a:gd name="connsiteY216" fmla="*/ 2029059 h 2323145"/>
              <a:gd name="connsiteX217" fmla="*/ 2348815 w 11269336"/>
              <a:gd name="connsiteY217" fmla="*/ 2026798 h 2323145"/>
              <a:gd name="connsiteX218" fmla="*/ 2347988 w 11269336"/>
              <a:gd name="connsiteY218" fmla="*/ 2025745 h 2323145"/>
              <a:gd name="connsiteX219" fmla="*/ 2312920 w 11269336"/>
              <a:gd name="connsiteY219" fmla="*/ 2036311 h 2323145"/>
              <a:gd name="connsiteX220" fmla="*/ 2307986 w 11269336"/>
              <a:gd name="connsiteY220" fmla="*/ 2035583 h 2323145"/>
              <a:gd name="connsiteX221" fmla="*/ 2285481 w 11269336"/>
              <a:gd name="connsiteY221" fmla="*/ 2045197 h 2323145"/>
              <a:gd name="connsiteX222" fmla="*/ 2273666 w 11269336"/>
              <a:gd name="connsiteY222" fmla="*/ 2048710 h 2323145"/>
              <a:gd name="connsiteX223" fmla="*/ 2270719 w 11269336"/>
              <a:gd name="connsiteY223" fmla="*/ 2052702 h 2323145"/>
              <a:gd name="connsiteX224" fmla="*/ 2253080 w 11269336"/>
              <a:gd name="connsiteY224" fmla="*/ 2056363 h 2323145"/>
              <a:gd name="connsiteX225" fmla="*/ 2250906 w 11269336"/>
              <a:gd name="connsiteY225" fmla="*/ 2055654 h 2323145"/>
              <a:gd name="connsiteX226" fmla="*/ 2236905 w 11269336"/>
              <a:gd name="connsiteY226" fmla="*/ 2062882 h 2323145"/>
              <a:gd name="connsiteX227" fmla="*/ 2225830 w 11269336"/>
              <a:gd name="connsiteY227" fmla="*/ 2074027 h 2323145"/>
              <a:gd name="connsiteX228" fmla="*/ 2073776 w 11269336"/>
              <a:gd name="connsiteY228" fmla="*/ 2089244 h 2323145"/>
              <a:gd name="connsiteX229" fmla="*/ 1948256 w 11269336"/>
              <a:gd name="connsiteY229" fmla="*/ 2146616 h 2323145"/>
              <a:gd name="connsiteX230" fmla="*/ 1865582 w 11269336"/>
              <a:gd name="connsiteY230" fmla="*/ 2153738 h 2323145"/>
              <a:gd name="connsiteX231" fmla="*/ 1835210 w 11269336"/>
              <a:gd name="connsiteY231" fmla="*/ 2134244 h 2323145"/>
              <a:gd name="connsiteX232" fmla="*/ 1632661 w 11269336"/>
              <a:gd name="connsiteY232" fmla="*/ 2173882 h 2323145"/>
              <a:gd name="connsiteX233" fmla="*/ 1579590 w 11269336"/>
              <a:gd name="connsiteY233" fmla="*/ 2173680 h 2323145"/>
              <a:gd name="connsiteX234" fmla="*/ 1535601 w 11269336"/>
              <a:gd name="connsiteY234" fmla="*/ 2194590 h 2323145"/>
              <a:gd name="connsiteX235" fmla="*/ 1515594 w 11269336"/>
              <a:gd name="connsiteY235" fmla="*/ 2189622 h 2323145"/>
              <a:gd name="connsiteX236" fmla="*/ 1512113 w 11269336"/>
              <a:gd name="connsiteY236" fmla="*/ 2188534 h 2323145"/>
              <a:gd name="connsiteX237" fmla="*/ 1498838 w 11269336"/>
              <a:gd name="connsiteY237" fmla="*/ 2189213 h 2323145"/>
              <a:gd name="connsiteX238" fmla="*/ 1494279 w 11269336"/>
              <a:gd name="connsiteY238" fmla="*/ 2183112 h 2323145"/>
              <a:gd name="connsiteX239" fmla="*/ 1473714 w 11269336"/>
              <a:gd name="connsiteY239" fmla="*/ 2179625 h 2323145"/>
              <a:gd name="connsiteX240" fmla="*/ 1449503 w 11269336"/>
              <a:gd name="connsiteY240" fmla="*/ 2182633 h 2323145"/>
              <a:gd name="connsiteX241" fmla="*/ 1266687 w 11269336"/>
              <a:gd name="connsiteY241" fmla="*/ 2212688 h 2323145"/>
              <a:gd name="connsiteX242" fmla="*/ 1239614 w 11269336"/>
              <a:gd name="connsiteY242" fmla="*/ 2209727 h 2323145"/>
              <a:gd name="connsiteX243" fmla="*/ 1202436 w 11269336"/>
              <a:gd name="connsiteY243" fmla="*/ 2209817 h 2323145"/>
              <a:gd name="connsiteX244" fmla="*/ 1136097 w 11269336"/>
              <a:gd name="connsiteY244" fmla="*/ 2205112 h 2323145"/>
              <a:gd name="connsiteX245" fmla="*/ 988232 w 11269336"/>
              <a:gd name="connsiteY245" fmla="*/ 2235635 h 2323145"/>
              <a:gd name="connsiteX246" fmla="*/ 981959 w 11269336"/>
              <a:gd name="connsiteY246" fmla="*/ 2231607 h 2323145"/>
              <a:gd name="connsiteX247" fmla="*/ 938600 w 11269336"/>
              <a:gd name="connsiteY247" fmla="*/ 2238113 h 2323145"/>
              <a:gd name="connsiteX248" fmla="*/ 791788 w 11269336"/>
              <a:gd name="connsiteY248" fmla="*/ 2293224 h 2323145"/>
              <a:gd name="connsiteX249" fmla="*/ 706914 w 11269336"/>
              <a:gd name="connsiteY249" fmla="*/ 2305046 h 2323145"/>
              <a:gd name="connsiteX250" fmla="*/ 675971 w 11269336"/>
              <a:gd name="connsiteY250" fmla="*/ 2304030 h 2323145"/>
              <a:gd name="connsiteX251" fmla="*/ 624180 w 11269336"/>
              <a:gd name="connsiteY251" fmla="*/ 2302650 h 2323145"/>
              <a:gd name="connsiteX252" fmla="*/ 583453 w 11269336"/>
              <a:gd name="connsiteY252" fmla="*/ 2288788 h 2323145"/>
              <a:gd name="connsiteX253" fmla="*/ 540946 w 11269336"/>
              <a:gd name="connsiteY253" fmla="*/ 2292721 h 2323145"/>
              <a:gd name="connsiteX254" fmla="*/ 533680 w 11269336"/>
              <a:gd name="connsiteY254" fmla="*/ 2310233 h 2323145"/>
              <a:gd name="connsiteX255" fmla="*/ 487366 w 11269336"/>
              <a:gd name="connsiteY255" fmla="*/ 2309053 h 2323145"/>
              <a:gd name="connsiteX256" fmla="*/ 416820 w 11269336"/>
              <a:gd name="connsiteY256" fmla="*/ 2305443 h 2323145"/>
              <a:gd name="connsiteX257" fmla="*/ 376805 w 11269336"/>
              <a:gd name="connsiteY257" fmla="*/ 2307647 h 2323145"/>
              <a:gd name="connsiteX258" fmla="*/ 266777 w 11269336"/>
              <a:gd name="connsiteY258" fmla="*/ 2309012 h 2323145"/>
              <a:gd name="connsiteX259" fmla="*/ 156013 w 11269336"/>
              <a:gd name="connsiteY259" fmla="*/ 2306832 h 2323145"/>
              <a:gd name="connsiteX260" fmla="*/ 87258 w 11269336"/>
              <a:gd name="connsiteY260" fmla="*/ 2285511 h 2323145"/>
              <a:gd name="connsiteX261" fmla="*/ 23798 w 11269336"/>
              <a:gd name="connsiteY261" fmla="*/ 2281822 h 2323145"/>
              <a:gd name="connsiteX262" fmla="*/ 0 w 11269336"/>
              <a:gd name="connsiteY262" fmla="*/ 2285369 h 2323145"/>
              <a:gd name="connsiteX263" fmla="*/ 0 w 11269336"/>
              <a:gd name="connsiteY26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41688 w 11269336"/>
              <a:gd name="connsiteY133" fmla="*/ 2022334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79902 w 11269336"/>
              <a:gd name="connsiteY144" fmla="*/ 2177927 h 2323145"/>
              <a:gd name="connsiteX145" fmla="*/ 4533444 w 11269336"/>
              <a:gd name="connsiteY145" fmla="*/ 2181200 h 2323145"/>
              <a:gd name="connsiteX146" fmla="*/ 4492832 w 11269336"/>
              <a:gd name="connsiteY146" fmla="*/ 2188033 h 2323145"/>
              <a:gd name="connsiteX147" fmla="*/ 4467257 w 11269336"/>
              <a:gd name="connsiteY147" fmla="*/ 2196121 h 2323145"/>
              <a:gd name="connsiteX148" fmla="*/ 4459937 w 11269336"/>
              <a:gd name="connsiteY148" fmla="*/ 2195182 h 2323145"/>
              <a:gd name="connsiteX149" fmla="*/ 4433312 w 11269336"/>
              <a:gd name="connsiteY149" fmla="*/ 2199004 h 2323145"/>
              <a:gd name="connsiteX150" fmla="*/ 4420601 w 11269336"/>
              <a:gd name="connsiteY150" fmla="*/ 2205158 h 2323145"/>
              <a:gd name="connsiteX151" fmla="*/ 4405765 w 11269336"/>
              <a:gd name="connsiteY151" fmla="*/ 2199902 h 2323145"/>
              <a:gd name="connsiteX152" fmla="*/ 4401354 w 11269336"/>
              <a:gd name="connsiteY152" fmla="*/ 2194745 h 2323145"/>
              <a:gd name="connsiteX153" fmla="*/ 4383151 w 11269336"/>
              <a:gd name="connsiteY153" fmla="*/ 2201140 h 2323145"/>
              <a:gd name="connsiteX154" fmla="*/ 4366646 w 11269336"/>
              <a:gd name="connsiteY154" fmla="*/ 2198564 h 2323145"/>
              <a:gd name="connsiteX155" fmla="*/ 4354009 w 11269336"/>
              <a:gd name="connsiteY155" fmla="*/ 2204984 h 2323145"/>
              <a:gd name="connsiteX156" fmla="*/ 4348284 w 11269336"/>
              <a:gd name="connsiteY156" fmla="*/ 2205270 h 2323145"/>
              <a:gd name="connsiteX157" fmla="*/ 4333906 w 11269336"/>
              <a:gd name="connsiteY157" fmla="*/ 2205251 h 2323145"/>
              <a:gd name="connsiteX158" fmla="*/ 4308819 w 11269336"/>
              <a:gd name="connsiteY158" fmla="*/ 2203822 h 2323145"/>
              <a:gd name="connsiteX159" fmla="*/ 4301210 w 11269336"/>
              <a:gd name="connsiteY159" fmla="*/ 2204456 h 2323145"/>
              <a:gd name="connsiteX160" fmla="*/ 4283095 w 11269336"/>
              <a:gd name="connsiteY160" fmla="*/ 2198177 h 2323145"/>
              <a:gd name="connsiteX161" fmla="*/ 4250119 w 11269336"/>
              <a:gd name="connsiteY161" fmla="*/ 2196342 h 2323145"/>
              <a:gd name="connsiteX162" fmla="*/ 4189203 w 11269336"/>
              <a:gd name="connsiteY162" fmla="*/ 2178994 h 2323145"/>
              <a:gd name="connsiteX163" fmla="*/ 4154035 w 11269336"/>
              <a:gd name="connsiteY163" fmla="*/ 2171950 h 2323145"/>
              <a:gd name="connsiteX164" fmla="*/ 4129569 w 11269336"/>
              <a:gd name="connsiteY164" fmla="*/ 2163850 h 2323145"/>
              <a:gd name="connsiteX165" fmla="*/ 4061250 w 11269336"/>
              <a:gd name="connsiteY165" fmla="*/ 2159236 h 2323145"/>
              <a:gd name="connsiteX166" fmla="*/ 3945480 w 11269336"/>
              <a:gd name="connsiteY166" fmla="*/ 2158279 h 2323145"/>
              <a:gd name="connsiteX167" fmla="*/ 3921468 w 11269336"/>
              <a:gd name="connsiteY167" fmla="*/ 2156588 h 2323145"/>
              <a:gd name="connsiteX168" fmla="*/ 3903348 w 11269336"/>
              <a:gd name="connsiteY168" fmla="*/ 2149220 h 2323145"/>
              <a:gd name="connsiteX169" fmla="*/ 3901342 w 11269336"/>
              <a:gd name="connsiteY169" fmla="*/ 2142355 h 2323145"/>
              <a:gd name="connsiteX170" fmla="*/ 3888539 w 11269336"/>
              <a:gd name="connsiteY170" fmla="*/ 2140476 h 2323145"/>
              <a:gd name="connsiteX171" fmla="*/ 3885662 w 11269336"/>
              <a:gd name="connsiteY171" fmla="*/ 2138740 h 2323145"/>
              <a:gd name="connsiteX172" fmla="*/ 3868627 w 11269336"/>
              <a:gd name="connsiteY172" fmla="*/ 2130023 h 2323145"/>
              <a:gd name="connsiteX173" fmla="*/ 3819177 w 11269336"/>
              <a:gd name="connsiteY173" fmla="*/ 2142111 h 2323145"/>
              <a:gd name="connsiteX174" fmla="*/ 3769100 w 11269336"/>
              <a:gd name="connsiteY174" fmla="*/ 2131731 h 2323145"/>
              <a:gd name="connsiteX175" fmla="*/ 3562752 w 11269336"/>
              <a:gd name="connsiteY175" fmla="*/ 2131785 h 2323145"/>
              <a:gd name="connsiteX176" fmla="*/ 3541402 w 11269336"/>
              <a:gd name="connsiteY176" fmla="*/ 2106821 h 2323145"/>
              <a:gd name="connsiteX177" fmla="*/ 3365341 w 11269336"/>
              <a:gd name="connsiteY177" fmla="*/ 2077638 h 2323145"/>
              <a:gd name="connsiteX178" fmla="*/ 3170922 w 11269336"/>
              <a:gd name="connsiteY178" fmla="*/ 2115957 h 2323145"/>
              <a:gd name="connsiteX179" fmla="*/ 3156256 w 11269336"/>
              <a:gd name="connsiteY179" fmla="*/ 2124773 h 2323145"/>
              <a:gd name="connsiteX180" fmla="*/ 3140298 w 11269336"/>
              <a:gd name="connsiteY180" fmla="*/ 2129182 h 2323145"/>
              <a:gd name="connsiteX181" fmla="*/ 3138514 w 11269336"/>
              <a:gd name="connsiteY181" fmla="*/ 2128069 h 2323145"/>
              <a:gd name="connsiteX182" fmla="*/ 3120467 w 11269336"/>
              <a:gd name="connsiteY182" fmla="*/ 2128281 h 2323145"/>
              <a:gd name="connsiteX183" fmla="*/ 3116175 w 11269336"/>
              <a:gd name="connsiteY183" fmla="*/ 2131633 h 2323145"/>
              <a:gd name="connsiteX184" fmla="*/ 3103685 w 11269336"/>
              <a:gd name="connsiteY184" fmla="*/ 2132814 h 2323145"/>
              <a:gd name="connsiteX185" fmla="*/ 3078794 w 11269336"/>
              <a:gd name="connsiteY185" fmla="*/ 2137935 h 2323145"/>
              <a:gd name="connsiteX186" fmla="*/ 3074407 w 11269336"/>
              <a:gd name="connsiteY186" fmla="*/ 2136274 h 2323145"/>
              <a:gd name="connsiteX187" fmla="*/ 3037285 w 11269336"/>
              <a:gd name="connsiteY187" fmla="*/ 2139919 h 2323145"/>
              <a:gd name="connsiteX188" fmla="*/ 3036901 w 11269336"/>
              <a:gd name="connsiteY188" fmla="*/ 2138726 h 2323145"/>
              <a:gd name="connsiteX189" fmla="*/ 3026996 w 11269336"/>
              <a:gd name="connsiteY189" fmla="*/ 2134322 h 2323145"/>
              <a:gd name="connsiteX190" fmla="*/ 3007772 w 11269336"/>
              <a:gd name="connsiteY190" fmla="*/ 2128742 h 2323145"/>
              <a:gd name="connsiteX191" fmla="*/ 2965030 w 11269336"/>
              <a:gd name="connsiteY191" fmla="*/ 2100494 h 2323145"/>
              <a:gd name="connsiteX192" fmla="*/ 2926342 w 11269336"/>
              <a:gd name="connsiteY192" fmla="*/ 2104155 h 2323145"/>
              <a:gd name="connsiteX193" fmla="*/ 2918608 w 11269336"/>
              <a:gd name="connsiteY193" fmla="*/ 2104215 h 2323145"/>
              <a:gd name="connsiteX194" fmla="*/ 2918475 w 11269336"/>
              <a:gd name="connsiteY194" fmla="*/ 2103937 h 2323145"/>
              <a:gd name="connsiteX195" fmla="*/ 2910360 w 11269336"/>
              <a:gd name="connsiteY195" fmla="*/ 2103444 h 2323145"/>
              <a:gd name="connsiteX196" fmla="*/ 2904507 w 11269336"/>
              <a:gd name="connsiteY196" fmla="*/ 2104326 h 2323145"/>
              <a:gd name="connsiteX197" fmla="*/ 2889503 w 11269336"/>
              <a:gd name="connsiteY197" fmla="*/ 2104443 h 2323145"/>
              <a:gd name="connsiteX198" fmla="*/ 2884480 w 11269336"/>
              <a:gd name="connsiteY198" fmla="*/ 2102626 h 2323145"/>
              <a:gd name="connsiteX199" fmla="*/ 2882689 w 11269336"/>
              <a:gd name="connsiteY199" fmla="*/ 2099228 h 2323145"/>
              <a:gd name="connsiteX200" fmla="*/ 2881291 w 11269336"/>
              <a:gd name="connsiteY200" fmla="*/ 2099618 h 2323145"/>
              <a:gd name="connsiteX201" fmla="*/ 2853979 w 11269336"/>
              <a:gd name="connsiteY201" fmla="*/ 2090388 h 2323145"/>
              <a:gd name="connsiteX202" fmla="*/ 2791790 w 11269336"/>
              <a:gd name="connsiteY202" fmla="*/ 2080332 h 2323145"/>
              <a:gd name="connsiteX203" fmla="*/ 2755844 w 11269336"/>
              <a:gd name="connsiteY203" fmla="*/ 2078874 h 2323145"/>
              <a:gd name="connsiteX204" fmla="*/ 2657742 w 11269336"/>
              <a:gd name="connsiteY204" fmla="*/ 2070179 h 2323145"/>
              <a:gd name="connsiteX205" fmla="*/ 2559549 w 11269336"/>
              <a:gd name="connsiteY205" fmla="*/ 2057873 h 2323145"/>
              <a:gd name="connsiteX206" fmla="*/ 2512054 w 11269336"/>
              <a:gd name="connsiteY206" fmla="*/ 2031671 h 2323145"/>
              <a:gd name="connsiteX207" fmla="*/ 2506437 w 11269336"/>
              <a:gd name="connsiteY207" fmla="*/ 2030918 h 2323145"/>
              <a:gd name="connsiteX208" fmla="*/ 2491752 w 11269336"/>
              <a:gd name="connsiteY208" fmla="*/ 2033906 h 2323145"/>
              <a:gd name="connsiteX209" fmla="*/ 2486338 w 11269336"/>
              <a:gd name="connsiteY209" fmla="*/ 2035862 h 2323145"/>
              <a:gd name="connsiteX210" fmla="*/ 2478186 w 11269336"/>
              <a:gd name="connsiteY210" fmla="*/ 2036953 h 2323145"/>
              <a:gd name="connsiteX211" fmla="*/ 2477950 w 11269336"/>
              <a:gd name="connsiteY211" fmla="*/ 2036715 h 2323145"/>
              <a:gd name="connsiteX212" fmla="*/ 2470381 w 11269336"/>
              <a:gd name="connsiteY212" fmla="*/ 2038256 h 2323145"/>
              <a:gd name="connsiteX213" fmla="*/ 2433781 w 11269336"/>
              <a:gd name="connsiteY213" fmla="*/ 2049140 h 2323145"/>
              <a:gd name="connsiteX214" fmla="*/ 2381172 w 11269336"/>
              <a:gd name="connsiteY214" fmla="*/ 2030645 h 2323145"/>
              <a:gd name="connsiteX215" fmla="*/ 2360198 w 11269336"/>
              <a:gd name="connsiteY215" fmla="*/ 2029059 h 2323145"/>
              <a:gd name="connsiteX216" fmla="*/ 2348815 w 11269336"/>
              <a:gd name="connsiteY216" fmla="*/ 2026798 h 2323145"/>
              <a:gd name="connsiteX217" fmla="*/ 2347988 w 11269336"/>
              <a:gd name="connsiteY217" fmla="*/ 2025745 h 2323145"/>
              <a:gd name="connsiteX218" fmla="*/ 2312920 w 11269336"/>
              <a:gd name="connsiteY218" fmla="*/ 2036311 h 2323145"/>
              <a:gd name="connsiteX219" fmla="*/ 2307986 w 11269336"/>
              <a:gd name="connsiteY219" fmla="*/ 2035583 h 2323145"/>
              <a:gd name="connsiteX220" fmla="*/ 2285481 w 11269336"/>
              <a:gd name="connsiteY220" fmla="*/ 2045197 h 2323145"/>
              <a:gd name="connsiteX221" fmla="*/ 2273666 w 11269336"/>
              <a:gd name="connsiteY221" fmla="*/ 2048710 h 2323145"/>
              <a:gd name="connsiteX222" fmla="*/ 2270719 w 11269336"/>
              <a:gd name="connsiteY222" fmla="*/ 2052702 h 2323145"/>
              <a:gd name="connsiteX223" fmla="*/ 2253080 w 11269336"/>
              <a:gd name="connsiteY223" fmla="*/ 2056363 h 2323145"/>
              <a:gd name="connsiteX224" fmla="*/ 2250906 w 11269336"/>
              <a:gd name="connsiteY224" fmla="*/ 2055654 h 2323145"/>
              <a:gd name="connsiteX225" fmla="*/ 2236905 w 11269336"/>
              <a:gd name="connsiteY225" fmla="*/ 2062882 h 2323145"/>
              <a:gd name="connsiteX226" fmla="*/ 2225830 w 11269336"/>
              <a:gd name="connsiteY226" fmla="*/ 2074027 h 2323145"/>
              <a:gd name="connsiteX227" fmla="*/ 2073776 w 11269336"/>
              <a:gd name="connsiteY227" fmla="*/ 2089244 h 2323145"/>
              <a:gd name="connsiteX228" fmla="*/ 1948256 w 11269336"/>
              <a:gd name="connsiteY228" fmla="*/ 2146616 h 2323145"/>
              <a:gd name="connsiteX229" fmla="*/ 1865582 w 11269336"/>
              <a:gd name="connsiteY229" fmla="*/ 2153738 h 2323145"/>
              <a:gd name="connsiteX230" fmla="*/ 1835210 w 11269336"/>
              <a:gd name="connsiteY230" fmla="*/ 2134244 h 2323145"/>
              <a:gd name="connsiteX231" fmla="*/ 1632661 w 11269336"/>
              <a:gd name="connsiteY231" fmla="*/ 2173882 h 2323145"/>
              <a:gd name="connsiteX232" fmla="*/ 1579590 w 11269336"/>
              <a:gd name="connsiteY232" fmla="*/ 2173680 h 2323145"/>
              <a:gd name="connsiteX233" fmla="*/ 1535601 w 11269336"/>
              <a:gd name="connsiteY233" fmla="*/ 2194590 h 2323145"/>
              <a:gd name="connsiteX234" fmla="*/ 1515594 w 11269336"/>
              <a:gd name="connsiteY234" fmla="*/ 2189622 h 2323145"/>
              <a:gd name="connsiteX235" fmla="*/ 1512113 w 11269336"/>
              <a:gd name="connsiteY235" fmla="*/ 2188534 h 2323145"/>
              <a:gd name="connsiteX236" fmla="*/ 1498838 w 11269336"/>
              <a:gd name="connsiteY236" fmla="*/ 2189213 h 2323145"/>
              <a:gd name="connsiteX237" fmla="*/ 1494279 w 11269336"/>
              <a:gd name="connsiteY237" fmla="*/ 2183112 h 2323145"/>
              <a:gd name="connsiteX238" fmla="*/ 1473714 w 11269336"/>
              <a:gd name="connsiteY238" fmla="*/ 2179625 h 2323145"/>
              <a:gd name="connsiteX239" fmla="*/ 1449503 w 11269336"/>
              <a:gd name="connsiteY239" fmla="*/ 2182633 h 2323145"/>
              <a:gd name="connsiteX240" fmla="*/ 1266687 w 11269336"/>
              <a:gd name="connsiteY240" fmla="*/ 2212688 h 2323145"/>
              <a:gd name="connsiteX241" fmla="*/ 1239614 w 11269336"/>
              <a:gd name="connsiteY241" fmla="*/ 2209727 h 2323145"/>
              <a:gd name="connsiteX242" fmla="*/ 1202436 w 11269336"/>
              <a:gd name="connsiteY242" fmla="*/ 2209817 h 2323145"/>
              <a:gd name="connsiteX243" fmla="*/ 1136097 w 11269336"/>
              <a:gd name="connsiteY243" fmla="*/ 2205112 h 2323145"/>
              <a:gd name="connsiteX244" fmla="*/ 988232 w 11269336"/>
              <a:gd name="connsiteY244" fmla="*/ 2235635 h 2323145"/>
              <a:gd name="connsiteX245" fmla="*/ 981959 w 11269336"/>
              <a:gd name="connsiteY245" fmla="*/ 2231607 h 2323145"/>
              <a:gd name="connsiteX246" fmla="*/ 938600 w 11269336"/>
              <a:gd name="connsiteY246" fmla="*/ 2238113 h 2323145"/>
              <a:gd name="connsiteX247" fmla="*/ 791788 w 11269336"/>
              <a:gd name="connsiteY247" fmla="*/ 2293224 h 2323145"/>
              <a:gd name="connsiteX248" fmla="*/ 706914 w 11269336"/>
              <a:gd name="connsiteY248" fmla="*/ 2305046 h 2323145"/>
              <a:gd name="connsiteX249" fmla="*/ 675971 w 11269336"/>
              <a:gd name="connsiteY249" fmla="*/ 2304030 h 2323145"/>
              <a:gd name="connsiteX250" fmla="*/ 624180 w 11269336"/>
              <a:gd name="connsiteY250" fmla="*/ 2302650 h 2323145"/>
              <a:gd name="connsiteX251" fmla="*/ 583453 w 11269336"/>
              <a:gd name="connsiteY251" fmla="*/ 2288788 h 2323145"/>
              <a:gd name="connsiteX252" fmla="*/ 540946 w 11269336"/>
              <a:gd name="connsiteY252" fmla="*/ 2292721 h 2323145"/>
              <a:gd name="connsiteX253" fmla="*/ 533680 w 11269336"/>
              <a:gd name="connsiteY253" fmla="*/ 2310233 h 2323145"/>
              <a:gd name="connsiteX254" fmla="*/ 487366 w 11269336"/>
              <a:gd name="connsiteY254" fmla="*/ 2309053 h 2323145"/>
              <a:gd name="connsiteX255" fmla="*/ 416820 w 11269336"/>
              <a:gd name="connsiteY255" fmla="*/ 2305443 h 2323145"/>
              <a:gd name="connsiteX256" fmla="*/ 376805 w 11269336"/>
              <a:gd name="connsiteY256" fmla="*/ 2307647 h 2323145"/>
              <a:gd name="connsiteX257" fmla="*/ 266777 w 11269336"/>
              <a:gd name="connsiteY257" fmla="*/ 2309012 h 2323145"/>
              <a:gd name="connsiteX258" fmla="*/ 156013 w 11269336"/>
              <a:gd name="connsiteY258" fmla="*/ 2306832 h 2323145"/>
              <a:gd name="connsiteX259" fmla="*/ 87258 w 11269336"/>
              <a:gd name="connsiteY259" fmla="*/ 2285511 h 2323145"/>
              <a:gd name="connsiteX260" fmla="*/ 23798 w 11269336"/>
              <a:gd name="connsiteY260" fmla="*/ 2281822 h 2323145"/>
              <a:gd name="connsiteX261" fmla="*/ 0 w 11269336"/>
              <a:gd name="connsiteY261" fmla="*/ 2285369 h 2323145"/>
              <a:gd name="connsiteX262" fmla="*/ 0 w 11269336"/>
              <a:gd name="connsiteY26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41688 w 11269336"/>
              <a:gd name="connsiteY133" fmla="*/ 2022334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79902 w 11269336"/>
              <a:gd name="connsiteY144" fmla="*/ 2177927 h 2323145"/>
              <a:gd name="connsiteX145" fmla="*/ 4533444 w 11269336"/>
              <a:gd name="connsiteY145" fmla="*/ 2181200 h 2323145"/>
              <a:gd name="connsiteX146" fmla="*/ 4492832 w 11269336"/>
              <a:gd name="connsiteY146" fmla="*/ 2188033 h 2323145"/>
              <a:gd name="connsiteX147" fmla="*/ 4467257 w 11269336"/>
              <a:gd name="connsiteY147" fmla="*/ 2196121 h 2323145"/>
              <a:gd name="connsiteX148" fmla="*/ 4459937 w 11269336"/>
              <a:gd name="connsiteY148" fmla="*/ 2195182 h 2323145"/>
              <a:gd name="connsiteX149" fmla="*/ 4433312 w 11269336"/>
              <a:gd name="connsiteY149" fmla="*/ 2199004 h 2323145"/>
              <a:gd name="connsiteX150" fmla="*/ 4420601 w 11269336"/>
              <a:gd name="connsiteY150" fmla="*/ 2205158 h 2323145"/>
              <a:gd name="connsiteX151" fmla="*/ 4405765 w 11269336"/>
              <a:gd name="connsiteY151" fmla="*/ 2199902 h 2323145"/>
              <a:gd name="connsiteX152" fmla="*/ 4401354 w 11269336"/>
              <a:gd name="connsiteY152" fmla="*/ 2194745 h 2323145"/>
              <a:gd name="connsiteX153" fmla="*/ 4383151 w 11269336"/>
              <a:gd name="connsiteY153" fmla="*/ 2201140 h 2323145"/>
              <a:gd name="connsiteX154" fmla="*/ 4366646 w 11269336"/>
              <a:gd name="connsiteY154" fmla="*/ 2198564 h 2323145"/>
              <a:gd name="connsiteX155" fmla="*/ 4354009 w 11269336"/>
              <a:gd name="connsiteY155" fmla="*/ 2204984 h 2323145"/>
              <a:gd name="connsiteX156" fmla="*/ 4348284 w 11269336"/>
              <a:gd name="connsiteY156" fmla="*/ 2205270 h 2323145"/>
              <a:gd name="connsiteX157" fmla="*/ 4333906 w 11269336"/>
              <a:gd name="connsiteY157" fmla="*/ 2205251 h 2323145"/>
              <a:gd name="connsiteX158" fmla="*/ 4308819 w 11269336"/>
              <a:gd name="connsiteY158" fmla="*/ 2203822 h 2323145"/>
              <a:gd name="connsiteX159" fmla="*/ 4301210 w 11269336"/>
              <a:gd name="connsiteY159" fmla="*/ 2204456 h 2323145"/>
              <a:gd name="connsiteX160" fmla="*/ 4283095 w 11269336"/>
              <a:gd name="connsiteY160" fmla="*/ 2198177 h 2323145"/>
              <a:gd name="connsiteX161" fmla="*/ 4250119 w 11269336"/>
              <a:gd name="connsiteY161" fmla="*/ 2196342 h 2323145"/>
              <a:gd name="connsiteX162" fmla="*/ 4189203 w 11269336"/>
              <a:gd name="connsiteY162" fmla="*/ 2178994 h 2323145"/>
              <a:gd name="connsiteX163" fmla="*/ 4154035 w 11269336"/>
              <a:gd name="connsiteY163" fmla="*/ 2171950 h 2323145"/>
              <a:gd name="connsiteX164" fmla="*/ 4129569 w 11269336"/>
              <a:gd name="connsiteY164" fmla="*/ 2163850 h 2323145"/>
              <a:gd name="connsiteX165" fmla="*/ 4061250 w 11269336"/>
              <a:gd name="connsiteY165" fmla="*/ 2159236 h 2323145"/>
              <a:gd name="connsiteX166" fmla="*/ 3945480 w 11269336"/>
              <a:gd name="connsiteY166" fmla="*/ 2158279 h 2323145"/>
              <a:gd name="connsiteX167" fmla="*/ 3921468 w 11269336"/>
              <a:gd name="connsiteY167" fmla="*/ 2156588 h 2323145"/>
              <a:gd name="connsiteX168" fmla="*/ 3903348 w 11269336"/>
              <a:gd name="connsiteY168" fmla="*/ 2149220 h 2323145"/>
              <a:gd name="connsiteX169" fmla="*/ 3901342 w 11269336"/>
              <a:gd name="connsiteY169" fmla="*/ 2142355 h 2323145"/>
              <a:gd name="connsiteX170" fmla="*/ 3888539 w 11269336"/>
              <a:gd name="connsiteY170" fmla="*/ 2140476 h 2323145"/>
              <a:gd name="connsiteX171" fmla="*/ 3885662 w 11269336"/>
              <a:gd name="connsiteY171" fmla="*/ 2138740 h 2323145"/>
              <a:gd name="connsiteX172" fmla="*/ 3868627 w 11269336"/>
              <a:gd name="connsiteY172" fmla="*/ 2130023 h 2323145"/>
              <a:gd name="connsiteX173" fmla="*/ 3819177 w 11269336"/>
              <a:gd name="connsiteY173" fmla="*/ 2142111 h 2323145"/>
              <a:gd name="connsiteX174" fmla="*/ 3769100 w 11269336"/>
              <a:gd name="connsiteY174" fmla="*/ 2131731 h 2323145"/>
              <a:gd name="connsiteX175" fmla="*/ 3562752 w 11269336"/>
              <a:gd name="connsiteY175" fmla="*/ 2131785 h 2323145"/>
              <a:gd name="connsiteX176" fmla="*/ 3541402 w 11269336"/>
              <a:gd name="connsiteY176" fmla="*/ 2106821 h 2323145"/>
              <a:gd name="connsiteX177" fmla="*/ 3365341 w 11269336"/>
              <a:gd name="connsiteY177" fmla="*/ 2077638 h 2323145"/>
              <a:gd name="connsiteX178" fmla="*/ 3170922 w 11269336"/>
              <a:gd name="connsiteY178" fmla="*/ 2115957 h 2323145"/>
              <a:gd name="connsiteX179" fmla="*/ 3156256 w 11269336"/>
              <a:gd name="connsiteY179" fmla="*/ 2124773 h 2323145"/>
              <a:gd name="connsiteX180" fmla="*/ 3140298 w 11269336"/>
              <a:gd name="connsiteY180" fmla="*/ 2129182 h 2323145"/>
              <a:gd name="connsiteX181" fmla="*/ 3138514 w 11269336"/>
              <a:gd name="connsiteY181" fmla="*/ 2128069 h 2323145"/>
              <a:gd name="connsiteX182" fmla="*/ 3120467 w 11269336"/>
              <a:gd name="connsiteY182" fmla="*/ 2128281 h 2323145"/>
              <a:gd name="connsiteX183" fmla="*/ 3116175 w 11269336"/>
              <a:gd name="connsiteY183" fmla="*/ 2131633 h 2323145"/>
              <a:gd name="connsiteX184" fmla="*/ 3103685 w 11269336"/>
              <a:gd name="connsiteY184" fmla="*/ 2132814 h 2323145"/>
              <a:gd name="connsiteX185" fmla="*/ 3078794 w 11269336"/>
              <a:gd name="connsiteY185" fmla="*/ 2137935 h 2323145"/>
              <a:gd name="connsiteX186" fmla="*/ 3074407 w 11269336"/>
              <a:gd name="connsiteY186" fmla="*/ 2136274 h 2323145"/>
              <a:gd name="connsiteX187" fmla="*/ 3037285 w 11269336"/>
              <a:gd name="connsiteY187" fmla="*/ 2139919 h 2323145"/>
              <a:gd name="connsiteX188" fmla="*/ 3036901 w 11269336"/>
              <a:gd name="connsiteY188" fmla="*/ 2138726 h 2323145"/>
              <a:gd name="connsiteX189" fmla="*/ 3026996 w 11269336"/>
              <a:gd name="connsiteY189" fmla="*/ 2134322 h 2323145"/>
              <a:gd name="connsiteX190" fmla="*/ 3007772 w 11269336"/>
              <a:gd name="connsiteY190" fmla="*/ 2128742 h 2323145"/>
              <a:gd name="connsiteX191" fmla="*/ 2965030 w 11269336"/>
              <a:gd name="connsiteY191" fmla="*/ 2100494 h 2323145"/>
              <a:gd name="connsiteX192" fmla="*/ 2926342 w 11269336"/>
              <a:gd name="connsiteY192" fmla="*/ 2104155 h 2323145"/>
              <a:gd name="connsiteX193" fmla="*/ 2918608 w 11269336"/>
              <a:gd name="connsiteY193" fmla="*/ 2104215 h 2323145"/>
              <a:gd name="connsiteX194" fmla="*/ 2918475 w 11269336"/>
              <a:gd name="connsiteY194" fmla="*/ 2103937 h 2323145"/>
              <a:gd name="connsiteX195" fmla="*/ 2910360 w 11269336"/>
              <a:gd name="connsiteY195" fmla="*/ 2103444 h 2323145"/>
              <a:gd name="connsiteX196" fmla="*/ 2904507 w 11269336"/>
              <a:gd name="connsiteY196" fmla="*/ 2104326 h 2323145"/>
              <a:gd name="connsiteX197" fmla="*/ 2889503 w 11269336"/>
              <a:gd name="connsiteY197" fmla="*/ 2104443 h 2323145"/>
              <a:gd name="connsiteX198" fmla="*/ 2884480 w 11269336"/>
              <a:gd name="connsiteY198" fmla="*/ 2102626 h 2323145"/>
              <a:gd name="connsiteX199" fmla="*/ 2882689 w 11269336"/>
              <a:gd name="connsiteY199" fmla="*/ 2099228 h 2323145"/>
              <a:gd name="connsiteX200" fmla="*/ 2881291 w 11269336"/>
              <a:gd name="connsiteY200" fmla="*/ 2099618 h 2323145"/>
              <a:gd name="connsiteX201" fmla="*/ 2853979 w 11269336"/>
              <a:gd name="connsiteY201" fmla="*/ 2090388 h 2323145"/>
              <a:gd name="connsiteX202" fmla="*/ 2791790 w 11269336"/>
              <a:gd name="connsiteY202" fmla="*/ 2080332 h 2323145"/>
              <a:gd name="connsiteX203" fmla="*/ 2755844 w 11269336"/>
              <a:gd name="connsiteY203" fmla="*/ 2078874 h 2323145"/>
              <a:gd name="connsiteX204" fmla="*/ 2657742 w 11269336"/>
              <a:gd name="connsiteY204" fmla="*/ 2070179 h 2323145"/>
              <a:gd name="connsiteX205" fmla="*/ 2559549 w 11269336"/>
              <a:gd name="connsiteY205" fmla="*/ 2057873 h 2323145"/>
              <a:gd name="connsiteX206" fmla="*/ 2512054 w 11269336"/>
              <a:gd name="connsiteY206" fmla="*/ 2031671 h 2323145"/>
              <a:gd name="connsiteX207" fmla="*/ 2506437 w 11269336"/>
              <a:gd name="connsiteY207" fmla="*/ 2030918 h 2323145"/>
              <a:gd name="connsiteX208" fmla="*/ 2491752 w 11269336"/>
              <a:gd name="connsiteY208" fmla="*/ 2033906 h 2323145"/>
              <a:gd name="connsiteX209" fmla="*/ 2486338 w 11269336"/>
              <a:gd name="connsiteY209" fmla="*/ 2035862 h 2323145"/>
              <a:gd name="connsiteX210" fmla="*/ 2478186 w 11269336"/>
              <a:gd name="connsiteY210" fmla="*/ 2036953 h 2323145"/>
              <a:gd name="connsiteX211" fmla="*/ 2477950 w 11269336"/>
              <a:gd name="connsiteY211" fmla="*/ 2036715 h 2323145"/>
              <a:gd name="connsiteX212" fmla="*/ 2470381 w 11269336"/>
              <a:gd name="connsiteY212" fmla="*/ 2038256 h 2323145"/>
              <a:gd name="connsiteX213" fmla="*/ 2433781 w 11269336"/>
              <a:gd name="connsiteY213" fmla="*/ 2049140 h 2323145"/>
              <a:gd name="connsiteX214" fmla="*/ 2381172 w 11269336"/>
              <a:gd name="connsiteY214" fmla="*/ 2030645 h 2323145"/>
              <a:gd name="connsiteX215" fmla="*/ 2360198 w 11269336"/>
              <a:gd name="connsiteY215" fmla="*/ 2029059 h 2323145"/>
              <a:gd name="connsiteX216" fmla="*/ 2348815 w 11269336"/>
              <a:gd name="connsiteY216" fmla="*/ 2026798 h 2323145"/>
              <a:gd name="connsiteX217" fmla="*/ 2347988 w 11269336"/>
              <a:gd name="connsiteY217" fmla="*/ 2025745 h 2323145"/>
              <a:gd name="connsiteX218" fmla="*/ 2312920 w 11269336"/>
              <a:gd name="connsiteY218" fmla="*/ 2036311 h 2323145"/>
              <a:gd name="connsiteX219" fmla="*/ 2307986 w 11269336"/>
              <a:gd name="connsiteY219" fmla="*/ 2035583 h 2323145"/>
              <a:gd name="connsiteX220" fmla="*/ 2285481 w 11269336"/>
              <a:gd name="connsiteY220" fmla="*/ 2045197 h 2323145"/>
              <a:gd name="connsiteX221" fmla="*/ 2273666 w 11269336"/>
              <a:gd name="connsiteY221" fmla="*/ 2048710 h 2323145"/>
              <a:gd name="connsiteX222" fmla="*/ 2270719 w 11269336"/>
              <a:gd name="connsiteY222" fmla="*/ 2052702 h 2323145"/>
              <a:gd name="connsiteX223" fmla="*/ 2253080 w 11269336"/>
              <a:gd name="connsiteY223" fmla="*/ 2056363 h 2323145"/>
              <a:gd name="connsiteX224" fmla="*/ 2250906 w 11269336"/>
              <a:gd name="connsiteY224" fmla="*/ 2055654 h 2323145"/>
              <a:gd name="connsiteX225" fmla="*/ 2236905 w 11269336"/>
              <a:gd name="connsiteY225" fmla="*/ 2062882 h 2323145"/>
              <a:gd name="connsiteX226" fmla="*/ 2225830 w 11269336"/>
              <a:gd name="connsiteY226" fmla="*/ 2074027 h 2323145"/>
              <a:gd name="connsiteX227" fmla="*/ 2073776 w 11269336"/>
              <a:gd name="connsiteY227" fmla="*/ 2089244 h 2323145"/>
              <a:gd name="connsiteX228" fmla="*/ 1948256 w 11269336"/>
              <a:gd name="connsiteY228" fmla="*/ 2146616 h 2323145"/>
              <a:gd name="connsiteX229" fmla="*/ 1865582 w 11269336"/>
              <a:gd name="connsiteY229" fmla="*/ 2153738 h 2323145"/>
              <a:gd name="connsiteX230" fmla="*/ 1835210 w 11269336"/>
              <a:gd name="connsiteY230" fmla="*/ 2134244 h 2323145"/>
              <a:gd name="connsiteX231" fmla="*/ 1632661 w 11269336"/>
              <a:gd name="connsiteY231" fmla="*/ 2173882 h 2323145"/>
              <a:gd name="connsiteX232" fmla="*/ 1579590 w 11269336"/>
              <a:gd name="connsiteY232" fmla="*/ 2173680 h 2323145"/>
              <a:gd name="connsiteX233" fmla="*/ 1535601 w 11269336"/>
              <a:gd name="connsiteY233" fmla="*/ 2194590 h 2323145"/>
              <a:gd name="connsiteX234" fmla="*/ 1515594 w 11269336"/>
              <a:gd name="connsiteY234" fmla="*/ 2189622 h 2323145"/>
              <a:gd name="connsiteX235" fmla="*/ 1512113 w 11269336"/>
              <a:gd name="connsiteY235" fmla="*/ 2188534 h 2323145"/>
              <a:gd name="connsiteX236" fmla="*/ 1498838 w 11269336"/>
              <a:gd name="connsiteY236" fmla="*/ 2189213 h 2323145"/>
              <a:gd name="connsiteX237" fmla="*/ 1494279 w 11269336"/>
              <a:gd name="connsiteY237" fmla="*/ 2183112 h 2323145"/>
              <a:gd name="connsiteX238" fmla="*/ 1473714 w 11269336"/>
              <a:gd name="connsiteY238" fmla="*/ 2179625 h 2323145"/>
              <a:gd name="connsiteX239" fmla="*/ 1449503 w 11269336"/>
              <a:gd name="connsiteY239" fmla="*/ 2182633 h 2323145"/>
              <a:gd name="connsiteX240" fmla="*/ 1266687 w 11269336"/>
              <a:gd name="connsiteY240" fmla="*/ 2212688 h 2323145"/>
              <a:gd name="connsiteX241" fmla="*/ 1239614 w 11269336"/>
              <a:gd name="connsiteY241" fmla="*/ 2209727 h 2323145"/>
              <a:gd name="connsiteX242" fmla="*/ 1202436 w 11269336"/>
              <a:gd name="connsiteY242" fmla="*/ 2209817 h 2323145"/>
              <a:gd name="connsiteX243" fmla="*/ 1136097 w 11269336"/>
              <a:gd name="connsiteY243" fmla="*/ 2205112 h 2323145"/>
              <a:gd name="connsiteX244" fmla="*/ 988232 w 11269336"/>
              <a:gd name="connsiteY244" fmla="*/ 2235635 h 2323145"/>
              <a:gd name="connsiteX245" fmla="*/ 981959 w 11269336"/>
              <a:gd name="connsiteY245" fmla="*/ 2231607 h 2323145"/>
              <a:gd name="connsiteX246" fmla="*/ 938600 w 11269336"/>
              <a:gd name="connsiteY246" fmla="*/ 2238113 h 2323145"/>
              <a:gd name="connsiteX247" fmla="*/ 791788 w 11269336"/>
              <a:gd name="connsiteY247" fmla="*/ 2293224 h 2323145"/>
              <a:gd name="connsiteX248" fmla="*/ 706914 w 11269336"/>
              <a:gd name="connsiteY248" fmla="*/ 2305046 h 2323145"/>
              <a:gd name="connsiteX249" fmla="*/ 675971 w 11269336"/>
              <a:gd name="connsiteY249" fmla="*/ 2304030 h 2323145"/>
              <a:gd name="connsiteX250" fmla="*/ 624180 w 11269336"/>
              <a:gd name="connsiteY250" fmla="*/ 2302650 h 2323145"/>
              <a:gd name="connsiteX251" fmla="*/ 583453 w 11269336"/>
              <a:gd name="connsiteY251" fmla="*/ 2288788 h 2323145"/>
              <a:gd name="connsiteX252" fmla="*/ 540946 w 11269336"/>
              <a:gd name="connsiteY252" fmla="*/ 2292721 h 2323145"/>
              <a:gd name="connsiteX253" fmla="*/ 533680 w 11269336"/>
              <a:gd name="connsiteY253" fmla="*/ 2310233 h 2323145"/>
              <a:gd name="connsiteX254" fmla="*/ 487366 w 11269336"/>
              <a:gd name="connsiteY254" fmla="*/ 2309053 h 2323145"/>
              <a:gd name="connsiteX255" fmla="*/ 416820 w 11269336"/>
              <a:gd name="connsiteY255" fmla="*/ 2305443 h 2323145"/>
              <a:gd name="connsiteX256" fmla="*/ 376805 w 11269336"/>
              <a:gd name="connsiteY256" fmla="*/ 2307647 h 2323145"/>
              <a:gd name="connsiteX257" fmla="*/ 266777 w 11269336"/>
              <a:gd name="connsiteY257" fmla="*/ 2309012 h 2323145"/>
              <a:gd name="connsiteX258" fmla="*/ 156013 w 11269336"/>
              <a:gd name="connsiteY258" fmla="*/ 2306832 h 2323145"/>
              <a:gd name="connsiteX259" fmla="*/ 87258 w 11269336"/>
              <a:gd name="connsiteY259" fmla="*/ 2285511 h 2323145"/>
              <a:gd name="connsiteX260" fmla="*/ 23798 w 11269336"/>
              <a:gd name="connsiteY260" fmla="*/ 2281822 h 2323145"/>
              <a:gd name="connsiteX261" fmla="*/ 0 w 11269336"/>
              <a:gd name="connsiteY261" fmla="*/ 2285369 h 2323145"/>
              <a:gd name="connsiteX262" fmla="*/ 0 w 11269336"/>
              <a:gd name="connsiteY26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79902 w 11269336"/>
              <a:gd name="connsiteY144" fmla="*/ 2177927 h 2323145"/>
              <a:gd name="connsiteX145" fmla="*/ 4533444 w 11269336"/>
              <a:gd name="connsiteY145" fmla="*/ 2181200 h 2323145"/>
              <a:gd name="connsiteX146" fmla="*/ 4492832 w 11269336"/>
              <a:gd name="connsiteY146" fmla="*/ 2188033 h 2323145"/>
              <a:gd name="connsiteX147" fmla="*/ 4467257 w 11269336"/>
              <a:gd name="connsiteY147" fmla="*/ 2196121 h 2323145"/>
              <a:gd name="connsiteX148" fmla="*/ 4459937 w 11269336"/>
              <a:gd name="connsiteY148" fmla="*/ 2195182 h 2323145"/>
              <a:gd name="connsiteX149" fmla="*/ 4433312 w 11269336"/>
              <a:gd name="connsiteY149" fmla="*/ 2199004 h 2323145"/>
              <a:gd name="connsiteX150" fmla="*/ 4420601 w 11269336"/>
              <a:gd name="connsiteY150" fmla="*/ 2205158 h 2323145"/>
              <a:gd name="connsiteX151" fmla="*/ 4405765 w 11269336"/>
              <a:gd name="connsiteY151" fmla="*/ 2199902 h 2323145"/>
              <a:gd name="connsiteX152" fmla="*/ 4401354 w 11269336"/>
              <a:gd name="connsiteY152" fmla="*/ 2194745 h 2323145"/>
              <a:gd name="connsiteX153" fmla="*/ 4383151 w 11269336"/>
              <a:gd name="connsiteY153" fmla="*/ 2201140 h 2323145"/>
              <a:gd name="connsiteX154" fmla="*/ 4366646 w 11269336"/>
              <a:gd name="connsiteY154" fmla="*/ 2198564 h 2323145"/>
              <a:gd name="connsiteX155" fmla="*/ 4354009 w 11269336"/>
              <a:gd name="connsiteY155" fmla="*/ 2204984 h 2323145"/>
              <a:gd name="connsiteX156" fmla="*/ 4348284 w 11269336"/>
              <a:gd name="connsiteY156" fmla="*/ 2205270 h 2323145"/>
              <a:gd name="connsiteX157" fmla="*/ 4333906 w 11269336"/>
              <a:gd name="connsiteY157" fmla="*/ 2205251 h 2323145"/>
              <a:gd name="connsiteX158" fmla="*/ 4308819 w 11269336"/>
              <a:gd name="connsiteY158" fmla="*/ 2203822 h 2323145"/>
              <a:gd name="connsiteX159" fmla="*/ 4301210 w 11269336"/>
              <a:gd name="connsiteY159" fmla="*/ 2204456 h 2323145"/>
              <a:gd name="connsiteX160" fmla="*/ 4283095 w 11269336"/>
              <a:gd name="connsiteY160" fmla="*/ 2198177 h 2323145"/>
              <a:gd name="connsiteX161" fmla="*/ 4250119 w 11269336"/>
              <a:gd name="connsiteY161" fmla="*/ 2196342 h 2323145"/>
              <a:gd name="connsiteX162" fmla="*/ 4189203 w 11269336"/>
              <a:gd name="connsiteY162" fmla="*/ 2178994 h 2323145"/>
              <a:gd name="connsiteX163" fmla="*/ 4154035 w 11269336"/>
              <a:gd name="connsiteY163" fmla="*/ 2171950 h 2323145"/>
              <a:gd name="connsiteX164" fmla="*/ 4129569 w 11269336"/>
              <a:gd name="connsiteY164" fmla="*/ 2163850 h 2323145"/>
              <a:gd name="connsiteX165" fmla="*/ 4061250 w 11269336"/>
              <a:gd name="connsiteY165" fmla="*/ 2159236 h 2323145"/>
              <a:gd name="connsiteX166" fmla="*/ 3945480 w 11269336"/>
              <a:gd name="connsiteY166" fmla="*/ 2158279 h 2323145"/>
              <a:gd name="connsiteX167" fmla="*/ 3921468 w 11269336"/>
              <a:gd name="connsiteY167" fmla="*/ 2156588 h 2323145"/>
              <a:gd name="connsiteX168" fmla="*/ 3903348 w 11269336"/>
              <a:gd name="connsiteY168" fmla="*/ 2149220 h 2323145"/>
              <a:gd name="connsiteX169" fmla="*/ 3901342 w 11269336"/>
              <a:gd name="connsiteY169" fmla="*/ 2142355 h 2323145"/>
              <a:gd name="connsiteX170" fmla="*/ 3888539 w 11269336"/>
              <a:gd name="connsiteY170" fmla="*/ 2140476 h 2323145"/>
              <a:gd name="connsiteX171" fmla="*/ 3885662 w 11269336"/>
              <a:gd name="connsiteY171" fmla="*/ 2138740 h 2323145"/>
              <a:gd name="connsiteX172" fmla="*/ 3868627 w 11269336"/>
              <a:gd name="connsiteY172" fmla="*/ 2130023 h 2323145"/>
              <a:gd name="connsiteX173" fmla="*/ 3819177 w 11269336"/>
              <a:gd name="connsiteY173" fmla="*/ 2142111 h 2323145"/>
              <a:gd name="connsiteX174" fmla="*/ 3769100 w 11269336"/>
              <a:gd name="connsiteY174" fmla="*/ 2131731 h 2323145"/>
              <a:gd name="connsiteX175" fmla="*/ 3562752 w 11269336"/>
              <a:gd name="connsiteY175" fmla="*/ 2131785 h 2323145"/>
              <a:gd name="connsiteX176" fmla="*/ 3541402 w 11269336"/>
              <a:gd name="connsiteY176" fmla="*/ 2106821 h 2323145"/>
              <a:gd name="connsiteX177" fmla="*/ 3365341 w 11269336"/>
              <a:gd name="connsiteY177" fmla="*/ 2077638 h 2323145"/>
              <a:gd name="connsiteX178" fmla="*/ 3170922 w 11269336"/>
              <a:gd name="connsiteY178" fmla="*/ 2115957 h 2323145"/>
              <a:gd name="connsiteX179" fmla="*/ 3156256 w 11269336"/>
              <a:gd name="connsiteY179" fmla="*/ 2124773 h 2323145"/>
              <a:gd name="connsiteX180" fmla="*/ 3140298 w 11269336"/>
              <a:gd name="connsiteY180" fmla="*/ 2129182 h 2323145"/>
              <a:gd name="connsiteX181" fmla="*/ 3138514 w 11269336"/>
              <a:gd name="connsiteY181" fmla="*/ 2128069 h 2323145"/>
              <a:gd name="connsiteX182" fmla="*/ 3120467 w 11269336"/>
              <a:gd name="connsiteY182" fmla="*/ 2128281 h 2323145"/>
              <a:gd name="connsiteX183" fmla="*/ 3116175 w 11269336"/>
              <a:gd name="connsiteY183" fmla="*/ 2131633 h 2323145"/>
              <a:gd name="connsiteX184" fmla="*/ 3103685 w 11269336"/>
              <a:gd name="connsiteY184" fmla="*/ 2132814 h 2323145"/>
              <a:gd name="connsiteX185" fmla="*/ 3078794 w 11269336"/>
              <a:gd name="connsiteY185" fmla="*/ 2137935 h 2323145"/>
              <a:gd name="connsiteX186" fmla="*/ 3074407 w 11269336"/>
              <a:gd name="connsiteY186" fmla="*/ 2136274 h 2323145"/>
              <a:gd name="connsiteX187" fmla="*/ 3037285 w 11269336"/>
              <a:gd name="connsiteY187" fmla="*/ 2139919 h 2323145"/>
              <a:gd name="connsiteX188" fmla="*/ 3036901 w 11269336"/>
              <a:gd name="connsiteY188" fmla="*/ 2138726 h 2323145"/>
              <a:gd name="connsiteX189" fmla="*/ 3026996 w 11269336"/>
              <a:gd name="connsiteY189" fmla="*/ 2134322 h 2323145"/>
              <a:gd name="connsiteX190" fmla="*/ 3007772 w 11269336"/>
              <a:gd name="connsiteY190" fmla="*/ 2128742 h 2323145"/>
              <a:gd name="connsiteX191" fmla="*/ 2965030 w 11269336"/>
              <a:gd name="connsiteY191" fmla="*/ 2100494 h 2323145"/>
              <a:gd name="connsiteX192" fmla="*/ 2926342 w 11269336"/>
              <a:gd name="connsiteY192" fmla="*/ 2104155 h 2323145"/>
              <a:gd name="connsiteX193" fmla="*/ 2918608 w 11269336"/>
              <a:gd name="connsiteY193" fmla="*/ 2104215 h 2323145"/>
              <a:gd name="connsiteX194" fmla="*/ 2918475 w 11269336"/>
              <a:gd name="connsiteY194" fmla="*/ 2103937 h 2323145"/>
              <a:gd name="connsiteX195" fmla="*/ 2910360 w 11269336"/>
              <a:gd name="connsiteY195" fmla="*/ 2103444 h 2323145"/>
              <a:gd name="connsiteX196" fmla="*/ 2904507 w 11269336"/>
              <a:gd name="connsiteY196" fmla="*/ 2104326 h 2323145"/>
              <a:gd name="connsiteX197" fmla="*/ 2889503 w 11269336"/>
              <a:gd name="connsiteY197" fmla="*/ 2104443 h 2323145"/>
              <a:gd name="connsiteX198" fmla="*/ 2884480 w 11269336"/>
              <a:gd name="connsiteY198" fmla="*/ 2102626 h 2323145"/>
              <a:gd name="connsiteX199" fmla="*/ 2882689 w 11269336"/>
              <a:gd name="connsiteY199" fmla="*/ 2099228 h 2323145"/>
              <a:gd name="connsiteX200" fmla="*/ 2881291 w 11269336"/>
              <a:gd name="connsiteY200" fmla="*/ 2099618 h 2323145"/>
              <a:gd name="connsiteX201" fmla="*/ 2853979 w 11269336"/>
              <a:gd name="connsiteY201" fmla="*/ 2090388 h 2323145"/>
              <a:gd name="connsiteX202" fmla="*/ 2791790 w 11269336"/>
              <a:gd name="connsiteY202" fmla="*/ 2080332 h 2323145"/>
              <a:gd name="connsiteX203" fmla="*/ 2755844 w 11269336"/>
              <a:gd name="connsiteY203" fmla="*/ 2078874 h 2323145"/>
              <a:gd name="connsiteX204" fmla="*/ 2657742 w 11269336"/>
              <a:gd name="connsiteY204" fmla="*/ 2070179 h 2323145"/>
              <a:gd name="connsiteX205" fmla="*/ 2559549 w 11269336"/>
              <a:gd name="connsiteY205" fmla="*/ 2057873 h 2323145"/>
              <a:gd name="connsiteX206" fmla="*/ 2512054 w 11269336"/>
              <a:gd name="connsiteY206" fmla="*/ 2031671 h 2323145"/>
              <a:gd name="connsiteX207" fmla="*/ 2506437 w 11269336"/>
              <a:gd name="connsiteY207" fmla="*/ 2030918 h 2323145"/>
              <a:gd name="connsiteX208" fmla="*/ 2491752 w 11269336"/>
              <a:gd name="connsiteY208" fmla="*/ 2033906 h 2323145"/>
              <a:gd name="connsiteX209" fmla="*/ 2486338 w 11269336"/>
              <a:gd name="connsiteY209" fmla="*/ 2035862 h 2323145"/>
              <a:gd name="connsiteX210" fmla="*/ 2478186 w 11269336"/>
              <a:gd name="connsiteY210" fmla="*/ 2036953 h 2323145"/>
              <a:gd name="connsiteX211" fmla="*/ 2477950 w 11269336"/>
              <a:gd name="connsiteY211" fmla="*/ 2036715 h 2323145"/>
              <a:gd name="connsiteX212" fmla="*/ 2470381 w 11269336"/>
              <a:gd name="connsiteY212" fmla="*/ 2038256 h 2323145"/>
              <a:gd name="connsiteX213" fmla="*/ 2433781 w 11269336"/>
              <a:gd name="connsiteY213" fmla="*/ 2049140 h 2323145"/>
              <a:gd name="connsiteX214" fmla="*/ 2381172 w 11269336"/>
              <a:gd name="connsiteY214" fmla="*/ 2030645 h 2323145"/>
              <a:gd name="connsiteX215" fmla="*/ 2360198 w 11269336"/>
              <a:gd name="connsiteY215" fmla="*/ 2029059 h 2323145"/>
              <a:gd name="connsiteX216" fmla="*/ 2348815 w 11269336"/>
              <a:gd name="connsiteY216" fmla="*/ 2026798 h 2323145"/>
              <a:gd name="connsiteX217" fmla="*/ 2347988 w 11269336"/>
              <a:gd name="connsiteY217" fmla="*/ 2025745 h 2323145"/>
              <a:gd name="connsiteX218" fmla="*/ 2312920 w 11269336"/>
              <a:gd name="connsiteY218" fmla="*/ 2036311 h 2323145"/>
              <a:gd name="connsiteX219" fmla="*/ 2307986 w 11269336"/>
              <a:gd name="connsiteY219" fmla="*/ 2035583 h 2323145"/>
              <a:gd name="connsiteX220" fmla="*/ 2285481 w 11269336"/>
              <a:gd name="connsiteY220" fmla="*/ 2045197 h 2323145"/>
              <a:gd name="connsiteX221" fmla="*/ 2273666 w 11269336"/>
              <a:gd name="connsiteY221" fmla="*/ 2048710 h 2323145"/>
              <a:gd name="connsiteX222" fmla="*/ 2270719 w 11269336"/>
              <a:gd name="connsiteY222" fmla="*/ 2052702 h 2323145"/>
              <a:gd name="connsiteX223" fmla="*/ 2253080 w 11269336"/>
              <a:gd name="connsiteY223" fmla="*/ 2056363 h 2323145"/>
              <a:gd name="connsiteX224" fmla="*/ 2250906 w 11269336"/>
              <a:gd name="connsiteY224" fmla="*/ 2055654 h 2323145"/>
              <a:gd name="connsiteX225" fmla="*/ 2236905 w 11269336"/>
              <a:gd name="connsiteY225" fmla="*/ 2062882 h 2323145"/>
              <a:gd name="connsiteX226" fmla="*/ 2225830 w 11269336"/>
              <a:gd name="connsiteY226" fmla="*/ 2074027 h 2323145"/>
              <a:gd name="connsiteX227" fmla="*/ 2073776 w 11269336"/>
              <a:gd name="connsiteY227" fmla="*/ 2089244 h 2323145"/>
              <a:gd name="connsiteX228" fmla="*/ 1948256 w 11269336"/>
              <a:gd name="connsiteY228" fmla="*/ 2146616 h 2323145"/>
              <a:gd name="connsiteX229" fmla="*/ 1865582 w 11269336"/>
              <a:gd name="connsiteY229" fmla="*/ 2153738 h 2323145"/>
              <a:gd name="connsiteX230" fmla="*/ 1835210 w 11269336"/>
              <a:gd name="connsiteY230" fmla="*/ 2134244 h 2323145"/>
              <a:gd name="connsiteX231" fmla="*/ 1632661 w 11269336"/>
              <a:gd name="connsiteY231" fmla="*/ 2173882 h 2323145"/>
              <a:gd name="connsiteX232" fmla="*/ 1579590 w 11269336"/>
              <a:gd name="connsiteY232" fmla="*/ 2173680 h 2323145"/>
              <a:gd name="connsiteX233" fmla="*/ 1535601 w 11269336"/>
              <a:gd name="connsiteY233" fmla="*/ 2194590 h 2323145"/>
              <a:gd name="connsiteX234" fmla="*/ 1515594 w 11269336"/>
              <a:gd name="connsiteY234" fmla="*/ 2189622 h 2323145"/>
              <a:gd name="connsiteX235" fmla="*/ 1512113 w 11269336"/>
              <a:gd name="connsiteY235" fmla="*/ 2188534 h 2323145"/>
              <a:gd name="connsiteX236" fmla="*/ 1498838 w 11269336"/>
              <a:gd name="connsiteY236" fmla="*/ 2189213 h 2323145"/>
              <a:gd name="connsiteX237" fmla="*/ 1494279 w 11269336"/>
              <a:gd name="connsiteY237" fmla="*/ 2183112 h 2323145"/>
              <a:gd name="connsiteX238" fmla="*/ 1473714 w 11269336"/>
              <a:gd name="connsiteY238" fmla="*/ 2179625 h 2323145"/>
              <a:gd name="connsiteX239" fmla="*/ 1449503 w 11269336"/>
              <a:gd name="connsiteY239" fmla="*/ 2182633 h 2323145"/>
              <a:gd name="connsiteX240" fmla="*/ 1266687 w 11269336"/>
              <a:gd name="connsiteY240" fmla="*/ 2212688 h 2323145"/>
              <a:gd name="connsiteX241" fmla="*/ 1239614 w 11269336"/>
              <a:gd name="connsiteY241" fmla="*/ 2209727 h 2323145"/>
              <a:gd name="connsiteX242" fmla="*/ 1202436 w 11269336"/>
              <a:gd name="connsiteY242" fmla="*/ 2209817 h 2323145"/>
              <a:gd name="connsiteX243" fmla="*/ 1136097 w 11269336"/>
              <a:gd name="connsiteY243" fmla="*/ 2205112 h 2323145"/>
              <a:gd name="connsiteX244" fmla="*/ 988232 w 11269336"/>
              <a:gd name="connsiteY244" fmla="*/ 2235635 h 2323145"/>
              <a:gd name="connsiteX245" fmla="*/ 981959 w 11269336"/>
              <a:gd name="connsiteY245" fmla="*/ 2231607 h 2323145"/>
              <a:gd name="connsiteX246" fmla="*/ 938600 w 11269336"/>
              <a:gd name="connsiteY246" fmla="*/ 2238113 h 2323145"/>
              <a:gd name="connsiteX247" fmla="*/ 791788 w 11269336"/>
              <a:gd name="connsiteY247" fmla="*/ 2293224 h 2323145"/>
              <a:gd name="connsiteX248" fmla="*/ 706914 w 11269336"/>
              <a:gd name="connsiteY248" fmla="*/ 2305046 h 2323145"/>
              <a:gd name="connsiteX249" fmla="*/ 675971 w 11269336"/>
              <a:gd name="connsiteY249" fmla="*/ 2304030 h 2323145"/>
              <a:gd name="connsiteX250" fmla="*/ 624180 w 11269336"/>
              <a:gd name="connsiteY250" fmla="*/ 2302650 h 2323145"/>
              <a:gd name="connsiteX251" fmla="*/ 583453 w 11269336"/>
              <a:gd name="connsiteY251" fmla="*/ 2288788 h 2323145"/>
              <a:gd name="connsiteX252" fmla="*/ 540946 w 11269336"/>
              <a:gd name="connsiteY252" fmla="*/ 2292721 h 2323145"/>
              <a:gd name="connsiteX253" fmla="*/ 533680 w 11269336"/>
              <a:gd name="connsiteY253" fmla="*/ 2310233 h 2323145"/>
              <a:gd name="connsiteX254" fmla="*/ 487366 w 11269336"/>
              <a:gd name="connsiteY254" fmla="*/ 2309053 h 2323145"/>
              <a:gd name="connsiteX255" fmla="*/ 416820 w 11269336"/>
              <a:gd name="connsiteY255" fmla="*/ 2305443 h 2323145"/>
              <a:gd name="connsiteX256" fmla="*/ 376805 w 11269336"/>
              <a:gd name="connsiteY256" fmla="*/ 2307647 h 2323145"/>
              <a:gd name="connsiteX257" fmla="*/ 266777 w 11269336"/>
              <a:gd name="connsiteY257" fmla="*/ 2309012 h 2323145"/>
              <a:gd name="connsiteX258" fmla="*/ 156013 w 11269336"/>
              <a:gd name="connsiteY258" fmla="*/ 2306832 h 2323145"/>
              <a:gd name="connsiteX259" fmla="*/ 87258 w 11269336"/>
              <a:gd name="connsiteY259" fmla="*/ 2285511 h 2323145"/>
              <a:gd name="connsiteX260" fmla="*/ 23798 w 11269336"/>
              <a:gd name="connsiteY260" fmla="*/ 2281822 h 2323145"/>
              <a:gd name="connsiteX261" fmla="*/ 0 w 11269336"/>
              <a:gd name="connsiteY261" fmla="*/ 2285369 h 2323145"/>
              <a:gd name="connsiteX262" fmla="*/ 0 w 11269336"/>
              <a:gd name="connsiteY26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33444 w 11269336"/>
              <a:gd name="connsiteY144" fmla="*/ 2181200 h 2323145"/>
              <a:gd name="connsiteX145" fmla="*/ 4492832 w 11269336"/>
              <a:gd name="connsiteY145" fmla="*/ 2188033 h 2323145"/>
              <a:gd name="connsiteX146" fmla="*/ 4467257 w 11269336"/>
              <a:gd name="connsiteY146" fmla="*/ 2196121 h 2323145"/>
              <a:gd name="connsiteX147" fmla="*/ 4459937 w 11269336"/>
              <a:gd name="connsiteY147" fmla="*/ 2195182 h 2323145"/>
              <a:gd name="connsiteX148" fmla="*/ 4433312 w 11269336"/>
              <a:gd name="connsiteY148" fmla="*/ 2199004 h 2323145"/>
              <a:gd name="connsiteX149" fmla="*/ 4420601 w 11269336"/>
              <a:gd name="connsiteY149" fmla="*/ 2205158 h 2323145"/>
              <a:gd name="connsiteX150" fmla="*/ 4405765 w 11269336"/>
              <a:gd name="connsiteY150" fmla="*/ 2199902 h 2323145"/>
              <a:gd name="connsiteX151" fmla="*/ 4401354 w 11269336"/>
              <a:gd name="connsiteY151" fmla="*/ 2194745 h 2323145"/>
              <a:gd name="connsiteX152" fmla="*/ 4383151 w 11269336"/>
              <a:gd name="connsiteY152" fmla="*/ 2201140 h 2323145"/>
              <a:gd name="connsiteX153" fmla="*/ 4366646 w 11269336"/>
              <a:gd name="connsiteY153" fmla="*/ 2198564 h 2323145"/>
              <a:gd name="connsiteX154" fmla="*/ 4354009 w 11269336"/>
              <a:gd name="connsiteY154" fmla="*/ 2204984 h 2323145"/>
              <a:gd name="connsiteX155" fmla="*/ 4348284 w 11269336"/>
              <a:gd name="connsiteY155" fmla="*/ 2205270 h 2323145"/>
              <a:gd name="connsiteX156" fmla="*/ 4333906 w 11269336"/>
              <a:gd name="connsiteY156" fmla="*/ 2205251 h 2323145"/>
              <a:gd name="connsiteX157" fmla="*/ 4308819 w 11269336"/>
              <a:gd name="connsiteY157" fmla="*/ 2203822 h 2323145"/>
              <a:gd name="connsiteX158" fmla="*/ 4301210 w 11269336"/>
              <a:gd name="connsiteY158" fmla="*/ 2204456 h 2323145"/>
              <a:gd name="connsiteX159" fmla="*/ 4283095 w 11269336"/>
              <a:gd name="connsiteY159" fmla="*/ 2198177 h 2323145"/>
              <a:gd name="connsiteX160" fmla="*/ 4250119 w 11269336"/>
              <a:gd name="connsiteY160" fmla="*/ 2196342 h 2323145"/>
              <a:gd name="connsiteX161" fmla="*/ 4189203 w 11269336"/>
              <a:gd name="connsiteY161" fmla="*/ 2178994 h 2323145"/>
              <a:gd name="connsiteX162" fmla="*/ 4154035 w 11269336"/>
              <a:gd name="connsiteY162" fmla="*/ 2171950 h 2323145"/>
              <a:gd name="connsiteX163" fmla="*/ 4129569 w 11269336"/>
              <a:gd name="connsiteY163" fmla="*/ 2163850 h 2323145"/>
              <a:gd name="connsiteX164" fmla="*/ 4061250 w 11269336"/>
              <a:gd name="connsiteY164" fmla="*/ 2159236 h 2323145"/>
              <a:gd name="connsiteX165" fmla="*/ 3945480 w 11269336"/>
              <a:gd name="connsiteY165" fmla="*/ 2158279 h 2323145"/>
              <a:gd name="connsiteX166" fmla="*/ 3921468 w 11269336"/>
              <a:gd name="connsiteY166" fmla="*/ 2156588 h 2323145"/>
              <a:gd name="connsiteX167" fmla="*/ 3903348 w 11269336"/>
              <a:gd name="connsiteY167" fmla="*/ 2149220 h 2323145"/>
              <a:gd name="connsiteX168" fmla="*/ 3901342 w 11269336"/>
              <a:gd name="connsiteY168" fmla="*/ 2142355 h 2323145"/>
              <a:gd name="connsiteX169" fmla="*/ 3888539 w 11269336"/>
              <a:gd name="connsiteY169" fmla="*/ 2140476 h 2323145"/>
              <a:gd name="connsiteX170" fmla="*/ 3885662 w 11269336"/>
              <a:gd name="connsiteY170" fmla="*/ 2138740 h 2323145"/>
              <a:gd name="connsiteX171" fmla="*/ 3868627 w 11269336"/>
              <a:gd name="connsiteY171" fmla="*/ 2130023 h 2323145"/>
              <a:gd name="connsiteX172" fmla="*/ 3819177 w 11269336"/>
              <a:gd name="connsiteY172" fmla="*/ 2142111 h 2323145"/>
              <a:gd name="connsiteX173" fmla="*/ 3769100 w 11269336"/>
              <a:gd name="connsiteY173" fmla="*/ 2131731 h 2323145"/>
              <a:gd name="connsiteX174" fmla="*/ 3562752 w 11269336"/>
              <a:gd name="connsiteY174" fmla="*/ 2131785 h 2323145"/>
              <a:gd name="connsiteX175" fmla="*/ 3541402 w 11269336"/>
              <a:gd name="connsiteY175" fmla="*/ 2106821 h 2323145"/>
              <a:gd name="connsiteX176" fmla="*/ 3365341 w 11269336"/>
              <a:gd name="connsiteY176" fmla="*/ 2077638 h 2323145"/>
              <a:gd name="connsiteX177" fmla="*/ 3170922 w 11269336"/>
              <a:gd name="connsiteY177" fmla="*/ 2115957 h 2323145"/>
              <a:gd name="connsiteX178" fmla="*/ 3156256 w 11269336"/>
              <a:gd name="connsiteY178" fmla="*/ 2124773 h 2323145"/>
              <a:gd name="connsiteX179" fmla="*/ 3140298 w 11269336"/>
              <a:gd name="connsiteY179" fmla="*/ 2129182 h 2323145"/>
              <a:gd name="connsiteX180" fmla="*/ 3138514 w 11269336"/>
              <a:gd name="connsiteY180" fmla="*/ 2128069 h 2323145"/>
              <a:gd name="connsiteX181" fmla="*/ 3120467 w 11269336"/>
              <a:gd name="connsiteY181" fmla="*/ 2128281 h 2323145"/>
              <a:gd name="connsiteX182" fmla="*/ 3116175 w 11269336"/>
              <a:gd name="connsiteY182" fmla="*/ 2131633 h 2323145"/>
              <a:gd name="connsiteX183" fmla="*/ 3103685 w 11269336"/>
              <a:gd name="connsiteY183" fmla="*/ 2132814 h 2323145"/>
              <a:gd name="connsiteX184" fmla="*/ 3078794 w 11269336"/>
              <a:gd name="connsiteY184" fmla="*/ 2137935 h 2323145"/>
              <a:gd name="connsiteX185" fmla="*/ 3074407 w 11269336"/>
              <a:gd name="connsiteY185" fmla="*/ 2136274 h 2323145"/>
              <a:gd name="connsiteX186" fmla="*/ 3037285 w 11269336"/>
              <a:gd name="connsiteY186" fmla="*/ 2139919 h 2323145"/>
              <a:gd name="connsiteX187" fmla="*/ 3036901 w 11269336"/>
              <a:gd name="connsiteY187" fmla="*/ 2138726 h 2323145"/>
              <a:gd name="connsiteX188" fmla="*/ 3026996 w 11269336"/>
              <a:gd name="connsiteY188" fmla="*/ 2134322 h 2323145"/>
              <a:gd name="connsiteX189" fmla="*/ 3007772 w 11269336"/>
              <a:gd name="connsiteY189" fmla="*/ 2128742 h 2323145"/>
              <a:gd name="connsiteX190" fmla="*/ 2965030 w 11269336"/>
              <a:gd name="connsiteY190" fmla="*/ 2100494 h 2323145"/>
              <a:gd name="connsiteX191" fmla="*/ 2926342 w 11269336"/>
              <a:gd name="connsiteY191" fmla="*/ 2104155 h 2323145"/>
              <a:gd name="connsiteX192" fmla="*/ 2918608 w 11269336"/>
              <a:gd name="connsiteY192" fmla="*/ 2104215 h 2323145"/>
              <a:gd name="connsiteX193" fmla="*/ 2918475 w 11269336"/>
              <a:gd name="connsiteY193" fmla="*/ 2103937 h 2323145"/>
              <a:gd name="connsiteX194" fmla="*/ 2910360 w 11269336"/>
              <a:gd name="connsiteY194" fmla="*/ 2103444 h 2323145"/>
              <a:gd name="connsiteX195" fmla="*/ 2904507 w 11269336"/>
              <a:gd name="connsiteY195" fmla="*/ 2104326 h 2323145"/>
              <a:gd name="connsiteX196" fmla="*/ 2889503 w 11269336"/>
              <a:gd name="connsiteY196" fmla="*/ 2104443 h 2323145"/>
              <a:gd name="connsiteX197" fmla="*/ 2884480 w 11269336"/>
              <a:gd name="connsiteY197" fmla="*/ 2102626 h 2323145"/>
              <a:gd name="connsiteX198" fmla="*/ 2882689 w 11269336"/>
              <a:gd name="connsiteY198" fmla="*/ 2099228 h 2323145"/>
              <a:gd name="connsiteX199" fmla="*/ 2881291 w 11269336"/>
              <a:gd name="connsiteY199" fmla="*/ 2099618 h 2323145"/>
              <a:gd name="connsiteX200" fmla="*/ 2853979 w 11269336"/>
              <a:gd name="connsiteY200" fmla="*/ 2090388 h 2323145"/>
              <a:gd name="connsiteX201" fmla="*/ 2791790 w 11269336"/>
              <a:gd name="connsiteY201" fmla="*/ 2080332 h 2323145"/>
              <a:gd name="connsiteX202" fmla="*/ 2755844 w 11269336"/>
              <a:gd name="connsiteY202" fmla="*/ 2078874 h 2323145"/>
              <a:gd name="connsiteX203" fmla="*/ 2657742 w 11269336"/>
              <a:gd name="connsiteY203" fmla="*/ 2070179 h 2323145"/>
              <a:gd name="connsiteX204" fmla="*/ 2559549 w 11269336"/>
              <a:gd name="connsiteY204" fmla="*/ 2057873 h 2323145"/>
              <a:gd name="connsiteX205" fmla="*/ 2512054 w 11269336"/>
              <a:gd name="connsiteY205" fmla="*/ 2031671 h 2323145"/>
              <a:gd name="connsiteX206" fmla="*/ 2506437 w 11269336"/>
              <a:gd name="connsiteY206" fmla="*/ 2030918 h 2323145"/>
              <a:gd name="connsiteX207" fmla="*/ 2491752 w 11269336"/>
              <a:gd name="connsiteY207" fmla="*/ 2033906 h 2323145"/>
              <a:gd name="connsiteX208" fmla="*/ 2486338 w 11269336"/>
              <a:gd name="connsiteY208" fmla="*/ 2035862 h 2323145"/>
              <a:gd name="connsiteX209" fmla="*/ 2478186 w 11269336"/>
              <a:gd name="connsiteY209" fmla="*/ 2036953 h 2323145"/>
              <a:gd name="connsiteX210" fmla="*/ 2477950 w 11269336"/>
              <a:gd name="connsiteY210" fmla="*/ 2036715 h 2323145"/>
              <a:gd name="connsiteX211" fmla="*/ 2470381 w 11269336"/>
              <a:gd name="connsiteY211" fmla="*/ 2038256 h 2323145"/>
              <a:gd name="connsiteX212" fmla="*/ 2433781 w 11269336"/>
              <a:gd name="connsiteY212" fmla="*/ 2049140 h 2323145"/>
              <a:gd name="connsiteX213" fmla="*/ 2381172 w 11269336"/>
              <a:gd name="connsiteY213" fmla="*/ 2030645 h 2323145"/>
              <a:gd name="connsiteX214" fmla="*/ 2360198 w 11269336"/>
              <a:gd name="connsiteY214" fmla="*/ 2029059 h 2323145"/>
              <a:gd name="connsiteX215" fmla="*/ 2348815 w 11269336"/>
              <a:gd name="connsiteY215" fmla="*/ 2026798 h 2323145"/>
              <a:gd name="connsiteX216" fmla="*/ 2347988 w 11269336"/>
              <a:gd name="connsiteY216" fmla="*/ 2025745 h 2323145"/>
              <a:gd name="connsiteX217" fmla="*/ 2312920 w 11269336"/>
              <a:gd name="connsiteY217" fmla="*/ 2036311 h 2323145"/>
              <a:gd name="connsiteX218" fmla="*/ 2307986 w 11269336"/>
              <a:gd name="connsiteY218" fmla="*/ 2035583 h 2323145"/>
              <a:gd name="connsiteX219" fmla="*/ 2285481 w 11269336"/>
              <a:gd name="connsiteY219" fmla="*/ 2045197 h 2323145"/>
              <a:gd name="connsiteX220" fmla="*/ 2273666 w 11269336"/>
              <a:gd name="connsiteY220" fmla="*/ 2048710 h 2323145"/>
              <a:gd name="connsiteX221" fmla="*/ 2270719 w 11269336"/>
              <a:gd name="connsiteY221" fmla="*/ 2052702 h 2323145"/>
              <a:gd name="connsiteX222" fmla="*/ 2253080 w 11269336"/>
              <a:gd name="connsiteY222" fmla="*/ 2056363 h 2323145"/>
              <a:gd name="connsiteX223" fmla="*/ 2250906 w 11269336"/>
              <a:gd name="connsiteY223" fmla="*/ 2055654 h 2323145"/>
              <a:gd name="connsiteX224" fmla="*/ 2236905 w 11269336"/>
              <a:gd name="connsiteY224" fmla="*/ 2062882 h 2323145"/>
              <a:gd name="connsiteX225" fmla="*/ 2225830 w 11269336"/>
              <a:gd name="connsiteY225" fmla="*/ 2074027 h 2323145"/>
              <a:gd name="connsiteX226" fmla="*/ 2073776 w 11269336"/>
              <a:gd name="connsiteY226" fmla="*/ 2089244 h 2323145"/>
              <a:gd name="connsiteX227" fmla="*/ 1948256 w 11269336"/>
              <a:gd name="connsiteY227" fmla="*/ 2146616 h 2323145"/>
              <a:gd name="connsiteX228" fmla="*/ 1865582 w 11269336"/>
              <a:gd name="connsiteY228" fmla="*/ 2153738 h 2323145"/>
              <a:gd name="connsiteX229" fmla="*/ 1835210 w 11269336"/>
              <a:gd name="connsiteY229" fmla="*/ 2134244 h 2323145"/>
              <a:gd name="connsiteX230" fmla="*/ 1632661 w 11269336"/>
              <a:gd name="connsiteY230" fmla="*/ 2173882 h 2323145"/>
              <a:gd name="connsiteX231" fmla="*/ 1579590 w 11269336"/>
              <a:gd name="connsiteY231" fmla="*/ 2173680 h 2323145"/>
              <a:gd name="connsiteX232" fmla="*/ 1535601 w 11269336"/>
              <a:gd name="connsiteY232" fmla="*/ 2194590 h 2323145"/>
              <a:gd name="connsiteX233" fmla="*/ 1515594 w 11269336"/>
              <a:gd name="connsiteY233" fmla="*/ 2189622 h 2323145"/>
              <a:gd name="connsiteX234" fmla="*/ 1512113 w 11269336"/>
              <a:gd name="connsiteY234" fmla="*/ 2188534 h 2323145"/>
              <a:gd name="connsiteX235" fmla="*/ 1498838 w 11269336"/>
              <a:gd name="connsiteY235" fmla="*/ 2189213 h 2323145"/>
              <a:gd name="connsiteX236" fmla="*/ 1494279 w 11269336"/>
              <a:gd name="connsiteY236" fmla="*/ 2183112 h 2323145"/>
              <a:gd name="connsiteX237" fmla="*/ 1473714 w 11269336"/>
              <a:gd name="connsiteY237" fmla="*/ 2179625 h 2323145"/>
              <a:gd name="connsiteX238" fmla="*/ 1449503 w 11269336"/>
              <a:gd name="connsiteY238" fmla="*/ 2182633 h 2323145"/>
              <a:gd name="connsiteX239" fmla="*/ 1266687 w 11269336"/>
              <a:gd name="connsiteY239" fmla="*/ 2212688 h 2323145"/>
              <a:gd name="connsiteX240" fmla="*/ 1239614 w 11269336"/>
              <a:gd name="connsiteY240" fmla="*/ 2209727 h 2323145"/>
              <a:gd name="connsiteX241" fmla="*/ 1202436 w 11269336"/>
              <a:gd name="connsiteY241" fmla="*/ 2209817 h 2323145"/>
              <a:gd name="connsiteX242" fmla="*/ 1136097 w 11269336"/>
              <a:gd name="connsiteY242" fmla="*/ 2205112 h 2323145"/>
              <a:gd name="connsiteX243" fmla="*/ 988232 w 11269336"/>
              <a:gd name="connsiteY243" fmla="*/ 2235635 h 2323145"/>
              <a:gd name="connsiteX244" fmla="*/ 981959 w 11269336"/>
              <a:gd name="connsiteY244" fmla="*/ 2231607 h 2323145"/>
              <a:gd name="connsiteX245" fmla="*/ 938600 w 11269336"/>
              <a:gd name="connsiteY245" fmla="*/ 2238113 h 2323145"/>
              <a:gd name="connsiteX246" fmla="*/ 791788 w 11269336"/>
              <a:gd name="connsiteY246" fmla="*/ 2293224 h 2323145"/>
              <a:gd name="connsiteX247" fmla="*/ 706914 w 11269336"/>
              <a:gd name="connsiteY247" fmla="*/ 2305046 h 2323145"/>
              <a:gd name="connsiteX248" fmla="*/ 675971 w 11269336"/>
              <a:gd name="connsiteY248" fmla="*/ 2304030 h 2323145"/>
              <a:gd name="connsiteX249" fmla="*/ 624180 w 11269336"/>
              <a:gd name="connsiteY249" fmla="*/ 2302650 h 2323145"/>
              <a:gd name="connsiteX250" fmla="*/ 583453 w 11269336"/>
              <a:gd name="connsiteY250" fmla="*/ 2288788 h 2323145"/>
              <a:gd name="connsiteX251" fmla="*/ 540946 w 11269336"/>
              <a:gd name="connsiteY251" fmla="*/ 2292721 h 2323145"/>
              <a:gd name="connsiteX252" fmla="*/ 533680 w 11269336"/>
              <a:gd name="connsiteY252" fmla="*/ 2310233 h 2323145"/>
              <a:gd name="connsiteX253" fmla="*/ 487366 w 11269336"/>
              <a:gd name="connsiteY253" fmla="*/ 2309053 h 2323145"/>
              <a:gd name="connsiteX254" fmla="*/ 416820 w 11269336"/>
              <a:gd name="connsiteY254" fmla="*/ 2305443 h 2323145"/>
              <a:gd name="connsiteX255" fmla="*/ 376805 w 11269336"/>
              <a:gd name="connsiteY255" fmla="*/ 2307647 h 2323145"/>
              <a:gd name="connsiteX256" fmla="*/ 266777 w 11269336"/>
              <a:gd name="connsiteY256" fmla="*/ 2309012 h 2323145"/>
              <a:gd name="connsiteX257" fmla="*/ 156013 w 11269336"/>
              <a:gd name="connsiteY257" fmla="*/ 2306832 h 2323145"/>
              <a:gd name="connsiteX258" fmla="*/ 87258 w 11269336"/>
              <a:gd name="connsiteY258" fmla="*/ 2285511 h 2323145"/>
              <a:gd name="connsiteX259" fmla="*/ 23798 w 11269336"/>
              <a:gd name="connsiteY259" fmla="*/ 2281822 h 2323145"/>
              <a:gd name="connsiteX260" fmla="*/ 0 w 11269336"/>
              <a:gd name="connsiteY260" fmla="*/ 2285369 h 2323145"/>
              <a:gd name="connsiteX261" fmla="*/ 0 w 11269336"/>
              <a:gd name="connsiteY261"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593061 w 11269336"/>
              <a:gd name="connsiteY142" fmla="*/ 2171597 h 2323145"/>
              <a:gd name="connsiteX143" fmla="*/ 4533444 w 11269336"/>
              <a:gd name="connsiteY143" fmla="*/ 2181200 h 2323145"/>
              <a:gd name="connsiteX144" fmla="*/ 4492832 w 11269336"/>
              <a:gd name="connsiteY144" fmla="*/ 2188033 h 2323145"/>
              <a:gd name="connsiteX145" fmla="*/ 4467257 w 11269336"/>
              <a:gd name="connsiteY145" fmla="*/ 2196121 h 2323145"/>
              <a:gd name="connsiteX146" fmla="*/ 4459937 w 11269336"/>
              <a:gd name="connsiteY146" fmla="*/ 2195182 h 2323145"/>
              <a:gd name="connsiteX147" fmla="*/ 4433312 w 11269336"/>
              <a:gd name="connsiteY147" fmla="*/ 2199004 h 2323145"/>
              <a:gd name="connsiteX148" fmla="*/ 4420601 w 11269336"/>
              <a:gd name="connsiteY148" fmla="*/ 2205158 h 2323145"/>
              <a:gd name="connsiteX149" fmla="*/ 4405765 w 11269336"/>
              <a:gd name="connsiteY149" fmla="*/ 2199902 h 2323145"/>
              <a:gd name="connsiteX150" fmla="*/ 4401354 w 11269336"/>
              <a:gd name="connsiteY150" fmla="*/ 2194745 h 2323145"/>
              <a:gd name="connsiteX151" fmla="*/ 4383151 w 11269336"/>
              <a:gd name="connsiteY151" fmla="*/ 2201140 h 2323145"/>
              <a:gd name="connsiteX152" fmla="*/ 4366646 w 11269336"/>
              <a:gd name="connsiteY152" fmla="*/ 2198564 h 2323145"/>
              <a:gd name="connsiteX153" fmla="*/ 4354009 w 11269336"/>
              <a:gd name="connsiteY153" fmla="*/ 2204984 h 2323145"/>
              <a:gd name="connsiteX154" fmla="*/ 4348284 w 11269336"/>
              <a:gd name="connsiteY154" fmla="*/ 2205270 h 2323145"/>
              <a:gd name="connsiteX155" fmla="*/ 4333906 w 11269336"/>
              <a:gd name="connsiteY155" fmla="*/ 2205251 h 2323145"/>
              <a:gd name="connsiteX156" fmla="*/ 4308819 w 11269336"/>
              <a:gd name="connsiteY156" fmla="*/ 2203822 h 2323145"/>
              <a:gd name="connsiteX157" fmla="*/ 4301210 w 11269336"/>
              <a:gd name="connsiteY157" fmla="*/ 2204456 h 2323145"/>
              <a:gd name="connsiteX158" fmla="*/ 4283095 w 11269336"/>
              <a:gd name="connsiteY158" fmla="*/ 2198177 h 2323145"/>
              <a:gd name="connsiteX159" fmla="*/ 4250119 w 11269336"/>
              <a:gd name="connsiteY159" fmla="*/ 2196342 h 2323145"/>
              <a:gd name="connsiteX160" fmla="*/ 4189203 w 11269336"/>
              <a:gd name="connsiteY160" fmla="*/ 2178994 h 2323145"/>
              <a:gd name="connsiteX161" fmla="*/ 4154035 w 11269336"/>
              <a:gd name="connsiteY161" fmla="*/ 2171950 h 2323145"/>
              <a:gd name="connsiteX162" fmla="*/ 4129569 w 11269336"/>
              <a:gd name="connsiteY162" fmla="*/ 2163850 h 2323145"/>
              <a:gd name="connsiteX163" fmla="*/ 4061250 w 11269336"/>
              <a:gd name="connsiteY163" fmla="*/ 2159236 h 2323145"/>
              <a:gd name="connsiteX164" fmla="*/ 3945480 w 11269336"/>
              <a:gd name="connsiteY164" fmla="*/ 2158279 h 2323145"/>
              <a:gd name="connsiteX165" fmla="*/ 3921468 w 11269336"/>
              <a:gd name="connsiteY165" fmla="*/ 2156588 h 2323145"/>
              <a:gd name="connsiteX166" fmla="*/ 3903348 w 11269336"/>
              <a:gd name="connsiteY166" fmla="*/ 2149220 h 2323145"/>
              <a:gd name="connsiteX167" fmla="*/ 3901342 w 11269336"/>
              <a:gd name="connsiteY167" fmla="*/ 2142355 h 2323145"/>
              <a:gd name="connsiteX168" fmla="*/ 3888539 w 11269336"/>
              <a:gd name="connsiteY168" fmla="*/ 2140476 h 2323145"/>
              <a:gd name="connsiteX169" fmla="*/ 3885662 w 11269336"/>
              <a:gd name="connsiteY169" fmla="*/ 2138740 h 2323145"/>
              <a:gd name="connsiteX170" fmla="*/ 3868627 w 11269336"/>
              <a:gd name="connsiteY170" fmla="*/ 2130023 h 2323145"/>
              <a:gd name="connsiteX171" fmla="*/ 3819177 w 11269336"/>
              <a:gd name="connsiteY171" fmla="*/ 2142111 h 2323145"/>
              <a:gd name="connsiteX172" fmla="*/ 3769100 w 11269336"/>
              <a:gd name="connsiteY172" fmla="*/ 2131731 h 2323145"/>
              <a:gd name="connsiteX173" fmla="*/ 3562752 w 11269336"/>
              <a:gd name="connsiteY173" fmla="*/ 2131785 h 2323145"/>
              <a:gd name="connsiteX174" fmla="*/ 3541402 w 11269336"/>
              <a:gd name="connsiteY174" fmla="*/ 2106821 h 2323145"/>
              <a:gd name="connsiteX175" fmla="*/ 3365341 w 11269336"/>
              <a:gd name="connsiteY175" fmla="*/ 2077638 h 2323145"/>
              <a:gd name="connsiteX176" fmla="*/ 3170922 w 11269336"/>
              <a:gd name="connsiteY176" fmla="*/ 2115957 h 2323145"/>
              <a:gd name="connsiteX177" fmla="*/ 3156256 w 11269336"/>
              <a:gd name="connsiteY177" fmla="*/ 2124773 h 2323145"/>
              <a:gd name="connsiteX178" fmla="*/ 3140298 w 11269336"/>
              <a:gd name="connsiteY178" fmla="*/ 2129182 h 2323145"/>
              <a:gd name="connsiteX179" fmla="*/ 3138514 w 11269336"/>
              <a:gd name="connsiteY179" fmla="*/ 2128069 h 2323145"/>
              <a:gd name="connsiteX180" fmla="*/ 3120467 w 11269336"/>
              <a:gd name="connsiteY180" fmla="*/ 2128281 h 2323145"/>
              <a:gd name="connsiteX181" fmla="*/ 3116175 w 11269336"/>
              <a:gd name="connsiteY181" fmla="*/ 2131633 h 2323145"/>
              <a:gd name="connsiteX182" fmla="*/ 3103685 w 11269336"/>
              <a:gd name="connsiteY182" fmla="*/ 2132814 h 2323145"/>
              <a:gd name="connsiteX183" fmla="*/ 3078794 w 11269336"/>
              <a:gd name="connsiteY183" fmla="*/ 2137935 h 2323145"/>
              <a:gd name="connsiteX184" fmla="*/ 3074407 w 11269336"/>
              <a:gd name="connsiteY184" fmla="*/ 2136274 h 2323145"/>
              <a:gd name="connsiteX185" fmla="*/ 3037285 w 11269336"/>
              <a:gd name="connsiteY185" fmla="*/ 2139919 h 2323145"/>
              <a:gd name="connsiteX186" fmla="*/ 3036901 w 11269336"/>
              <a:gd name="connsiteY186" fmla="*/ 2138726 h 2323145"/>
              <a:gd name="connsiteX187" fmla="*/ 3026996 w 11269336"/>
              <a:gd name="connsiteY187" fmla="*/ 2134322 h 2323145"/>
              <a:gd name="connsiteX188" fmla="*/ 3007772 w 11269336"/>
              <a:gd name="connsiteY188" fmla="*/ 2128742 h 2323145"/>
              <a:gd name="connsiteX189" fmla="*/ 2965030 w 11269336"/>
              <a:gd name="connsiteY189" fmla="*/ 2100494 h 2323145"/>
              <a:gd name="connsiteX190" fmla="*/ 2926342 w 11269336"/>
              <a:gd name="connsiteY190" fmla="*/ 2104155 h 2323145"/>
              <a:gd name="connsiteX191" fmla="*/ 2918608 w 11269336"/>
              <a:gd name="connsiteY191" fmla="*/ 2104215 h 2323145"/>
              <a:gd name="connsiteX192" fmla="*/ 2918475 w 11269336"/>
              <a:gd name="connsiteY192" fmla="*/ 2103937 h 2323145"/>
              <a:gd name="connsiteX193" fmla="*/ 2910360 w 11269336"/>
              <a:gd name="connsiteY193" fmla="*/ 2103444 h 2323145"/>
              <a:gd name="connsiteX194" fmla="*/ 2904507 w 11269336"/>
              <a:gd name="connsiteY194" fmla="*/ 2104326 h 2323145"/>
              <a:gd name="connsiteX195" fmla="*/ 2889503 w 11269336"/>
              <a:gd name="connsiteY195" fmla="*/ 2104443 h 2323145"/>
              <a:gd name="connsiteX196" fmla="*/ 2884480 w 11269336"/>
              <a:gd name="connsiteY196" fmla="*/ 2102626 h 2323145"/>
              <a:gd name="connsiteX197" fmla="*/ 2882689 w 11269336"/>
              <a:gd name="connsiteY197" fmla="*/ 2099228 h 2323145"/>
              <a:gd name="connsiteX198" fmla="*/ 2881291 w 11269336"/>
              <a:gd name="connsiteY198" fmla="*/ 2099618 h 2323145"/>
              <a:gd name="connsiteX199" fmla="*/ 2853979 w 11269336"/>
              <a:gd name="connsiteY199" fmla="*/ 2090388 h 2323145"/>
              <a:gd name="connsiteX200" fmla="*/ 2791790 w 11269336"/>
              <a:gd name="connsiteY200" fmla="*/ 2080332 h 2323145"/>
              <a:gd name="connsiteX201" fmla="*/ 2755844 w 11269336"/>
              <a:gd name="connsiteY201" fmla="*/ 2078874 h 2323145"/>
              <a:gd name="connsiteX202" fmla="*/ 2657742 w 11269336"/>
              <a:gd name="connsiteY202" fmla="*/ 2070179 h 2323145"/>
              <a:gd name="connsiteX203" fmla="*/ 2559549 w 11269336"/>
              <a:gd name="connsiteY203" fmla="*/ 2057873 h 2323145"/>
              <a:gd name="connsiteX204" fmla="*/ 2512054 w 11269336"/>
              <a:gd name="connsiteY204" fmla="*/ 2031671 h 2323145"/>
              <a:gd name="connsiteX205" fmla="*/ 2506437 w 11269336"/>
              <a:gd name="connsiteY205" fmla="*/ 2030918 h 2323145"/>
              <a:gd name="connsiteX206" fmla="*/ 2491752 w 11269336"/>
              <a:gd name="connsiteY206" fmla="*/ 2033906 h 2323145"/>
              <a:gd name="connsiteX207" fmla="*/ 2486338 w 11269336"/>
              <a:gd name="connsiteY207" fmla="*/ 2035862 h 2323145"/>
              <a:gd name="connsiteX208" fmla="*/ 2478186 w 11269336"/>
              <a:gd name="connsiteY208" fmla="*/ 2036953 h 2323145"/>
              <a:gd name="connsiteX209" fmla="*/ 2477950 w 11269336"/>
              <a:gd name="connsiteY209" fmla="*/ 2036715 h 2323145"/>
              <a:gd name="connsiteX210" fmla="*/ 2470381 w 11269336"/>
              <a:gd name="connsiteY210" fmla="*/ 2038256 h 2323145"/>
              <a:gd name="connsiteX211" fmla="*/ 2433781 w 11269336"/>
              <a:gd name="connsiteY211" fmla="*/ 2049140 h 2323145"/>
              <a:gd name="connsiteX212" fmla="*/ 2381172 w 11269336"/>
              <a:gd name="connsiteY212" fmla="*/ 2030645 h 2323145"/>
              <a:gd name="connsiteX213" fmla="*/ 2360198 w 11269336"/>
              <a:gd name="connsiteY213" fmla="*/ 2029059 h 2323145"/>
              <a:gd name="connsiteX214" fmla="*/ 2348815 w 11269336"/>
              <a:gd name="connsiteY214" fmla="*/ 2026798 h 2323145"/>
              <a:gd name="connsiteX215" fmla="*/ 2347988 w 11269336"/>
              <a:gd name="connsiteY215" fmla="*/ 2025745 h 2323145"/>
              <a:gd name="connsiteX216" fmla="*/ 2312920 w 11269336"/>
              <a:gd name="connsiteY216" fmla="*/ 2036311 h 2323145"/>
              <a:gd name="connsiteX217" fmla="*/ 2307986 w 11269336"/>
              <a:gd name="connsiteY217" fmla="*/ 2035583 h 2323145"/>
              <a:gd name="connsiteX218" fmla="*/ 2285481 w 11269336"/>
              <a:gd name="connsiteY218" fmla="*/ 2045197 h 2323145"/>
              <a:gd name="connsiteX219" fmla="*/ 2273666 w 11269336"/>
              <a:gd name="connsiteY219" fmla="*/ 2048710 h 2323145"/>
              <a:gd name="connsiteX220" fmla="*/ 2270719 w 11269336"/>
              <a:gd name="connsiteY220" fmla="*/ 2052702 h 2323145"/>
              <a:gd name="connsiteX221" fmla="*/ 2253080 w 11269336"/>
              <a:gd name="connsiteY221" fmla="*/ 2056363 h 2323145"/>
              <a:gd name="connsiteX222" fmla="*/ 2250906 w 11269336"/>
              <a:gd name="connsiteY222" fmla="*/ 2055654 h 2323145"/>
              <a:gd name="connsiteX223" fmla="*/ 2236905 w 11269336"/>
              <a:gd name="connsiteY223" fmla="*/ 2062882 h 2323145"/>
              <a:gd name="connsiteX224" fmla="*/ 2225830 w 11269336"/>
              <a:gd name="connsiteY224" fmla="*/ 2074027 h 2323145"/>
              <a:gd name="connsiteX225" fmla="*/ 2073776 w 11269336"/>
              <a:gd name="connsiteY225" fmla="*/ 2089244 h 2323145"/>
              <a:gd name="connsiteX226" fmla="*/ 1948256 w 11269336"/>
              <a:gd name="connsiteY226" fmla="*/ 2146616 h 2323145"/>
              <a:gd name="connsiteX227" fmla="*/ 1865582 w 11269336"/>
              <a:gd name="connsiteY227" fmla="*/ 2153738 h 2323145"/>
              <a:gd name="connsiteX228" fmla="*/ 1835210 w 11269336"/>
              <a:gd name="connsiteY228" fmla="*/ 2134244 h 2323145"/>
              <a:gd name="connsiteX229" fmla="*/ 1632661 w 11269336"/>
              <a:gd name="connsiteY229" fmla="*/ 2173882 h 2323145"/>
              <a:gd name="connsiteX230" fmla="*/ 1579590 w 11269336"/>
              <a:gd name="connsiteY230" fmla="*/ 2173680 h 2323145"/>
              <a:gd name="connsiteX231" fmla="*/ 1535601 w 11269336"/>
              <a:gd name="connsiteY231" fmla="*/ 2194590 h 2323145"/>
              <a:gd name="connsiteX232" fmla="*/ 1515594 w 11269336"/>
              <a:gd name="connsiteY232" fmla="*/ 2189622 h 2323145"/>
              <a:gd name="connsiteX233" fmla="*/ 1512113 w 11269336"/>
              <a:gd name="connsiteY233" fmla="*/ 2188534 h 2323145"/>
              <a:gd name="connsiteX234" fmla="*/ 1498838 w 11269336"/>
              <a:gd name="connsiteY234" fmla="*/ 2189213 h 2323145"/>
              <a:gd name="connsiteX235" fmla="*/ 1494279 w 11269336"/>
              <a:gd name="connsiteY235" fmla="*/ 2183112 h 2323145"/>
              <a:gd name="connsiteX236" fmla="*/ 1473714 w 11269336"/>
              <a:gd name="connsiteY236" fmla="*/ 2179625 h 2323145"/>
              <a:gd name="connsiteX237" fmla="*/ 1449503 w 11269336"/>
              <a:gd name="connsiteY237" fmla="*/ 2182633 h 2323145"/>
              <a:gd name="connsiteX238" fmla="*/ 1266687 w 11269336"/>
              <a:gd name="connsiteY238" fmla="*/ 2212688 h 2323145"/>
              <a:gd name="connsiteX239" fmla="*/ 1239614 w 11269336"/>
              <a:gd name="connsiteY239" fmla="*/ 2209727 h 2323145"/>
              <a:gd name="connsiteX240" fmla="*/ 1202436 w 11269336"/>
              <a:gd name="connsiteY240" fmla="*/ 2209817 h 2323145"/>
              <a:gd name="connsiteX241" fmla="*/ 1136097 w 11269336"/>
              <a:gd name="connsiteY241" fmla="*/ 2205112 h 2323145"/>
              <a:gd name="connsiteX242" fmla="*/ 988232 w 11269336"/>
              <a:gd name="connsiteY242" fmla="*/ 2235635 h 2323145"/>
              <a:gd name="connsiteX243" fmla="*/ 981959 w 11269336"/>
              <a:gd name="connsiteY243" fmla="*/ 2231607 h 2323145"/>
              <a:gd name="connsiteX244" fmla="*/ 938600 w 11269336"/>
              <a:gd name="connsiteY244" fmla="*/ 2238113 h 2323145"/>
              <a:gd name="connsiteX245" fmla="*/ 791788 w 11269336"/>
              <a:gd name="connsiteY245" fmla="*/ 2293224 h 2323145"/>
              <a:gd name="connsiteX246" fmla="*/ 706914 w 11269336"/>
              <a:gd name="connsiteY246" fmla="*/ 2305046 h 2323145"/>
              <a:gd name="connsiteX247" fmla="*/ 675971 w 11269336"/>
              <a:gd name="connsiteY247" fmla="*/ 2304030 h 2323145"/>
              <a:gd name="connsiteX248" fmla="*/ 624180 w 11269336"/>
              <a:gd name="connsiteY248" fmla="*/ 2302650 h 2323145"/>
              <a:gd name="connsiteX249" fmla="*/ 583453 w 11269336"/>
              <a:gd name="connsiteY249" fmla="*/ 2288788 h 2323145"/>
              <a:gd name="connsiteX250" fmla="*/ 540946 w 11269336"/>
              <a:gd name="connsiteY250" fmla="*/ 2292721 h 2323145"/>
              <a:gd name="connsiteX251" fmla="*/ 533680 w 11269336"/>
              <a:gd name="connsiteY251" fmla="*/ 2310233 h 2323145"/>
              <a:gd name="connsiteX252" fmla="*/ 487366 w 11269336"/>
              <a:gd name="connsiteY252" fmla="*/ 2309053 h 2323145"/>
              <a:gd name="connsiteX253" fmla="*/ 416820 w 11269336"/>
              <a:gd name="connsiteY253" fmla="*/ 2305443 h 2323145"/>
              <a:gd name="connsiteX254" fmla="*/ 376805 w 11269336"/>
              <a:gd name="connsiteY254" fmla="*/ 2307647 h 2323145"/>
              <a:gd name="connsiteX255" fmla="*/ 266777 w 11269336"/>
              <a:gd name="connsiteY255" fmla="*/ 2309012 h 2323145"/>
              <a:gd name="connsiteX256" fmla="*/ 156013 w 11269336"/>
              <a:gd name="connsiteY256" fmla="*/ 2306832 h 2323145"/>
              <a:gd name="connsiteX257" fmla="*/ 87258 w 11269336"/>
              <a:gd name="connsiteY257" fmla="*/ 2285511 h 2323145"/>
              <a:gd name="connsiteX258" fmla="*/ 23798 w 11269336"/>
              <a:gd name="connsiteY258" fmla="*/ 2281822 h 2323145"/>
              <a:gd name="connsiteX259" fmla="*/ 0 w 11269336"/>
              <a:gd name="connsiteY259" fmla="*/ 2285369 h 2323145"/>
              <a:gd name="connsiteX260" fmla="*/ 0 w 11269336"/>
              <a:gd name="connsiteY260"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593061 w 11269336"/>
              <a:gd name="connsiteY141" fmla="*/ 2171597 h 2323145"/>
              <a:gd name="connsiteX142" fmla="*/ 4533444 w 11269336"/>
              <a:gd name="connsiteY142" fmla="*/ 2181200 h 2323145"/>
              <a:gd name="connsiteX143" fmla="*/ 4492832 w 11269336"/>
              <a:gd name="connsiteY143" fmla="*/ 2188033 h 2323145"/>
              <a:gd name="connsiteX144" fmla="*/ 4467257 w 11269336"/>
              <a:gd name="connsiteY144" fmla="*/ 2196121 h 2323145"/>
              <a:gd name="connsiteX145" fmla="*/ 4459937 w 11269336"/>
              <a:gd name="connsiteY145" fmla="*/ 2195182 h 2323145"/>
              <a:gd name="connsiteX146" fmla="*/ 4433312 w 11269336"/>
              <a:gd name="connsiteY146" fmla="*/ 2199004 h 2323145"/>
              <a:gd name="connsiteX147" fmla="*/ 4420601 w 11269336"/>
              <a:gd name="connsiteY147" fmla="*/ 2205158 h 2323145"/>
              <a:gd name="connsiteX148" fmla="*/ 4405765 w 11269336"/>
              <a:gd name="connsiteY148" fmla="*/ 2199902 h 2323145"/>
              <a:gd name="connsiteX149" fmla="*/ 4401354 w 11269336"/>
              <a:gd name="connsiteY149" fmla="*/ 2194745 h 2323145"/>
              <a:gd name="connsiteX150" fmla="*/ 4383151 w 11269336"/>
              <a:gd name="connsiteY150" fmla="*/ 2201140 h 2323145"/>
              <a:gd name="connsiteX151" fmla="*/ 4366646 w 11269336"/>
              <a:gd name="connsiteY151" fmla="*/ 2198564 h 2323145"/>
              <a:gd name="connsiteX152" fmla="*/ 4354009 w 11269336"/>
              <a:gd name="connsiteY152" fmla="*/ 2204984 h 2323145"/>
              <a:gd name="connsiteX153" fmla="*/ 4348284 w 11269336"/>
              <a:gd name="connsiteY153" fmla="*/ 2205270 h 2323145"/>
              <a:gd name="connsiteX154" fmla="*/ 4333906 w 11269336"/>
              <a:gd name="connsiteY154" fmla="*/ 2205251 h 2323145"/>
              <a:gd name="connsiteX155" fmla="*/ 4308819 w 11269336"/>
              <a:gd name="connsiteY155" fmla="*/ 2203822 h 2323145"/>
              <a:gd name="connsiteX156" fmla="*/ 4301210 w 11269336"/>
              <a:gd name="connsiteY156" fmla="*/ 2204456 h 2323145"/>
              <a:gd name="connsiteX157" fmla="*/ 4283095 w 11269336"/>
              <a:gd name="connsiteY157" fmla="*/ 2198177 h 2323145"/>
              <a:gd name="connsiteX158" fmla="*/ 4250119 w 11269336"/>
              <a:gd name="connsiteY158" fmla="*/ 2196342 h 2323145"/>
              <a:gd name="connsiteX159" fmla="*/ 4189203 w 11269336"/>
              <a:gd name="connsiteY159" fmla="*/ 2178994 h 2323145"/>
              <a:gd name="connsiteX160" fmla="*/ 4154035 w 11269336"/>
              <a:gd name="connsiteY160" fmla="*/ 2171950 h 2323145"/>
              <a:gd name="connsiteX161" fmla="*/ 4129569 w 11269336"/>
              <a:gd name="connsiteY161" fmla="*/ 2163850 h 2323145"/>
              <a:gd name="connsiteX162" fmla="*/ 4061250 w 11269336"/>
              <a:gd name="connsiteY162" fmla="*/ 2159236 h 2323145"/>
              <a:gd name="connsiteX163" fmla="*/ 3945480 w 11269336"/>
              <a:gd name="connsiteY163" fmla="*/ 2158279 h 2323145"/>
              <a:gd name="connsiteX164" fmla="*/ 3921468 w 11269336"/>
              <a:gd name="connsiteY164" fmla="*/ 2156588 h 2323145"/>
              <a:gd name="connsiteX165" fmla="*/ 3903348 w 11269336"/>
              <a:gd name="connsiteY165" fmla="*/ 2149220 h 2323145"/>
              <a:gd name="connsiteX166" fmla="*/ 3901342 w 11269336"/>
              <a:gd name="connsiteY166" fmla="*/ 2142355 h 2323145"/>
              <a:gd name="connsiteX167" fmla="*/ 3888539 w 11269336"/>
              <a:gd name="connsiteY167" fmla="*/ 2140476 h 2323145"/>
              <a:gd name="connsiteX168" fmla="*/ 3885662 w 11269336"/>
              <a:gd name="connsiteY168" fmla="*/ 2138740 h 2323145"/>
              <a:gd name="connsiteX169" fmla="*/ 3868627 w 11269336"/>
              <a:gd name="connsiteY169" fmla="*/ 2130023 h 2323145"/>
              <a:gd name="connsiteX170" fmla="*/ 3819177 w 11269336"/>
              <a:gd name="connsiteY170" fmla="*/ 2142111 h 2323145"/>
              <a:gd name="connsiteX171" fmla="*/ 3769100 w 11269336"/>
              <a:gd name="connsiteY171" fmla="*/ 2131731 h 2323145"/>
              <a:gd name="connsiteX172" fmla="*/ 3562752 w 11269336"/>
              <a:gd name="connsiteY172" fmla="*/ 2131785 h 2323145"/>
              <a:gd name="connsiteX173" fmla="*/ 3541402 w 11269336"/>
              <a:gd name="connsiteY173" fmla="*/ 2106821 h 2323145"/>
              <a:gd name="connsiteX174" fmla="*/ 3365341 w 11269336"/>
              <a:gd name="connsiteY174" fmla="*/ 2077638 h 2323145"/>
              <a:gd name="connsiteX175" fmla="*/ 3170922 w 11269336"/>
              <a:gd name="connsiteY175" fmla="*/ 2115957 h 2323145"/>
              <a:gd name="connsiteX176" fmla="*/ 3156256 w 11269336"/>
              <a:gd name="connsiteY176" fmla="*/ 2124773 h 2323145"/>
              <a:gd name="connsiteX177" fmla="*/ 3140298 w 11269336"/>
              <a:gd name="connsiteY177" fmla="*/ 2129182 h 2323145"/>
              <a:gd name="connsiteX178" fmla="*/ 3138514 w 11269336"/>
              <a:gd name="connsiteY178" fmla="*/ 2128069 h 2323145"/>
              <a:gd name="connsiteX179" fmla="*/ 3120467 w 11269336"/>
              <a:gd name="connsiteY179" fmla="*/ 2128281 h 2323145"/>
              <a:gd name="connsiteX180" fmla="*/ 3116175 w 11269336"/>
              <a:gd name="connsiteY180" fmla="*/ 2131633 h 2323145"/>
              <a:gd name="connsiteX181" fmla="*/ 3103685 w 11269336"/>
              <a:gd name="connsiteY181" fmla="*/ 2132814 h 2323145"/>
              <a:gd name="connsiteX182" fmla="*/ 3078794 w 11269336"/>
              <a:gd name="connsiteY182" fmla="*/ 2137935 h 2323145"/>
              <a:gd name="connsiteX183" fmla="*/ 3074407 w 11269336"/>
              <a:gd name="connsiteY183" fmla="*/ 2136274 h 2323145"/>
              <a:gd name="connsiteX184" fmla="*/ 3037285 w 11269336"/>
              <a:gd name="connsiteY184" fmla="*/ 2139919 h 2323145"/>
              <a:gd name="connsiteX185" fmla="*/ 3036901 w 11269336"/>
              <a:gd name="connsiteY185" fmla="*/ 2138726 h 2323145"/>
              <a:gd name="connsiteX186" fmla="*/ 3026996 w 11269336"/>
              <a:gd name="connsiteY186" fmla="*/ 2134322 h 2323145"/>
              <a:gd name="connsiteX187" fmla="*/ 3007772 w 11269336"/>
              <a:gd name="connsiteY187" fmla="*/ 2128742 h 2323145"/>
              <a:gd name="connsiteX188" fmla="*/ 2965030 w 11269336"/>
              <a:gd name="connsiteY188" fmla="*/ 2100494 h 2323145"/>
              <a:gd name="connsiteX189" fmla="*/ 2926342 w 11269336"/>
              <a:gd name="connsiteY189" fmla="*/ 2104155 h 2323145"/>
              <a:gd name="connsiteX190" fmla="*/ 2918608 w 11269336"/>
              <a:gd name="connsiteY190" fmla="*/ 2104215 h 2323145"/>
              <a:gd name="connsiteX191" fmla="*/ 2918475 w 11269336"/>
              <a:gd name="connsiteY191" fmla="*/ 2103937 h 2323145"/>
              <a:gd name="connsiteX192" fmla="*/ 2910360 w 11269336"/>
              <a:gd name="connsiteY192" fmla="*/ 2103444 h 2323145"/>
              <a:gd name="connsiteX193" fmla="*/ 2904507 w 11269336"/>
              <a:gd name="connsiteY193" fmla="*/ 2104326 h 2323145"/>
              <a:gd name="connsiteX194" fmla="*/ 2889503 w 11269336"/>
              <a:gd name="connsiteY194" fmla="*/ 2104443 h 2323145"/>
              <a:gd name="connsiteX195" fmla="*/ 2884480 w 11269336"/>
              <a:gd name="connsiteY195" fmla="*/ 2102626 h 2323145"/>
              <a:gd name="connsiteX196" fmla="*/ 2882689 w 11269336"/>
              <a:gd name="connsiteY196" fmla="*/ 2099228 h 2323145"/>
              <a:gd name="connsiteX197" fmla="*/ 2881291 w 11269336"/>
              <a:gd name="connsiteY197" fmla="*/ 2099618 h 2323145"/>
              <a:gd name="connsiteX198" fmla="*/ 2853979 w 11269336"/>
              <a:gd name="connsiteY198" fmla="*/ 2090388 h 2323145"/>
              <a:gd name="connsiteX199" fmla="*/ 2791790 w 11269336"/>
              <a:gd name="connsiteY199" fmla="*/ 2080332 h 2323145"/>
              <a:gd name="connsiteX200" fmla="*/ 2755844 w 11269336"/>
              <a:gd name="connsiteY200" fmla="*/ 2078874 h 2323145"/>
              <a:gd name="connsiteX201" fmla="*/ 2657742 w 11269336"/>
              <a:gd name="connsiteY201" fmla="*/ 2070179 h 2323145"/>
              <a:gd name="connsiteX202" fmla="*/ 2559549 w 11269336"/>
              <a:gd name="connsiteY202" fmla="*/ 2057873 h 2323145"/>
              <a:gd name="connsiteX203" fmla="*/ 2512054 w 11269336"/>
              <a:gd name="connsiteY203" fmla="*/ 2031671 h 2323145"/>
              <a:gd name="connsiteX204" fmla="*/ 2506437 w 11269336"/>
              <a:gd name="connsiteY204" fmla="*/ 2030918 h 2323145"/>
              <a:gd name="connsiteX205" fmla="*/ 2491752 w 11269336"/>
              <a:gd name="connsiteY205" fmla="*/ 2033906 h 2323145"/>
              <a:gd name="connsiteX206" fmla="*/ 2486338 w 11269336"/>
              <a:gd name="connsiteY206" fmla="*/ 2035862 h 2323145"/>
              <a:gd name="connsiteX207" fmla="*/ 2478186 w 11269336"/>
              <a:gd name="connsiteY207" fmla="*/ 2036953 h 2323145"/>
              <a:gd name="connsiteX208" fmla="*/ 2477950 w 11269336"/>
              <a:gd name="connsiteY208" fmla="*/ 2036715 h 2323145"/>
              <a:gd name="connsiteX209" fmla="*/ 2470381 w 11269336"/>
              <a:gd name="connsiteY209" fmla="*/ 2038256 h 2323145"/>
              <a:gd name="connsiteX210" fmla="*/ 2433781 w 11269336"/>
              <a:gd name="connsiteY210" fmla="*/ 2049140 h 2323145"/>
              <a:gd name="connsiteX211" fmla="*/ 2381172 w 11269336"/>
              <a:gd name="connsiteY211" fmla="*/ 2030645 h 2323145"/>
              <a:gd name="connsiteX212" fmla="*/ 2360198 w 11269336"/>
              <a:gd name="connsiteY212" fmla="*/ 2029059 h 2323145"/>
              <a:gd name="connsiteX213" fmla="*/ 2348815 w 11269336"/>
              <a:gd name="connsiteY213" fmla="*/ 2026798 h 2323145"/>
              <a:gd name="connsiteX214" fmla="*/ 2347988 w 11269336"/>
              <a:gd name="connsiteY214" fmla="*/ 2025745 h 2323145"/>
              <a:gd name="connsiteX215" fmla="*/ 2312920 w 11269336"/>
              <a:gd name="connsiteY215" fmla="*/ 2036311 h 2323145"/>
              <a:gd name="connsiteX216" fmla="*/ 2307986 w 11269336"/>
              <a:gd name="connsiteY216" fmla="*/ 2035583 h 2323145"/>
              <a:gd name="connsiteX217" fmla="*/ 2285481 w 11269336"/>
              <a:gd name="connsiteY217" fmla="*/ 2045197 h 2323145"/>
              <a:gd name="connsiteX218" fmla="*/ 2273666 w 11269336"/>
              <a:gd name="connsiteY218" fmla="*/ 2048710 h 2323145"/>
              <a:gd name="connsiteX219" fmla="*/ 2270719 w 11269336"/>
              <a:gd name="connsiteY219" fmla="*/ 2052702 h 2323145"/>
              <a:gd name="connsiteX220" fmla="*/ 2253080 w 11269336"/>
              <a:gd name="connsiteY220" fmla="*/ 2056363 h 2323145"/>
              <a:gd name="connsiteX221" fmla="*/ 2250906 w 11269336"/>
              <a:gd name="connsiteY221" fmla="*/ 2055654 h 2323145"/>
              <a:gd name="connsiteX222" fmla="*/ 2236905 w 11269336"/>
              <a:gd name="connsiteY222" fmla="*/ 2062882 h 2323145"/>
              <a:gd name="connsiteX223" fmla="*/ 2225830 w 11269336"/>
              <a:gd name="connsiteY223" fmla="*/ 2074027 h 2323145"/>
              <a:gd name="connsiteX224" fmla="*/ 2073776 w 11269336"/>
              <a:gd name="connsiteY224" fmla="*/ 2089244 h 2323145"/>
              <a:gd name="connsiteX225" fmla="*/ 1948256 w 11269336"/>
              <a:gd name="connsiteY225" fmla="*/ 2146616 h 2323145"/>
              <a:gd name="connsiteX226" fmla="*/ 1865582 w 11269336"/>
              <a:gd name="connsiteY226" fmla="*/ 2153738 h 2323145"/>
              <a:gd name="connsiteX227" fmla="*/ 1835210 w 11269336"/>
              <a:gd name="connsiteY227" fmla="*/ 2134244 h 2323145"/>
              <a:gd name="connsiteX228" fmla="*/ 1632661 w 11269336"/>
              <a:gd name="connsiteY228" fmla="*/ 2173882 h 2323145"/>
              <a:gd name="connsiteX229" fmla="*/ 1579590 w 11269336"/>
              <a:gd name="connsiteY229" fmla="*/ 2173680 h 2323145"/>
              <a:gd name="connsiteX230" fmla="*/ 1535601 w 11269336"/>
              <a:gd name="connsiteY230" fmla="*/ 2194590 h 2323145"/>
              <a:gd name="connsiteX231" fmla="*/ 1515594 w 11269336"/>
              <a:gd name="connsiteY231" fmla="*/ 2189622 h 2323145"/>
              <a:gd name="connsiteX232" fmla="*/ 1512113 w 11269336"/>
              <a:gd name="connsiteY232" fmla="*/ 2188534 h 2323145"/>
              <a:gd name="connsiteX233" fmla="*/ 1498838 w 11269336"/>
              <a:gd name="connsiteY233" fmla="*/ 2189213 h 2323145"/>
              <a:gd name="connsiteX234" fmla="*/ 1494279 w 11269336"/>
              <a:gd name="connsiteY234" fmla="*/ 2183112 h 2323145"/>
              <a:gd name="connsiteX235" fmla="*/ 1473714 w 11269336"/>
              <a:gd name="connsiteY235" fmla="*/ 2179625 h 2323145"/>
              <a:gd name="connsiteX236" fmla="*/ 1449503 w 11269336"/>
              <a:gd name="connsiteY236" fmla="*/ 2182633 h 2323145"/>
              <a:gd name="connsiteX237" fmla="*/ 1266687 w 11269336"/>
              <a:gd name="connsiteY237" fmla="*/ 2212688 h 2323145"/>
              <a:gd name="connsiteX238" fmla="*/ 1239614 w 11269336"/>
              <a:gd name="connsiteY238" fmla="*/ 2209727 h 2323145"/>
              <a:gd name="connsiteX239" fmla="*/ 1202436 w 11269336"/>
              <a:gd name="connsiteY239" fmla="*/ 2209817 h 2323145"/>
              <a:gd name="connsiteX240" fmla="*/ 1136097 w 11269336"/>
              <a:gd name="connsiteY240" fmla="*/ 2205112 h 2323145"/>
              <a:gd name="connsiteX241" fmla="*/ 988232 w 11269336"/>
              <a:gd name="connsiteY241" fmla="*/ 2235635 h 2323145"/>
              <a:gd name="connsiteX242" fmla="*/ 981959 w 11269336"/>
              <a:gd name="connsiteY242" fmla="*/ 2231607 h 2323145"/>
              <a:gd name="connsiteX243" fmla="*/ 938600 w 11269336"/>
              <a:gd name="connsiteY243" fmla="*/ 2238113 h 2323145"/>
              <a:gd name="connsiteX244" fmla="*/ 791788 w 11269336"/>
              <a:gd name="connsiteY244" fmla="*/ 2293224 h 2323145"/>
              <a:gd name="connsiteX245" fmla="*/ 706914 w 11269336"/>
              <a:gd name="connsiteY245" fmla="*/ 2305046 h 2323145"/>
              <a:gd name="connsiteX246" fmla="*/ 675971 w 11269336"/>
              <a:gd name="connsiteY246" fmla="*/ 2304030 h 2323145"/>
              <a:gd name="connsiteX247" fmla="*/ 624180 w 11269336"/>
              <a:gd name="connsiteY247" fmla="*/ 2302650 h 2323145"/>
              <a:gd name="connsiteX248" fmla="*/ 583453 w 11269336"/>
              <a:gd name="connsiteY248" fmla="*/ 2288788 h 2323145"/>
              <a:gd name="connsiteX249" fmla="*/ 540946 w 11269336"/>
              <a:gd name="connsiteY249" fmla="*/ 2292721 h 2323145"/>
              <a:gd name="connsiteX250" fmla="*/ 533680 w 11269336"/>
              <a:gd name="connsiteY250" fmla="*/ 2310233 h 2323145"/>
              <a:gd name="connsiteX251" fmla="*/ 487366 w 11269336"/>
              <a:gd name="connsiteY251" fmla="*/ 2309053 h 2323145"/>
              <a:gd name="connsiteX252" fmla="*/ 416820 w 11269336"/>
              <a:gd name="connsiteY252" fmla="*/ 2305443 h 2323145"/>
              <a:gd name="connsiteX253" fmla="*/ 376805 w 11269336"/>
              <a:gd name="connsiteY253" fmla="*/ 2307647 h 2323145"/>
              <a:gd name="connsiteX254" fmla="*/ 266777 w 11269336"/>
              <a:gd name="connsiteY254" fmla="*/ 2309012 h 2323145"/>
              <a:gd name="connsiteX255" fmla="*/ 156013 w 11269336"/>
              <a:gd name="connsiteY255" fmla="*/ 2306832 h 2323145"/>
              <a:gd name="connsiteX256" fmla="*/ 87258 w 11269336"/>
              <a:gd name="connsiteY256" fmla="*/ 2285511 h 2323145"/>
              <a:gd name="connsiteX257" fmla="*/ 23798 w 11269336"/>
              <a:gd name="connsiteY257" fmla="*/ 2281822 h 2323145"/>
              <a:gd name="connsiteX258" fmla="*/ 0 w 11269336"/>
              <a:gd name="connsiteY258" fmla="*/ 2285369 h 2323145"/>
              <a:gd name="connsiteX259" fmla="*/ 0 w 11269336"/>
              <a:gd name="connsiteY259"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33312 w 11269336"/>
              <a:gd name="connsiteY145" fmla="*/ 2199004 h 2323145"/>
              <a:gd name="connsiteX146" fmla="*/ 4420601 w 11269336"/>
              <a:gd name="connsiteY146" fmla="*/ 2205158 h 2323145"/>
              <a:gd name="connsiteX147" fmla="*/ 4405765 w 11269336"/>
              <a:gd name="connsiteY147" fmla="*/ 2199902 h 2323145"/>
              <a:gd name="connsiteX148" fmla="*/ 4401354 w 11269336"/>
              <a:gd name="connsiteY148" fmla="*/ 2194745 h 2323145"/>
              <a:gd name="connsiteX149" fmla="*/ 4383151 w 11269336"/>
              <a:gd name="connsiteY149" fmla="*/ 2201140 h 2323145"/>
              <a:gd name="connsiteX150" fmla="*/ 4366646 w 11269336"/>
              <a:gd name="connsiteY150" fmla="*/ 2198564 h 2323145"/>
              <a:gd name="connsiteX151" fmla="*/ 4354009 w 11269336"/>
              <a:gd name="connsiteY151" fmla="*/ 2204984 h 2323145"/>
              <a:gd name="connsiteX152" fmla="*/ 4348284 w 11269336"/>
              <a:gd name="connsiteY152" fmla="*/ 2205270 h 2323145"/>
              <a:gd name="connsiteX153" fmla="*/ 4333906 w 11269336"/>
              <a:gd name="connsiteY153" fmla="*/ 2205251 h 2323145"/>
              <a:gd name="connsiteX154" fmla="*/ 4308819 w 11269336"/>
              <a:gd name="connsiteY154" fmla="*/ 2203822 h 2323145"/>
              <a:gd name="connsiteX155" fmla="*/ 4301210 w 11269336"/>
              <a:gd name="connsiteY155" fmla="*/ 2204456 h 2323145"/>
              <a:gd name="connsiteX156" fmla="*/ 4283095 w 11269336"/>
              <a:gd name="connsiteY156" fmla="*/ 2198177 h 2323145"/>
              <a:gd name="connsiteX157" fmla="*/ 4250119 w 11269336"/>
              <a:gd name="connsiteY157" fmla="*/ 2196342 h 2323145"/>
              <a:gd name="connsiteX158" fmla="*/ 4189203 w 11269336"/>
              <a:gd name="connsiteY158" fmla="*/ 2178994 h 2323145"/>
              <a:gd name="connsiteX159" fmla="*/ 4154035 w 11269336"/>
              <a:gd name="connsiteY159" fmla="*/ 2171950 h 2323145"/>
              <a:gd name="connsiteX160" fmla="*/ 4129569 w 11269336"/>
              <a:gd name="connsiteY160" fmla="*/ 2163850 h 2323145"/>
              <a:gd name="connsiteX161" fmla="*/ 4061250 w 11269336"/>
              <a:gd name="connsiteY161" fmla="*/ 2159236 h 2323145"/>
              <a:gd name="connsiteX162" fmla="*/ 3945480 w 11269336"/>
              <a:gd name="connsiteY162" fmla="*/ 2158279 h 2323145"/>
              <a:gd name="connsiteX163" fmla="*/ 3921468 w 11269336"/>
              <a:gd name="connsiteY163" fmla="*/ 2156588 h 2323145"/>
              <a:gd name="connsiteX164" fmla="*/ 3903348 w 11269336"/>
              <a:gd name="connsiteY164" fmla="*/ 2149220 h 2323145"/>
              <a:gd name="connsiteX165" fmla="*/ 3901342 w 11269336"/>
              <a:gd name="connsiteY165" fmla="*/ 2142355 h 2323145"/>
              <a:gd name="connsiteX166" fmla="*/ 3888539 w 11269336"/>
              <a:gd name="connsiteY166" fmla="*/ 2140476 h 2323145"/>
              <a:gd name="connsiteX167" fmla="*/ 3885662 w 11269336"/>
              <a:gd name="connsiteY167" fmla="*/ 2138740 h 2323145"/>
              <a:gd name="connsiteX168" fmla="*/ 3868627 w 11269336"/>
              <a:gd name="connsiteY168" fmla="*/ 2130023 h 2323145"/>
              <a:gd name="connsiteX169" fmla="*/ 3819177 w 11269336"/>
              <a:gd name="connsiteY169" fmla="*/ 2142111 h 2323145"/>
              <a:gd name="connsiteX170" fmla="*/ 3769100 w 11269336"/>
              <a:gd name="connsiteY170" fmla="*/ 2131731 h 2323145"/>
              <a:gd name="connsiteX171" fmla="*/ 3562752 w 11269336"/>
              <a:gd name="connsiteY171" fmla="*/ 2131785 h 2323145"/>
              <a:gd name="connsiteX172" fmla="*/ 3541402 w 11269336"/>
              <a:gd name="connsiteY172" fmla="*/ 2106821 h 2323145"/>
              <a:gd name="connsiteX173" fmla="*/ 3365341 w 11269336"/>
              <a:gd name="connsiteY173" fmla="*/ 2077638 h 2323145"/>
              <a:gd name="connsiteX174" fmla="*/ 3170922 w 11269336"/>
              <a:gd name="connsiteY174" fmla="*/ 2115957 h 2323145"/>
              <a:gd name="connsiteX175" fmla="*/ 3156256 w 11269336"/>
              <a:gd name="connsiteY175" fmla="*/ 2124773 h 2323145"/>
              <a:gd name="connsiteX176" fmla="*/ 3140298 w 11269336"/>
              <a:gd name="connsiteY176" fmla="*/ 2129182 h 2323145"/>
              <a:gd name="connsiteX177" fmla="*/ 3138514 w 11269336"/>
              <a:gd name="connsiteY177" fmla="*/ 2128069 h 2323145"/>
              <a:gd name="connsiteX178" fmla="*/ 3120467 w 11269336"/>
              <a:gd name="connsiteY178" fmla="*/ 2128281 h 2323145"/>
              <a:gd name="connsiteX179" fmla="*/ 3116175 w 11269336"/>
              <a:gd name="connsiteY179" fmla="*/ 2131633 h 2323145"/>
              <a:gd name="connsiteX180" fmla="*/ 3103685 w 11269336"/>
              <a:gd name="connsiteY180" fmla="*/ 2132814 h 2323145"/>
              <a:gd name="connsiteX181" fmla="*/ 3078794 w 11269336"/>
              <a:gd name="connsiteY181" fmla="*/ 2137935 h 2323145"/>
              <a:gd name="connsiteX182" fmla="*/ 3074407 w 11269336"/>
              <a:gd name="connsiteY182" fmla="*/ 2136274 h 2323145"/>
              <a:gd name="connsiteX183" fmla="*/ 3037285 w 11269336"/>
              <a:gd name="connsiteY183" fmla="*/ 2139919 h 2323145"/>
              <a:gd name="connsiteX184" fmla="*/ 3036901 w 11269336"/>
              <a:gd name="connsiteY184" fmla="*/ 2138726 h 2323145"/>
              <a:gd name="connsiteX185" fmla="*/ 3026996 w 11269336"/>
              <a:gd name="connsiteY185" fmla="*/ 2134322 h 2323145"/>
              <a:gd name="connsiteX186" fmla="*/ 3007772 w 11269336"/>
              <a:gd name="connsiteY186" fmla="*/ 2128742 h 2323145"/>
              <a:gd name="connsiteX187" fmla="*/ 2965030 w 11269336"/>
              <a:gd name="connsiteY187" fmla="*/ 2100494 h 2323145"/>
              <a:gd name="connsiteX188" fmla="*/ 2926342 w 11269336"/>
              <a:gd name="connsiteY188" fmla="*/ 2104155 h 2323145"/>
              <a:gd name="connsiteX189" fmla="*/ 2918608 w 11269336"/>
              <a:gd name="connsiteY189" fmla="*/ 2104215 h 2323145"/>
              <a:gd name="connsiteX190" fmla="*/ 2918475 w 11269336"/>
              <a:gd name="connsiteY190" fmla="*/ 2103937 h 2323145"/>
              <a:gd name="connsiteX191" fmla="*/ 2910360 w 11269336"/>
              <a:gd name="connsiteY191" fmla="*/ 2103444 h 2323145"/>
              <a:gd name="connsiteX192" fmla="*/ 2904507 w 11269336"/>
              <a:gd name="connsiteY192" fmla="*/ 2104326 h 2323145"/>
              <a:gd name="connsiteX193" fmla="*/ 2889503 w 11269336"/>
              <a:gd name="connsiteY193" fmla="*/ 2104443 h 2323145"/>
              <a:gd name="connsiteX194" fmla="*/ 2884480 w 11269336"/>
              <a:gd name="connsiteY194" fmla="*/ 2102626 h 2323145"/>
              <a:gd name="connsiteX195" fmla="*/ 2882689 w 11269336"/>
              <a:gd name="connsiteY195" fmla="*/ 2099228 h 2323145"/>
              <a:gd name="connsiteX196" fmla="*/ 2881291 w 11269336"/>
              <a:gd name="connsiteY196" fmla="*/ 2099618 h 2323145"/>
              <a:gd name="connsiteX197" fmla="*/ 2853979 w 11269336"/>
              <a:gd name="connsiteY197" fmla="*/ 2090388 h 2323145"/>
              <a:gd name="connsiteX198" fmla="*/ 2791790 w 11269336"/>
              <a:gd name="connsiteY198" fmla="*/ 2080332 h 2323145"/>
              <a:gd name="connsiteX199" fmla="*/ 2755844 w 11269336"/>
              <a:gd name="connsiteY199" fmla="*/ 2078874 h 2323145"/>
              <a:gd name="connsiteX200" fmla="*/ 2657742 w 11269336"/>
              <a:gd name="connsiteY200" fmla="*/ 2070179 h 2323145"/>
              <a:gd name="connsiteX201" fmla="*/ 2559549 w 11269336"/>
              <a:gd name="connsiteY201" fmla="*/ 2057873 h 2323145"/>
              <a:gd name="connsiteX202" fmla="*/ 2512054 w 11269336"/>
              <a:gd name="connsiteY202" fmla="*/ 2031671 h 2323145"/>
              <a:gd name="connsiteX203" fmla="*/ 2506437 w 11269336"/>
              <a:gd name="connsiteY203" fmla="*/ 2030918 h 2323145"/>
              <a:gd name="connsiteX204" fmla="*/ 2491752 w 11269336"/>
              <a:gd name="connsiteY204" fmla="*/ 2033906 h 2323145"/>
              <a:gd name="connsiteX205" fmla="*/ 2486338 w 11269336"/>
              <a:gd name="connsiteY205" fmla="*/ 2035862 h 2323145"/>
              <a:gd name="connsiteX206" fmla="*/ 2478186 w 11269336"/>
              <a:gd name="connsiteY206" fmla="*/ 2036953 h 2323145"/>
              <a:gd name="connsiteX207" fmla="*/ 2477950 w 11269336"/>
              <a:gd name="connsiteY207" fmla="*/ 2036715 h 2323145"/>
              <a:gd name="connsiteX208" fmla="*/ 2470381 w 11269336"/>
              <a:gd name="connsiteY208" fmla="*/ 2038256 h 2323145"/>
              <a:gd name="connsiteX209" fmla="*/ 2433781 w 11269336"/>
              <a:gd name="connsiteY209" fmla="*/ 2049140 h 2323145"/>
              <a:gd name="connsiteX210" fmla="*/ 2381172 w 11269336"/>
              <a:gd name="connsiteY210" fmla="*/ 2030645 h 2323145"/>
              <a:gd name="connsiteX211" fmla="*/ 2360198 w 11269336"/>
              <a:gd name="connsiteY211" fmla="*/ 2029059 h 2323145"/>
              <a:gd name="connsiteX212" fmla="*/ 2348815 w 11269336"/>
              <a:gd name="connsiteY212" fmla="*/ 2026798 h 2323145"/>
              <a:gd name="connsiteX213" fmla="*/ 2347988 w 11269336"/>
              <a:gd name="connsiteY213" fmla="*/ 2025745 h 2323145"/>
              <a:gd name="connsiteX214" fmla="*/ 2312920 w 11269336"/>
              <a:gd name="connsiteY214" fmla="*/ 2036311 h 2323145"/>
              <a:gd name="connsiteX215" fmla="*/ 2307986 w 11269336"/>
              <a:gd name="connsiteY215" fmla="*/ 2035583 h 2323145"/>
              <a:gd name="connsiteX216" fmla="*/ 2285481 w 11269336"/>
              <a:gd name="connsiteY216" fmla="*/ 2045197 h 2323145"/>
              <a:gd name="connsiteX217" fmla="*/ 2273666 w 11269336"/>
              <a:gd name="connsiteY217" fmla="*/ 2048710 h 2323145"/>
              <a:gd name="connsiteX218" fmla="*/ 2270719 w 11269336"/>
              <a:gd name="connsiteY218" fmla="*/ 2052702 h 2323145"/>
              <a:gd name="connsiteX219" fmla="*/ 2253080 w 11269336"/>
              <a:gd name="connsiteY219" fmla="*/ 2056363 h 2323145"/>
              <a:gd name="connsiteX220" fmla="*/ 2250906 w 11269336"/>
              <a:gd name="connsiteY220" fmla="*/ 2055654 h 2323145"/>
              <a:gd name="connsiteX221" fmla="*/ 2236905 w 11269336"/>
              <a:gd name="connsiteY221" fmla="*/ 2062882 h 2323145"/>
              <a:gd name="connsiteX222" fmla="*/ 2225830 w 11269336"/>
              <a:gd name="connsiteY222" fmla="*/ 2074027 h 2323145"/>
              <a:gd name="connsiteX223" fmla="*/ 2073776 w 11269336"/>
              <a:gd name="connsiteY223" fmla="*/ 2089244 h 2323145"/>
              <a:gd name="connsiteX224" fmla="*/ 1948256 w 11269336"/>
              <a:gd name="connsiteY224" fmla="*/ 2146616 h 2323145"/>
              <a:gd name="connsiteX225" fmla="*/ 1865582 w 11269336"/>
              <a:gd name="connsiteY225" fmla="*/ 2153738 h 2323145"/>
              <a:gd name="connsiteX226" fmla="*/ 1835210 w 11269336"/>
              <a:gd name="connsiteY226" fmla="*/ 2134244 h 2323145"/>
              <a:gd name="connsiteX227" fmla="*/ 1632661 w 11269336"/>
              <a:gd name="connsiteY227" fmla="*/ 2173882 h 2323145"/>
              <a:gd name="connsiteX228" fmla="*/ 1579590 w 11269336"/>
              <a:gd name="connsiteY228" fmla="*/ 2173680 h 2323145"/>
              <a:gd name="connsiteX229" fmla="*/ 1535601 w 11269336"/>
              <a:gd name="connsiteY229" fmla="*/ 2194590 h 2323145"/>
              <a:gd name="connsiteX230" fmla="*/ 1515594 w 11269336"/>
              <a:gd name="connsiteY230" fmla="*/ 2189622 h 2323145"/>
              <a:gd name="connsiteX231" fmla="*/ 1512113 w 11269336"/>
              <a:gd name="connsiteY231" fmla="*/ 2188534 h 2323145"/>
              <a:gd name="connsiteX232" fmla="*/ 1498838 w 11269336"/>
              <a:gd name="connsiteY232" fmla="*/ 2189213 h 2323145"/>
              <a:gd name="connsiteX233" fmla="*/ 1494279 w 11269336"/>
              <a:gd name="connsiteY233" fmla="*/ 2183112 h 2323145"/>
              <a:gd name="connsiteX234" fmla="*/ 1473714 w 11269336"/>
              <a:gd name="connsiteY234" fmla="*/ 2179625 h 2323145"/>
              <a:gd name="connsiteX235" fmla="*/ 1449503 w 11269336"/>
              <a:gd name="connsiteY235" fmla="*/ 2182633 h 2323145"/>
              <a:gd name="connsiteX236" fmla="*/ 1266687 w 11269336"/>
              <a:gd name="connsiteY236" fmla="*/ 2212688 h 2323145"/>
              <a:gd name="connsiteX237" fmla="*/ 1239614 w 11269336"/>
              <a:gd name="connsiteY237" fmla="*/ 2209727 h 2323145"/>
              <a:gd name="connsiteX238" fmla="*/ 1202436 w 11269336"/>
              <a:gd name="connsiteY238" fmla="*/ 2209817 h 2323145"/>
              <a:gd name="connsiteX239" fmla="*/ 1136097 w 11269336"/>
              <a:gd name="connsiteY239" fmla="*/ 2205112 h 2323145"/>
              <a:gd name="connsiteX240" fmla="*/ 988232 w 11269336"/>
              <a:gd name="connsiteY240" fmla="*/ 2235635 h 2323145"/>
              <a:gd name="connsiteX241" fmla="*/ 981959 w 11269336"/>
              <a:gd name="connsiteY241" fmla="*/ 2231607 h 2323145"/>
              <a:gd name="connsiteX242" fmla="*/ 938600 w 11269336"/>
              <a:gd name="connsiteY242" fmla="*/ 2238113 h 2323145"/>
              <a:gd name="connsiteX243" fmla="*/ 791788 w 11269336"/>
              <a:gd name="connsiteY243" fmla="*/ 2293224 h 2323145"/>
              <a:gd name="connsiteX244" fmla="*/ 706914 w 11269336"/>
              <a:gd name="connsiteY244" fmla="*/ 2305046 h 2323145"/>
              <a:gd name="connsiteX245" fmla="*/ 675971 w 11269336"/>
              <a:gd name="connsiteY245" fmla="*/ 2304030 h 2323145"/>
              <a:gd name="connsiteX246" fmla="*/ 624180 w 11269336"/>
              <a:gd name="connsiteY246" fmla="*/ 2302650 h 2323145"/>
              <a:gd name="connsiteX247" fmla="*/ 583453 w 11269336"/>
              <a:gd name="connsiteY247" fmla="*/ 2288788 h 2323145"/>
              <a:gd name="connsiteX248" fmla="*/ 540946 w 11269336"/>
              <a:gd name="connsiteY248" fmla="*/ 2292721 h 2323145"/>
              <a:gd name="connsiteX249" fmla="*/ 533680 w 11269336"/>
              <a:gd name="connsiteY249" fmla="*/ 2310233 h 2323145"/>
              <a:gd name="connsiteX250" fmla="*/ 487366 w 11269336"/>
              <a:gd name="connsiteY250" fmla="*/ 2309053 h 2323145"/>
              <a:gd name="connsiteX251" fmla="*/ 416820 w 11269336"/>
              <a:gd name="connsiteY251" fmla="*/ 2305443 h 2323145"/>
              <a:gd name="connsiteX252" fmla="*/ 376805 w 11269336"/>
              <a:gd name="connsiteY252" fmla="*/ 2307647 h 2323145"/>
              <a:gd name="connsiteX253" fmla="*/ 266777 w 11269336"/>
              <a:gd name="connsiteY253" fmla="*/ 2309012 h 2323145"/>
              <a:gd name="connsiteX254" fmla="*/ 156013 w 11269336"/>
              <a:gd name="connsiteY254" fmla="*/ 2306832 h 2323145"/>
              <a:gd name="connsiteX255" fmla="*/ 87258 w 11269336"/>
              <a:gd name="connsiteY255" fmla="*/ 2285511 h 2323145"/>
              <a:gd name="connsiteX256" fmla="*/ 23798 w 11269336"/>
              <a:gd name="connsiteY256" fmla="*/ 2281822 h 2323145"/>
              <a:gd name="connsiteX257" fmla="*/ 0 w 11269336"/>
              <a:gd name="connsiteY257" fmla="*/ 2285369 h 2323145"/>
              <a:gd name="connsiteX258" fmla="*/ 0 w 11269336"/>
              <a:gd name="connsiteY258"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33312 w 11269336"/>
              <a:gd name="connsiteY145" fmla="*/ 2199004 h 2323145"/>
              <a:gd name="connsiteX146" fmla="*/ 4420601 w 11269336"/>
              <a:gd name="connsiteY146" fmla="*/ 2205158 h 2323145"/>
              <a:gd name="connsiteX147" fmla="*/ 4405765 w 11269336"/>
              <a:gd name="connsiteY147" fmla="*/ 2199902 h 2323145"/>
              <a:gd name="connsiteX148" fmla="*/ 4401354 w 11269336"/>
              <a:gd name="connsiteY148" fmla="*/ 2194745 h 2323145"/>
              <a:gd name="connsiteX149" fmla="*/ 4366646 w 11269336"/>
              <a:gd name="connsiteY149" fmla="*/ 2198564 h 2323145"/>
              <a:gd name="connsiteX150" fmla="*/ 4354009 w 11269336"/>
              <a:gd name="connsiteY150" fmla="*/ 2204984 h 2323145"/>
              <a:gd name="connsiteX151" fmla="*/ 4348284 w 11269336"/>
              <a:gd name="connsiteY151" fmla="*/ 2205270 h 2323145"/>
              <a:gd name="connsiteX152" fmla="*/ 4333906 w 11269336"/>
              <a:gd name="connsiteY152" fmla="*/ 2205251 h 2323145"/>
              <a:gd name="connsiteX153" fmla="*/ 4308819 w 11269336"/>
              <a:gd name="connsiteY153" fmla="*/ 2203822 h 2323145"/>
              <a:gd name="connsiteX154" fmla="*/ 4301210 w 11269336"/>
              <a:gd name="connsiteY154" fmla="*/ 2204456 h 2323145"/>
              <a:gd name="connsiteX155" fmla="*/ 4283095 w 11269336"/>
              <a:gd name="connsiteY155" fmla="*/ 2198177 h 2323145"/>
              <a:gd name="connsiteX156" fmla="*/ 4250119 w 11269336"/>
              <a:gd name="connsiteY156" fmla="*/ 2196342 h 2323145"/>
              <a:gd name="connsiteX157" fmla="*/ 4189203 w 11269336"/>
              <a:gd name="connsiteY157" fmla="*/ 2178994 h 2323145"/>
              <a:gd name="connsiteX158" fmla="*/ 4154035 w 11269336"/>
              <a:gd name="connsiteY158" fmla="*/ 2171950 h 2323145"/>
              <a:gd name="connsiteX159" fmla="*/ 4129569 w 11269336"/>
              <a:gd name="connsiteY159" fmla="*/ 2163850 h 2323145"/>
              <a:gd name="connsiteX160" fmla="*/ 4061250 w 11269336"/>
              <a:gd name="connsiteY160" fmla="*/ 2159236 h 2323145"/>
              <a:gd name="connsiteX161" fmla="*/ 3945480 w 11269336"/>
              <a:gd name="connsiteY161" fmla="*/ 2158279 h 2323145"/>
              <a:gd name="connsiteX162" fmla="*/ 3921468 w 11269336"/>
              <a:gd name="connsiteY162" fmla="*/ 2156588 h 2323145"/>
              <a:gd name="connsiteX163" fmla="*/ 3903348 w 11269336"/>
              <a:gd name="connsiteY163" fmla="*/ 2149220 h 2323145"/>
              <a:gd name="connsiteX164" fmla="*/ 3901342 w 11269336"/>
              <a:gd name="connsiteY164" fmla="*/ 2142355 h 2323145"/>
              <a:gd name="connsiteX165" fmla="*/ 3888539 w 11269336"/>
              <a:gd name="connsiteY165" fmla="*/ 2140476 h 2323145"/>
              <a:gd name="connsiteX166" fmla="*/ 3885662 w 11269336"/>
              <a:gd name="connsiteY166" fmla="*/ 2138740 h 2323145"/>
              <a:gd name="connsiteX167" fmla="*/ 3868627 w 11269336"/>
              <a:gd name="connsiteY167" fmla="*/ 2130023 h 2323145"/>
              <a:gd name="connsiteX168" fmla="*/ 3819177 w 11269336"/>
              <a:gd name="connsiteY168" fmla="*/ 2142111 h 2323145"/>
              <a:gd name="connsiteX169" fmla="*/ 3769100 w 11269336"/>
              <a:gd name="connsiteY169" fmla="*/ 2131731 h 2323145"/>
              <a:gd name="connsiteX170" fmla="*/ 3562752 w 11269336"/>
              <a:gd name="connsiteY170" fmla="*/ 2131785 h 2323145"/>
              <a:gd name="connsiteX171" fmla="*/ 3541402 w 11269336"/>
              <a:gd name="connsiteY171" fmla="*/ 2106821 h 2323145"/>
              <a:gd name="connsiteX172" fmla="*/ 3365341 w 11269336"/>
              <a:gd name="connsiteY172" fmla="*/ 2077638 h 2323145"/>
              <a:gd name="connsiteX173" fmla="*/ 3170922 w 11269336"/>
              <a:gd name="connsiteY173" fmla="*/ 2115957 h 2323145"/>
              <a:gd name="connsiteX174" fmla="*/ 3156256 w 11269336"/>
              <a:gd name="connsiteY174" fmla="*/ 2124773 h 2323145"/>
              <a:gd name="connsiteX175" fmla="*/ 3140298 w 11269336"/>
              <a:gd name="connsiteY175" fmla="*/ 2129182 h 2323145"/>
              <a:gd name="connsiteX176" fmla="*/ 3138514 w 11269336"/>
              <a:gd name="connsiteY176" fmla="*/ 2128069 h 2323145"/>
              <a:gd name="connsiteX177" fmla="*/ 3120467 w 11269336"/>
              <a:gd name="connsiteY177" fmla="*/ 2128281 h 2323145"/>
              <a:gd name="connsiteX178" fmla="*/ 3116175 w 11269336"/>
              <a:gd name="connsiteY178" fmla="*/ 2131633 h 2323145"/>
              <a:gd name="connsiteX179" fmla="*/ 3103685 w 11269336"/>
              <a:gd name="connsiteY179" fmla="*/ 2132814 h 2323145"/>
              <a:gd name="connsiteX180" fmla="*/ 3078794 w 11269336"/>
              <a:gd name="connsiteY180" fmla="*/ 2137935 h 2323145"/>
              <a:gd name="connsiteX181" fmla="*/ 3074407 w 11269336"/>
              <a:gd name="connsiteY181" fmla="*/ 2136274 h 2323145"/>
              <a:gd name="connsiteX182" fmla="*/ 3037285 w 11269336"/>
              <a:gd name="connsiteY182" fmla="*/ 2139919 h 2323145"/>
              <a:gd name="connsiteX183" fmla="*/ 3036901 w 11269336"/>
              <a:gd name="connsiteY183" fmla="*/ 2138726 h 2323145"/>
              <a:gd name="connsiteX184" fmla="*/ 3026996 w 11269336"/>
              <a:gd name="connsiteY184" fmla="*/ 2134322 h 2323145"/>
              <a:gd name="connsiteX185" fmla="*/ 3007772 w 11269336"/>
              <a:gd name="connsiteY185" fmla="*/ 2128742 h 2323145"/>
              <a:gd name="connsiteX186" fmla="*/ 2965030 w 11269336"/>
              <a:gd name="connsiteY186" fmla="*/ 2100494 h 2323145"/>
              <a:gd name="connsiteX187" fmla="*/ 2926342 w 11269336"/>
              <a:gd name="connsiteY187" fmla="*/ 2104155 h 2323145"/>
              <a:gd name="connsiteX188" fmla="*/ 2918608 w 11269336"/>
              <a:gd name="connsiteY188" fmla="*/ 2104215 h 2323145"/>
              <a:gd name="connsiteX189" fmla="*/ 2918475 w 11269336"/>
              <a:gd name="connsiteY189" fmla="*/ 2103937 h 2323145"/>
              <a:gd name="connsiteX190" fmla="*/ 2910360 w 11269336"/>
              <a:gd name="connsiteY190" fmla="*/ 2103444 h 2323145"/>
              <a:gd name="connsiteX191" fmla="*/ 2904507 w 11269336"/>
              <a:gd name="connsiteY191" fmla="*/ 2104326 h 2323145"/>
              <a:gd name="connsiteX192" fmla="*/ 2889503 w 11269336"/>
              <a:gd name="connsiteY192" fmla="*/ 2104443 h 2323145"/>
              <a:gd name="connsiteX193" fmla="*/ 2884480 w 11269336"/>
              <a:gd name="connsiteY193" fmla="*/ 2102626 h 2323145"/>
              <a:gd name="connsiteX194" fmla="*/ 2882689 w 11269336"/>
              <a:gd name="connsiteY194" fmla="*/ 2099228 h 2323145"/>
              <a:gd name="connsiteX195" fmla="*/ 2881291 w 11269336"/>
              <a:gd name="connsiteY195" fmla="*/ 2099618 h 2323145"/>
              <a:gd name="connsiteX196" fmla="*/ 2853979 w 11269336"/>
              <a:gd name="connsiteY196" fmla="*/ 2090388 h 2323145"/>
              <a:gd name="connsiteX197" fmla="*/ 2791790 w 11269336"/>
              <a:gd name="connsiteY197" fmla="*/ 2080332 h 2323145"/>
              <a:gd name="connsiteX198" fmla="*/ 2755844 w 11269336"/>
              <a:gd name="connsiteY198" fmla="*/ 2078874 h 2323145"/>
              <a:gd name="connsiteX199" fmla="*/ 2657742 w 11269336"/>
              <a:gd name="connsiteY199" fmla="*/ 2070179 h 2323145"/>
              <a:gd name="connsiteX200" fmla="*/ 2559549 w 11269336"/>
              <a:gd name="connsiteY200" fmla="*/ 2057873 h 2323145"/>
              <a:gd name="connsiteX201" fmla="*/ 2512054 w 11269336"/>
              <a:gd name="connsiteY201" fmla="*/ 2031671 h 2323145"/>
              <a:gd name="connsiteX202" fmla="*/ 2506437 w 11269336"/>
              <a:gd name="connsiteY202" fmla="*/ 2030918 h 2323145"/>
              <a:gd name="connsiteX203" fmla="*/ 2491752 w 11269336"/>
              <a:gd name="connsiteY203" fmla="*/ 2033906 h 2323145"/>
              <a:gd name="connsiteX204" fmla="*/ 2486338 w 11269336"/>
              <a:gd name="connsiteY204" fmla="*/ 2035862 h 2323145"/>
              <a:gd name="connsiteX205" fmla="*/ 2478186 w 11269336"/>
              <a:gd name="connsiteY205" fmla="*/ 2036953 h 2323145"/>
              <a:gd name="connsiteX206" fmla="*/ 2477950 w 11269336"/>
              <a:gd name="connsiteY206" fmla="*/ 2036715 h 2323145"/>
              <a:gd name="connsiteX207" fmla="*/ 2470381 w 11269336"/>
              <a:gd name="connsiteY207" fmla="*/ 2038256 h 2323145"/>
              <a:gd name="connsiteX208" fmla="*/ 2433781 w 11269336"/>
              <a:gd name="connsiteY208" fmla="*/ 2049140 h 2323145"/>
              <a:gd name="connsiteX209" fmla="*/ 2381172 w 11269336"/>
              <a:gd name="connsiteY209" fmla="*/ 2030645 h 2323145"/>
              <a:gd name="connsiteX210" fmla="*/ 2360198 w 11269336"/>
              <a:gd name="connsiteY210" fmla="*/ 2029059 h 2323145"/>
              <a:gd name="connsiteX211" fmla="*/ 2348815 w 11269336"/>
              <a:gd name="connsiteY211" fmla="*/ 2026798 h 2323145"/>
              <a:gd name="connsiteX212" fmla="*/ 2347988 w 11269336"/>
              <a:gd name="connsiteY212" fmla="*/ 2025745 h 2323145"/>
              <a:gd name="connsiteX213" fmla="*/ 2312920 w 11269336"/>
              <a:gd name="connsiteY213" fmla="*/ 2036311 h 2323145"/>
              <a:gd name="connsiteX214" fmla="*/ 2307986 w 11269336"/>
              <a:gd name="connsiteY214" fmla="*/ 2035583 h 2323145"/>
              <a:gd name="connsiteX215" fmla="*/ 2285481 w 11269336"/>
              <a:gd name="connsiteY215" fmla="*/ 2045197 h 2323145"/>
              <a:gd name="connsiteX216" fmla="*/ 2273666 w 11269336"/>
              <a:gd name="connsiteY216" fmla="*/ 2048710 h 2323145"/>
              <a:gd name="connsiteX217" fmla="*/ 2270719 w 11269336"/>
              <a:gd name="connsiteY217" fmla="*/ 2052702 h 2323145"/>
              <a:gd name="connsiteX218" fmla="*/ 2253080 w 11269336"/>
              <a:gd name="connsiteY218" fmla="*/ 2056363 h 2323145"/>
              <a:gd name="connsiteX219" fmla="*/ 2250906 w 11269336"/>
              <a:gd name="connsiteY219" fmla="*/ 2055654 h 2323145"/>
              <a:gd name="connsiteX220" fmla="*/ 2236905 w 11269336"/>
              <a:gd name="connsiteY220" fmla="*/ 2062882 h 2323145"/>
              <a:gd name="connsiteX221" fmla="*/ 2225830 w 11269336"/>
              <a:gd name="connsiteY221" fmla="*/ 2074027 h 2323145"/>
              <a:gd name="connsiteX222" fmla="*/ 2073776 w 11269336"/>
              <a:gd name="connsiteY222" fmla="*/ 2089244 h 2323145"/>
              <a:gd name="connsiteX223" fmla="*/ 1948256 w 11269336"/>
              <a:gd name="connsiteY223" fmla="*/ 2146616 h 2323145"/>
              <a:gd name="connsiteX224" fmla="*/ 1865582 w 11269336"/>
              <a:gd name="connsiteY224" fmla="*/ 2153738 h 2323145"/>
              <a:gd name="connsiteX225" fmla="*/ 1835210 w 11269336"/>
              <a:gd name="connsiteY225" fmla="*/ 2134244 h 2323145"/>
              <a:gd name="connsiteX226" fmla="*/ 1632661 w 11269336"/>
              <a:gd name="connsiteY226" fmla="*/ 2173882 h 2323145"/>
              <a:gd name="connsiteX227" fmla="*/ 1579590 w 11269336"/>
              <a:gd name="connsiteY227" fmla="*/ 2173680 h 2323145"/>
              <a:gd name="connsiteX228" fmla="*/ 1535601 w 11269336"/>
              <a:gd name="connsiteY228" fmla="*/ 2194590 h 2323145"/>
              <a:gd name="connsiteX229" fmla="*/ 1515594 w 11269336"/>
              <a:gd name="connsiteY229" fmla="*/ 2189622 h 2323145"/>
              <a:gd name="connsiteX230" fmla="*/ 1512113 w 11269336"/>
              <a:gd name="connsiteY230" fmla="*/ 2188534 h 2323145"/>
              <a:gd name="connsiteX231" fmla="*/ 1498838 w 11269336"/>
              <a:gd name="connsiteY231" fmla="*/ 2189213 h 2323145"/>
              <a:gd name="connsiteX232" fmla="*/ 1494279 w 11269336"/>
              <a:gd name="connsiteY232" fmla="*/ 2183112 h 2323145"/>
              <a:gd name="connsiteX233" fmla="*/ 1473714 w 11269336"/>
              <a:gd name="connsiteY233" fmla="*/ 2179625 h 2323145"/>
              <a:gd name="connsiteX234" fmla="*/ 1449503 w 11269336"/>
              <a:gd name="connsiteY234" fmla="*/ 2182633 h 2323145"/>
              <a:gd name="connsiteX235" fmla="*/ 1266687 w 11269336"/>
              <a:gd name="connsiteY235" fmla="*/ 2212688 h 2323145"/>
              <a:gd name="connsiteX236" fmla="*/ 1239614 w 11269336"/>
              <a:gd name="connsiteY236" fmla="*/ 2209727 h 2323145"/>
              <a:gd name="connsiteX237" fmla="*/ 1202436 w 11269336"/>
              <a:gd name="connsiteY237" fmla="*/ 2209817 h 2323145"/>
              <a:gd name="connsiteX238" fmla="*/ 1136097 w 11269336"/>
              <a:gd name="connsiteY238" fmla="*/ 2205112 h 2323145"/>
              <a:gd name="connsiteX239" fmla="*/ 988232 w 11269336"/>
              <a:gd name="connsiteY239" fmla="*/ 2235635 h 2323145"/>
              <a:gd name="connsiteX240" fmla="*/ 981959 w 11269336"/>
              <a:gd name="connsiteY240" fmla="*/ 2231607 h 2323145"/>
              <a:gd name="connsiteX241" fmla="*/ 938600 w 11269336"/>
              <a:gd name="connsiteY241" fmla="*/ 2238113 h 2323145"/>
              <a:gd name="connsiteX242" fmla="*/ 791788 w 11269336"/>
              <a:gd name="connsiteY242" fmla="*/ 2293224 h 2323145"/>
              <a:gd name="connsiteX243" fmla="*/ 706914 w 11269336"/>
              <a:gd name="connsiteY243" fmla="*/ 2305046 h 2323145"/>
              <a:gd name="connsiteX244" fmla="*/ 675971 w 11269336"/>
              <a:gd name="connsiteY244" fmla="*/ 2304030 h 2323145"/>
              <a:gd name="connsiteX245" fmla="*/ 624180 w 11269336"/>
              <a:gd name="connsiteY245" fmla="*/ 2302650 h 2323145"/>
              <a:gd name="connsiteX246" fmla="*/ 583453 w 11269336"/>
              <a:gd name="connsiteY246" fmla="*/ 2288788 h 2323145"/>
              <a:gd name="connsiteX247" fmla="*/ 540946 w 11269336"/>
              <a:gd name="connsiteY247" fmla="*/ 2292721 h 2323145"/>
              <a:gd name="connsiteX248" fmla="*/ 533680 w 11269336"/>
              <a:gd name="connsiteY248" fmla="*/ 2310233 h 2323145"/>
              <a:gd name="connsiteX249" fmla="*/ 487366 w 11269336"/>
              <a:gd name="connsiteY249" fmla="*/ 2309053 h 2323145"/>
              <a:gd name="connsiteX250" fmla="*/ 416820 w 11269336"/>
              <a:gd name="connsiteY250" fmla="*/ 2305443 h 2323145"/>
              <a:gd name="connsiteX251" fmla="*/ 376805 w 11269336"/>
              <a:gd name="connsiteY251" fmla="*/ 2307647 h 2323145"/>
              <a:gd name="connsiteX252" fmla="*/ 266777 w 11269336"/>
              <a:gd name="connsiteY252" fmla="*/ 2309012 h 2323145"/>
              <a:gd name="connsiteX253" fmla="*/ 156013 w 11269336"/>
              <a:gd name="connsiteY253" fmla="*/ 2306832 h 2323145"/>
              <a:gd name="connsiteX254" fmla="*/ 87258 w 11269336"/>
              <a:gd name="connsiteY254" fmla="*/ 2285511 h 2323145"/>
              <a:gd name="connsiteX255" fmla="*/ 23798 w 11269336"/>
              <a:gd name="connsiteY255" fmla="*/ 2281822 h 2323145"/>
              <a:gd name="connsiteX256" fmla="*/ 0 w 11269336"/>
              <a:gd name="connsiteY256" fmla="*/ 2285369 h 2323145"/>
              <a:gd name="connsiteX257" fmla="*/ 0 w 11269336"/>
              <a:gd name="connsiteY257"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33312 w 11269336"/>
              <a:gd name="connsiteY145" fmla="*/ 2199004 h 2323145"/>
              <a:gd name="connsiteX146" fmla="*/ 4405765 w 11269336"/>
              <a:gd name="connsiteY146" fmla="*/ 2199902 h 2323145"/>
              <a:gd name="connsiteX147" fmla="*/ 4401354 w 11269336"/>
              <a:gd name="connsiteY147" fmla="*/ 2194745 h 2323145"/>
              <a:gd name="connsiteX148" fmla="*/ 4366646 w 11269336"/>
              <a:gd name="connsiteY148" fmla="*/ 2198564 h 2323145"/>
              <a:gd name="connsiteX149" fmla="*/ 4354009 w 11269336"/>
              <a:gd name="connsiteY149" fmla="*/ 2204984 h 2323145"/>
              <a:gd name="connsiteX150" fmla="*/ 4348284 w 11269336"/>
              <a:gd name="connsiteY150" fmla="*/ 2205270 h 2323145"/>
              <a:gd name="connsiteX151" fmla="*/ 4333906 w 11269336"/>
              <a:gd name="connsiteY151" fmla="*/ 2205251 h 2323145"/>
              <a:gd name="connsiteX152" fmla="*/ 4308819 w 11269336"/>
              <a:gd name="connsiteY152" fmla="*/ 2203822 h 2323145"/>
              <a:gd name="connsiteX153" fmla="*/ 4301210 w 11269336"/>
              <a:gd name="connsiteY153" fmla="*/ 2204456 h 2323145"/>
              <a:gd name="connsiteX154" fmla="*/ 4283095 w 11269336"/>
              <a:gd name="connsiteY154" fmla="*/ 2198177 h 2323145"/>
              <a:gd name="connsiteX155" fmla="*/ 4250119 w 11269336"/>
              <a:gd name="connsiteY155" fmla="*/ 2196342 h 2323145"/>
              <a:gd name="connsiteX156" fmla="*/ 4189203 w 11269336"/>
              <a:gd name="connsiteY156" fmla="*/ 2178994 h 2323145"/>
              <a:gd name="connsiteX157" fmla="*/ 4154035 w 11269336"/>
              <a:gd name="connsiteY157" fmla="*/ 2171950 h 2323145"/>
              <a:gd name="connsiteX158" fmla="*/ 4129569 w 11269336"/>
              <a:gd name="connsiteY158" fmla="*/ 2163850 h 2323145"/>
              <a:gd name="connsiteX159" fmla="*/ 4061250 w 11269336"/>
              <a:gd name="connsiteY159" fmla="*/ 2159236 h 2323145"/>
              <a:gd name="connsiteX160" fmla="*/ 3945480 w 11269336"/>
              <a:gd name="connsiteY160" fmla="*/ 2158279 h 2323145"/>
              <a:gd name="connsiteX161" fmla="*/ 3921468 w 11269336"/>
              <a:gd name="connsiteY161" fmla="*/ 2156588 h 2323145"/>
              <a:gd name="connsiteX162" fmla="*/ 3903348 w 11269336"/>
              <a:gd name="connsiteY162" fmla="*/ 2149220 h 2323145"/>
              <a:gd name="connsiteX163" fmla="*/ 3901342 w 11269336"/>
              <a:gd name="connsiteY163" fmla="*/ 2142355 h 2323145"/>
              <a:gd name="connsiteX164" fmla="*/ 3888539 w 11269336"/>
              <a:gd name="connsiteY164" fmla="*/ 2140476 h 2323145"/>
              <a:gd name="connsiteX165" fmla="*/ 3885662 w 11269336"/>
              <a:gd name="connsiteY165" fmla="*/ 2138740 h 2323145"/>
              <a:gd name="connsiteX166" fmla="*/ 3868627 w 11269336"/>
              <a:gd name="connsiteY166" fmla="*/ 2130023 h 2323145"/>
              <a:gd name="connsiteX167" fmla="*/ 3819177 w 11269336"/>
              <a:gd name="connsiteY167" fmla="*/ 2142111 h 2323145"/>
              <a:gd name="connsiteX168" fmla="*/ 3769100 w 11269336"/>
              <a:gd name="connsiteY168" fmla="*/ 2131731 h 2323145"/>
              <a:gd name="connsiteX169" fmla="*/ 3562752 w 11269336"/>
              <a:gd name="connsiteY169" fmla="*/ 2131785 h 2323145"/>
              <a:gd name="connsiteX170" fmla="*/ 3541402 w 11269336"/>
              <a:gd name="connsiteY170" fmla="*/ 2106821 h 2323145"/>
              <a:gd name="connsiteX171" fmla="*/ 3365341 w 11269336"/>
              <a:gd name="connsiteY171" fmla="*/ 2077638 h 2323145"/>
              <a:gd name="connsiteX172" fmla="*/ 3170922 w 11269336"/>
              <a:gd name="connsiteY172" fmla="*/ 2115957 h 2323145"/>
              <a:gd name="connsiteX173" fmla="*/ 3156256 w 11269336"/>
              <a:gd name="connsiteY173" fmla="*/ 2124773 h 2323145"/>
              <a:gd name="connsiteX174" fmla="*/ 3140298 w 11269336"/>
              <a:gd name="connsiteY174" fmla="*/ 2129182 h 2323145"/>
              <a:gd name="connsiteX175" fmla="*/ 3138514 w 11269336"/>
              <a:gd name="connsiteY175" fmla="*/ 2128069 h 2323145"/>
              <a:gd name="connsiteX176" fmla="*/ 3120467 w 11269336"/>
              <a:gd name="connsiteY176" fmla="*/ 2128281 h 2323145"/>
              <a:gd name="connsiteX177" fmla="*/ 3116175 w 11269336"/>
              <a:gd name="connsiteY177" fmla="*/ 2131633 h 2323145"/>
              <a:gd name="connsiteX178" fmla="*/ 3103685 w 11269336"/>
              <a:gd name="connsiteY178" fmla="*/ 2132814 h 2323145"/>
              <a:gd name="connsiteX179" fmla="*/ 3078794 w 11269336"/>
              <a:gd name="connsiteY179" fmla="*/ 2137935 h 2323145"/>
              <a:gd name="connsiteX180" fmla="*/ 3074407 w 11269336"/>
              <a:gd name="connsiteY180" fmla="*/ 2136274 h 2323145"/>
              <a:gd name="connsiteX181" fmla="*/ 3037285 w 11269336"/>
              <a:gd name="connsiteY181" fmla="*/ 2139919 h 2323145"/>
              <a:gd name="connsiteX182" fmla="*/ 3036901 w 11269336"/>
              <a:gd name="connsiteY182" fmla="*/ 2138726 h 2323145"/>
              <a:gd name="connsiteX183" fmla="*/ 3026996 w 11269336"/>
              <a:gd name="connsiteY183" fmla="*/ 2134322 h 2323145"/>
              <a:gd name="connsiteX184" fmla="*/ 3007772 w 11269336"/>
              <a:gd name="connsiteY184" fmla="*/ 2128742 h 2323145"/>
              <a:gd name="connsiteX185" fmla="*/ 2965030 w 11269336"/>
              <a:gd name="connsiteY185" fmla="*/ 2100494 h 2323145"/>
              <a:gd name="connsiteX186" fmla="*/ 2926342 w 11269336"/>
              <a:gd name="connsiteY186" fmla="*/ 2104155 h 2323145"/>
              <a:gd name="connsiteX187" fmla="*/ 2918608 w 11269336"/>
              <a:gd name="connsiteY187" fmla="*/ 2104215 h 2323145"/>
              <a:gd name="connsiteX188" fmla="*/ 2918475 w 11269336"/>
              <a:gd name="connsiteY188" fmla="*/ 2103937 h 2323145"/>
              <a:gd name="connsiteX189" fmla="*/ 2910360 w 11269336"/>
              <a:gd name="connsiteY189" fmla="*/ 2103444 h 2323145"/>
              <a:gd name="connsiteX190" fmla="*/ 2904507 w 11269336"/>
              <a:gd name="connsiteY190" fmla="*/ 2104326 h 2323145"/>
              <a:gd name="connsiteX191" fmla="*/ 2889503 w 11269336"/>
              <a:gd name="connsiteY191" fmla="*/ 2104443 h 2323145"/>
              <a:gd name="connsiteX192" fmla="*/ 2884480 w 11269336"/>
              <a:gd name="connsiteY192" fmla="*/ 2102626 h 2323145"/>
              <a:gd name="connsiteX193" fmla="*/ 2882689 w 11269336"/>
              <a:gd name="connsiteY193" fmla="*/ 2099228 h 2323145"/>
              <a:gd name="connsiteX194" fmla="*/ 2881291 w 11269336"/>
              <a:gd name="connsiteY194" fmla="*/ 2099618 h 2323145"/>
              <a:gd name="connsiteX195" fmla="*/ 2853979 w 11269336"/>
              <a:gd name="connsiteY195" fmla="*/ 2090388 h 2323145"/>
              <a:gd name="connsiteX196" fmla="*/ 2791790 w 11269336"/>
              <a:gd name="connsiteY196" fmla="*/ 2080332 h 2323145"/>
              <a:gd name="connsiteX197" fmla="*/ 2755844 w 11269336"/>
              <a:gd name="connsiteY197" fmla="*/ 2078874 h 2323145"/>
              <a:gd name="connsiteX198" fmla="*/ 2657742 w 11269336"/>
              <a:gd name="connsiteY198" fmla="*/ 2070179 h 2323145"/>
              <a:gd name="connsiteX199" fmla="*/ 2559549 w 11269336"/>
              <a:gd name="connsiteY199" fmla="*/ 2057873 h 2323145"/>
              <a:gd name="connsiteX200" fmla="*/ 2512054 w 11269336"/>
              <a:gd name="connsiteY200" fmla="*/ 2031671 h 2323145"/>
              <a:gd name="connsiteX201" fmla="*/ 2506437 w 11269336"/>
              <a:gd name="connsiteY201" fmla="*/ 2030918 h 2323145"/>
              <a:gd name="connsiteX202" fmla="*/ 2491752 w 11269336"/>
              <a:gd name="connsiteY202" fmla="*/ 2033906 h 2323145"/>
              <a:gd name="connsiteX203" fmla="*/ 2486338 w 11269336"/>
              <a:gd name="connsiteY203" fmla="*/ 2035862 h 2323145"/>
              <a:gd name="connsiteX204" fmla="*/ 2478186 w 11269336"/>
              <a:gd name="connsiteY204" fmla="*/ 2036953 h 2323145"/>
              <a:gd name="connsiteX205" fmla="*/ 2477950 w 11269336"/>
              <a:gd name="connsiteY205" fmla="*/ 2036715 h 2323145"/>
              <a:gd name="connsiteX206" fmla="*/ 2470381 w 11269336"/>
              <a:gd name="connsiteY206" fmla="*/ 2038256 h 2323145"/>
              <a:gd name="connsiteX207" fmla="*/ 2433781 w 11269336"/>
              <a:gd name="connsiteY207" fmla="*/ 2049140 h 2323145"/>
              <a:gd name="connsiteX208" fmla="*/ 2381172 w 11269336"/>
              <a:gd name="connsiteY208" fmla="*/ 2030645 h 2323145"/>
              <a:gd name="connsiteX209" fmla="*/ 2360198 w 11269336"/>
              <a:gd name="connsiteY209" fmla="*/ 2029059 h 2323145"/>
              <a:gd name="connsiteX210" fmla="*/ 2348815 w 11269336"/>
              <a:gd name="connsiteY210" fmla="*/ 2026798 h 2323145"/>
              <a:gd name="connsiteX211" fmla="*/ 2347988 w 11269336"/>
              <a:gd name="connsiteY211" fmla="*/ 2025745 h 2323145"/>
              <a:gd name="connsiteX212" fmla="*/ 2312920 w 11269336"/>
              <a:gd name="connsiteY212" fmla="*/ 2036311 h 2323145"/>
              <a:gd name="connsiteX213" fmla="*/ 2307986 w 11269336"/>
              <a:gd name="connsiteY213" fmla="*/ 2035583 h 2323145"/>
              <a:gd name="connsiteX214" fmla="*/ 2285481 w 11269336"/>
              <a:gd name="connsiteY214" fmla="*/ 2045197 h 2323145"/>
              <a:gd name="connsiteX215" fmla="*/ 2273666 w 11269336"/>
              <a:gd name="connsiteY215" fmla="*/ 2048710 h 2323145"/>
              <a:gd name="connsiteX216" fmla="*/ 2270719 w 11269336"/>
              <a:gd name="connsiteY216" fmla="*/ 2052702 h 2323145"/>
              <a:gd name="connsiteX217" fmla="*/ 2253080 w 11269336"/>
              <a:gd name="connsiteY217" fmla="*/ 2056363 h 2323145"/>
              <a:gd name="connsiteX218" fmla="*/ 2250906 w 11269336"/>
              <a:gd name="connsiteY218" fmla="*/ 2055654 h 2323145"/>
              <a:gd name="connsiteX219" fmla="*/ 2236905 w 11269336"/>
              <a:gd name="connsiteY219" fmla="*/ 2062882 h 2323145"/>
              <a:gd name="connsiteX220" fmla="*/ 2225830 w 11269336"/>
              <a:gd name="connsiteY220" fmla="*/ 2074027 h 2323145"/>
              <a:gd name="connsiteX221" fmla="*/ 2073776 w 11269336"/>
              <a:gd name="connsiteY221" fmla="*/ 2089244 h 2323145"/>
              <a:gd name="connsiteX222" fmla="*/ 1948256 w 11269336"/>
              <a:gd name="connsiteY222" fmla="*/ 2146616 h 2323145"/>
              <a:gd name="connsiteX223" fmla="*/ 1865582 w 11269336"/>
              <a:gd name="connsiteY223" fmla="*/ 2153738 h 2323145"/>
              <a:gd name="connsiteX224" fmla="*/ 1835210 w 11269336"/>
              <a:gd name="connsiteY224" fmla="*/ 2134244 h 2323145"/>
              <a:gd name="connsiteX225" fmla="*/ 1632661 w 11269336"/>
              <a:gd name="connsiteY225" fmla="*/ 2173882 h 2323145"/>
              <a:gd name="connsiteX226" fmla="*/ 1579590 w 11269336"/>
              <a:gd name="connsiteY226" fmla="*/ 2173680 h 2323145"/>
              <a:gd name="connsiteX227" fmla="*/ 1535601 w 11269336"/>
              <a:gd name="connsiteY227" fmla="*/ 2194590 h 2323145"/>
              <a:gd name="connsiteX228" fmla="*/ 1515594 w 11269336"/>
              <a:gd name="connsiteY228" fmla="*/ 2189622 h 2323145"/>
              <a:gd name="connsiteX229" fmla="*/ 1512113 w 11269336"/>
              <a:gd name="connsiteY229" fmla="*/ 2188534 h 2323145"/>
              <a:gd name="connsiteX230" fmla="*/ 1498838 w 11269336"/>
              <a:gd name="connsiteY230" fmla="*/ 2189213 h 2323145"/>
              <a:gd name="connsiteX231" fmla="*/ 1494279 w 11269336"/>
              <a:gd name="connsiteY231" fmla="*/ 2183112 h 2323145"/>
              <a:gd name="connsiteX232" fmla="*/ 1473714 w 11269336"/>
              <a:gd name="connsiteY232" fmla="*/ 2179625 h 2323145"/>
              <a:gd name="connsiteX233" fmla="*/ 1449503 w 11269336"/>
              <a:gd name="connsiteY233" fmla="*/ 2182633 h 2323145"/>
              <a:gd name="connsiteX234" fmla="*/ 1266687 w 11269336"/>
              <a:gd name="connsiteY234" fmla="*/ 2212688 h 2323145"/>
              <a:gd name="connsiteX235" fmla="*/ 1239614 w 11269336"/>
              <a:gd name="connsiteY235" fmla="*/ 2209727 h 2323145"/>
              <a:gd name="connsiteX236" fmla="*/ 1202436 w 11269336"/>
              <a:gd name="connsiteY236" fmla="*/ 2209817 h 2323145"/>
              <a:gd name="connsiteX237" fmla="*/ 1136097 w 11269336"/>
              <a:gd name="connsiteY237" fmla="*/ 2205112 h 2323145"/>
              <a:gd name="connsiteX238" fmla="*/ 988232 w 11269336"/>
              <a:gd name="connsiteY238" fmla="*/ 2235635 h 2323145"/>
              <a:gd name="connsiteX239" fmla="*/ 981959 w 11269336"/>
              <a:gd name="connsiteY239" fmla="*/ 2231607 h 2323145"/>
              <a:gd name="connsiteX240" fmla="*/ 938600 w 11269336"/>
              <a:gd name="connsiteY240" fmla="*/ 2238113 h 2323145"/>
              <a:gd name="connsiteX241" fmla="*/ 791788 w 11269336"/>
              <a:gd name="connsiteY241" fmla="*/ 2293224 h 2323145"/>
              <a:gd name="connsiteX242" fmla="*/ 706914 w 11269336"/>
              <a:gd name="connsiteY242" fmla="*/ 2305046 h 2323145"/>
              <a:gd name="connsiteX243" fmla="*/ 675971 w 11269336"/>
              <a:gd name="connsiteY243" fmla="*/ 2304030 h 2323145"/>
              <a:gd name="connsiteX244" fmla="*/ 624180 w 11269336"/>
              <a:gd name="connsiteY244" fmla="*/ 2302650 h 2323145"/>
              <a:gd name="connsiteX245" fmla="*/ 583453 w 11269336"/>
              <a:gd name="connsiteY245" fmla="*/ 2288788 h 2323145"/>
              <a:gd name="connsiteX246" fmla="*/ 540946 w 11269336"/>
              <a:gd name="connsiteY246" fmla="*/ 2292721 h 2323145"/>
              <a:gd name="connsiteX247" fmla="*/ 533680 w 11269336"/>
              <a:gd name="connsiteY247" fmla="*/ 2310233 h 2323145"/>
              <a:gd name="connsiteX248" fmla="*/ 487366 w 11269336"/>
              <a:gd name="connsiteY248" fmla="*/ 2309053 h 2323145"/>
              <a:gd name="connsiteX249" fmla="*/ 416820 w 11269336"/>
              <a:gd name="connsiteY249" fmla="*/ 2305443 h 2323145"/>
              <a:gd name="connsiteX250" fmla="*/ 376805 w 11269336"/>
              <a:gd name="connsiteY250" fmla="*/ 2307647 h 2323145"/>
              <a:gd name="connsiteX251" fmla="*/ 266777 w 11269336"/>
              <a:gd name="connsiteY251" fmla="*/ 2309012 h 2323145"/>
              <a:gd name="connsiteX252" fmla="*/ 156013 w 11269336"/>
              <a:gd name="connsiteY252" fmla="*/ 2306832 h 2323145"/>
              <a:gd name="connsiteX253" fmla="*/ 87258 w 11269336"/>
              <a:gd name="connsiteY253" fmla="*/ 2285511 h 2323145"/>
              <a:gd name="connsiteX254" fmla="*/ 23798 w 11269336"/>
              <a:gd name="connsiteY254" fmla="*/ 2281822 h 2323145"/>
              <a:gd name="connsiteX255" fmla="*/ 0 w 11269336"/>
              <a:gd name="connsiteY255" fmla="*/ 2285369 h 2323145"/>
              <a:gd name="connsiteX256" fmla="*/ 0 w 11269336"/>
              <a:gd name="connsiteY256"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05765 w 11269336"/>
              <a:gd name="connsiteY145" fmla="*/ 2199902 h 2323145"/>
              <a:gd name="connsiteX146" fmla="*/ 4401354 w 11269336"/>
              <a:gd name="connsiteY146" fmla="*/ 2194745 h 2323145"/>
              <a:gd name="connsiteX147" fmla="*/ 4366646 w 11269336"/>
              <a:gd name="connsiteY147" fmla="*/ 2198564 h 2323145"/>
              <a:gd name="connsiteX148" fmla="*/ 4354009 w 11269336"/>
              <a:gd name="connsiteY148" fmla="*/ 2204984 h 2323145"/>
              <a:gd name="connsiteX149" fmla="*/ 4348284 w 11269336"/>
              <a:gd name="connsiteY149" fmla="*/ 2205270 h 2323145"/>
              <a:gd name="connsiteX150" fmla="*/ 4333906 w 11269336"/>
              <a:gd name="connsiteY150" fmla="*/ 2205251 h 2323145"/>
              <a:gd name="connsiteX151" fmla="*/ 4308819 w 11269336"/>
              <a:gd name="connsiteY151" fmla="*/ 2203822 h 2323145"/>
              <a:gd name="connsiteX152" fmla="*/ 4301210 w 11269336"/>
              <a:gd name="connsiteY152" fmla="*/ 2204456 h 2323145"/>
              <a:gd name="connsiteX153" fmla="*/ 4283095 w 11269336"/>
              <a:gd name="connsiteY153" fmla="*/ 2198177 h 2323145"/>
              <a:gd name="connsiteX154" fmla="*/ 4250119 w 11269336"/>
              <a:gd name="connsiteY154" fmla="*/ 2196342 h 2323145"/>
              <a:gd name="connsiteX155" fmla="*/ 4189203 w 11269336"/>
              <a:gd name="connsiteY155" fmla="*/ 2178994 h 2323145"/>
              <a:gd name="connsiteX156" fmla="*/ 4154035 w 11269336"/>
              <a:gd name="connsiteY156" fmla="*/ 2171950 h 2323145"/>
              <a:gd name="connsiteX157" fmla="*/ 4129569 w 11269336"/>
              <a:gd name="connsiteY157" fmla="*/ 2163850 h 2323145"/>
              <a:gd name="connsiteX158" fmla="*/ 4061250 w 11269336"/>
              <a:gd name="connsiteY158" fmla="*/ 2159236 h 2323145"/>
              <a:gd name="connsiteX159" fmla="*/ 3945480 w 11269336"/>
              <a:gd name="connsiteY159" fmla="*/ 2158279 h 2323145"/>
              <a:gd name="connsiteX160" fmla="*/ 3921468 w 11269336"/>
              <a:gd name="connsiteY160" fmla="*/ 2156588 h 2323145"/>
              <a:gd name="connsiteX161" fmla="*/ 3903348 w 11269336"/>
              <a:gd name="connsiteY161" fmla="*/ 2149220 h 2323145"/>
              <a:gd name="connsiteX162" fmla="*/ 3901342 w 11269336"/>
              <a:gd name="connsiteY162" fmla="*/ 2142355 h 2323145"/>
              <a:gd name="connsiteX163" fmla="*/ 3888539 w 11269336"/>
              <a:gd name="connsiteY163" fmla="*/ 2140476 h 2323145"/>
              <a:gd name="connsiteX164" fmla="*/ 3885662 w 11269336"/>
              <a:gd name="connsiteY164" fmla="*/ 2138740 h 2323145"/>
              <a:gd name="connsiteX165" fmla="*/ 3868627 w 11269336"/>
              <a:gd name="connsiteY165" fmla="*/ 2130023 h 2323145"/>
              <a:gd name="connsiteX166" fmla="*/ 3819177 w 11269336"/>
              <a:gd name="connsiteY166" fmla="*/ 2142111 h 2323145"/>
              <a:gd name="connsiteX167" fmla="*/ 3769100 w 11269336"/>
              <a:gd name="connsiteY167" fmla="*/ 2131731 h 2323145"/>
              <a:gd name="connsiteX168" fmla="*/ 3562752 w 11269336"/>
              <a:gd name="connsiteY168" fmla="*/ 2131785 h 2323145"/>
              <a:gd name="connsiteX169" fmla="*/ 3541402 w 11269336"/>
              <a:gd name="connsiteY169" fmla="*/ 2106821 h 2323145"/>
              <a:gd name="connsiteX170" fmla="*/ 3365341 w 11269336"/>
              <a:gd name="connsiteY170" fmla="*/ 2077638 h 2323145"/>
              <a:gd name="connsiteX171" fmla="*/ 3170922 w 11269336"/>
              <a:gd name="connsiteY171" fmla="*/ 2115957 h 2323145"/>
              <a:gd name="connsiteX172" fmla="*/ 3156256 w 11269336"/>
              <a:gd name="connsiteY172" fmla="*/ 2124773 h 2323145"/>
              <a:gd name="connsiteX173" fmla="*/ 3140298 w 11269336"/>
              <a:gd name="connsiteY173" fmla="*/ 2129182 h 2323145"/>
              <a:gd name="connsiteX174" fmla="*/ 3138514 w 11269336"/>
              <a:gd name="connsiteY174" fmla="*/ 2128069 h 2323145"/>
              <a:gd name="connsiteX175" fmla="*/ 3120467 w 11269336"/>
              <a:gd name="connsiteY175" fmla="*/ 2128281 h 2323145"/>
              <a:gd name="connsiteX176" fmla="*/ 3116175 w 11269336"/>
              <a:gd name="connsiteY176" fmla="*/ 2131633 h 2323145"/>
              <a:gd name="connsiteX177" fmla="*/ 3103685 w 11269336"/>
              <a:gd name="connsiteY177" fmla="*/ 2132814 h 2323145"/>
              <a:gd name="connsiteX178" fmla="*/ 3078794 w 11269336"/>
              <a:gd name="connsiteY178" fmla="*/ 2137935 h 2323145"/>
              <a:gd name="connsiteX179" fmla="*/ 3074407 w 11269336"/>
              <a:gd name="connsiteY179" fmla="*/ 2136274 h 2323145"/>
              <a:gd name="connsiteX180" fmla="*/ 3037285 w 11269336"/>
              <a:gd name="connsiteY180" fmla="*/ 2139919 h 2323145"/>
              <a:gd name="connsiteX181" fmla="*/ 3036901 w 11269336"/>
              <a:gd name="connsiteY181" fmla="*/ 2138726 h 2323145"/>
              <a:gd name="connsiteX182" fmla="*/ 3026996 w 11269336"/>
              <a:gd name="connsiteY182" fmla="*/ 2134322 h 2323145"/>
              <a:gd name="connsiteX183" fmla="*/ 3007772 w 11269336"/>
              <a:gd name="connsiteY183" fmla="*/ 2128742 h 2323145"/>
              <a:gd name="connsiteX184" fmla="*/ 2965030 w 11269336"/>
              <a:gd name="connsiteY184" fmla="*/ 2100494 h 2323145"/>
              <a:gd name="connsiteX185" fmla="*/ 2926342 w 11269336"/>
              <a:gd name="connsiteY185" fmla="*/ 2104155 h 2323145"/>
              <a:gd name="connsiteX186" fmla="*/ 2918608 w 11269336"/>
              <a:gd name="connsiteY186" fmla="*/ 2104215 h 2323145"/>
              <a:gd name="connsiteX187" fmla="*/ 2918475 w 11269336"/>
              <a:gd name="connsiteY187" fmla="*/ 2103937 h 2323145"/>
              <a:gd name="connsiteX188" fmla="*/ 2910360 w 11269336"/>
              <a:gd name="connsiteY188" fmla="*/ 2103444 h 2323145"/>
              <a:gd name="connsiteX189" fmla="*/ 2904507 w 11269336"/>
              <a:gd name="connsiteY189" fmla="*/ 2104326 h 2323145"/>
              <a:gd name="connsiteX190" fmla="*/ 2889503 w 11269336"/>
              <a:gd name="connsiteY190" fmla="*/ 2104443 h 2323145"/>
              <a:gd name="connsiteX191" fmla="*/ 2884480 w 11269336"/>
              <a:gd name="connsiteY191" fmla="*/ 2102626 h 2323145"/>
              <a:gd name="connsiteX192" fmla="*/ 2882689 w 11269336"/>
              <a:gd name="connsiteY192" fmla="*/ 2099228 h 2323145"/>
              <a:gd name="connsiteX193" fmla="*/ 2881291 w 11269336"/>
              <a:gd name="connsiteY193" fmla="*/ 2099618 h 2323145"/>
              <a:gd name="connsiteX194" fmla="*/ 2853979 w 11269336"/>
              <a:gd name="connsiteY194" fmla="*/ 2090388 h 2323145"/>
              <a:gd name="connsiteX195" fmla="*/ 2791790 w 11269336"/>
              <a:gd name="connsiteY195" fmla="*/ 2080332 h 2323145"/>
              <a:gd name="connsiteX196" fmla="*/ 2755844 w 11269336"/>
              <a:gd name="connsiteY196" fmla="*/ 2078874 h 2323145"/>
              <a:gd name="connsiteX197" fmla="*/ 2657742 w 11269336"/>
              <a:gd name="connsiteY197" fmla="*/ 2070179 h 2323145"/>
              <a:gd name="connsiteX198" fmla="*/ 2559549 w 11269336"/>
              <a:gd name="connsiteY198" fmla="*/ 2057873 h 2323145"/>
              <a:gd name="connsiteX199" fmla="*/ 2512054 w 11269336"/>
              <a:gd name="connsiteY199" fmla="*/ 2031671 h 2323145"/>
              <a:gd name="connsiteX200" fmla="*/ 2506437 w 11269336"/>
              <a:gd name="connsiteY200" fmla="*/ 2030918 h 2323145"/>
              <a:gd name="connsiteX201" fmla="*/ 2491752 w 11269336"/>
              <a:gd name="connsiteY201" fmla="*/ 2033906 h 2323145"/>
              <a:gd name="connsiteX202" fmla="*/ 2486338 w 11269336"/>
              <a:gd name="connsiteY202" fmla="*/ 2035862 h 2323145"/>
              <a:gd name="connsiteX203" fmla="*/ 2478186 w 11269336"/>
              <a:gd name="connsiteY203" fmla="*/ 2036953 h 2323145"/>
              <a:gd name="connsiteX204" fmla="*/ 2477950 w 11269336"/>
              <a:gd name="connsiteY204" fmla="*/ 2036715 h 2323145"/>
              <a:gd name="connsiteX205" fmla="*/ 2470381 w 11269336"/>
              <a:gd name="connsiteY205" fmla="*/ 2038256 h 2323145"/>
              <a:gd name="connsiteX206" fmla="*/ 2433781 w 11269336"/>
              <a:gd name="connsiteY206" fmla="*/ 2049140 h 2323145"/>
              <a:gd name="connsiteX207" fmla="*/ 2381172 w 11269336"/>
              <a:gd name="connsiteY207" fmla="*/ 2030645 h 2323145"/>
              <a:gd name="connsiteX208" fmla="*/ 2360198 w 11269336"/>
              <a:gd name="connsiteY208" fmla="*/ 2029059 h 2323145"/>
              <a:gd name="connsiteX209" fmla="*/ 2348815 w 11269336"/>
              <a:gd name="connsiteY209" fmla="*/ 2026798 h 2323145"/>
              <a:gd name="connsiteX210" fmla="*/ 2347988 w 11269336"/>
              <a:gd name="connsiteY210" fmla="*/ 2025745 h 2323145"/>
              <a:gd name="connsiteX211" fmla="*/ 2312920 w 11269336"/>
              <a:gd name="connsiteY211" fmla="*/ 2036311 h 2323145"/>
              <a:gd name="connsiteX212" fmla="*/ 2307986 w 11269336"/>
              <a:gd name="connsiteY212" fmla="*/ 2035583 h 2323145"/>
              <a:gd name="connsiteX213" fmla="*/ 2285481 w 11269336"/>
              <a:gd name="connsiteY213" fmla="*/ 2045197 h 2323145"/>
              <a:gd name="connsiteX214" fmla="*/ 2273666 w 11269336"/>
              <a:gd name="connsiteY214" fmla="*/ 2048710 h 2323145"/>
              <a:gd name="connsiteX215" fmla="*/ 2270719 w 11269336"/>
              <a:gd name="connsiteY215" fmla="*/ 2052702 h 2323145"/>
              <a:gd name="connsiteX216" fmla="*/ 2253080 w 11269336"/>
              <a:gd name="connsiteY216" fmla="*/ 2056363 h 2323145"/>
              <a:gd name="connsiteX217" fmla="*/ 2250906 w 11269336"/>
              <a:gd name="connsiteY217" fmla="*/ 2055654 h 2323145"/>
              <a:gd name="connsiteX218" fmla="*/ 2236905 w 11269336"/>
              <a:gd name="connsiteY218" fmla="*/ 2062882 h 2323145"/>
              <a:gd name="connsiteX219" fmla="*/ 2225830 w 11269336"/>
              <a:gd name="connsiteY219" fmla="*/ 2074027 h 2323145"/>
              <a:gd name="connsiteX220" fmla="*/ 2073776 w 11269336"/>
              <a:gd name="connsiteY220" fmla="*/ 2089244 h 2323145"/>
              <a:gd name="connsiteX221" fmla="*/ 1948256 w 11269336"/>
              <a:gd name="connsiteY221" fmla="*/ 2146616 h 2323145"/>
              <a:gd name="connsiteX222" fmla="*/ 1865582 w 11269336"/>
              <a:gd name="connsiteY222" fmla="*/ 2153738 h 2323145"/>
              <a:gd name="connsiteX223" fmla="*/ 1835210 w 11269336"/>
              <a:gd name="connsiteY223" fmla="*/ 2134244 h 2323145"/>
              <a:gd name="connsiteX224" fmla="*/ 1632661 w 11269336"/>
              <a:gd name="connsiteY224" fmla="*/ 2173882 h 2323145"/>
              <a:gd name="connsiteX225" fmla="*/ 1579590 w 11269336"/>
              <a:gd name="connsiteY225" fmla="*/ 2173680 h 2323145"/>
              <a:gd name="connsiteX226" fmla="*/ 1535601 w 11269336"/>
              <a:gd name="connsiteY226" fmla="*/ 2194590 h 2323145"/>
              <a:gd name="connsiteX227" fmla="*/ 1515594 w 11269336"/>
              <a:gd name="connsiteY227" fmla="*/ 2189622 h 2323145"/>
              <a:gd name="connsiteX228" fmla="*/ 1512113 w 11269336"/>
              <a:gd name="connsiteY228" fmla="*/ 2188534 h 2323145"/>
              <a:gd name="connsiteX229" fmla="*/ 1498838 w 11269336"/>
              <a:gd name="connsiteY229" fmla="*/ 2189213 h 2323145"/>
              <a:gd name="connsiteX230" fmla="*/ 1494279 w 11269336"/>
              <a:gd name="connsiteY230" fmla="*/ 2183112 h 2323145"/>
              <a:gd name="connsiteX231" fmla="*/ 1473714 w 11269336"/>
              <a:gd name="connsiteY231" fmla="*/ 2179625 h 2323145"/>
              <a:gd name="connsiteX232" fmla="*/ 1449503 w 11269336"/>
              <a:gd name="connsiteY232" fmla="*/ 2182633 h 2323145"/>
              <a:gd name="connsiteX233" fmla="*/ 1266687 w 11269336"/>
              <a:gd name="connsiteY233" fmla="*/ 2212688 h 2323145"/>
              <a:gd name="connsiteX234" fmla="*/ 1239614 w 11269336"/>
              <a:gd name="connsiteY234" fmla="*/ 2209727 h 2323145"/>
              <a:gd name="connsiteX235" fmla="*/ 1202436 w 11269336"/>
              <a:gd name="connsiteY235" fmla="*/ 2209817 h 2323145"/>
              <a:gd name="connsiteX236" fmla="*/ 1136097 w 11269336"/>
              <a:gd name="connsiteY236" fmla="*/ 2205112 h 2323145"/>
              <a:gd name="connsiteX237" fmla="*/ 988232 w 11269336"/>
              <a:gd name="connsiteY237" fmla="*/ 2235635 h 2323145"/>
              <a:gd name="connsiteX238" fmla="*/ 981959 w 11269336"/>
              <a:gd name="connsiteY238" fmla="*/ 2231607 h 2323145"/>
              <a:gd name="connsiteX239" fmla="*/ 938600 w 11269336"/>
              <a:gd name="connsiteY239" fmla="*/ 2238113 h 2323145"/>
              <a:gd name="connsiteX240" fmla="*/ 791788 w 11269336"/>
              <a:gd name="connsiteY240" fmla="*/ 2293224 h 2323145"/>
              <a:gd name="connsiteX241" fmla="*/ 706914 w 11269336"/>
              <a:gd name="connsiteY241" fmla="*/ 2305046 h 2323145"/>
              <a:gd name="connsiteX242" fmla="*/ 675971 w 11269336"/>
              <a:gd name="connsiteY242" fmla="*/ 2304030 h 2323145"/>
              <a:gd name="connsiteX243" fmla="*/ 624180 w 11269336"/>
              <a:gd name="connsiteY243" fmla="*/ 2302650 h 2323145"/>
              <a:gd name="connsiteX244" fmla="*/ 583453 w 11269336"/>
              <a:gd name="connsiteY244" fmla="*/ 2288788 h 2323145"/>
              <a:gd name="connsiteX245" fmla="*/ 540946 w 11269336"/>
              <a:gd name="connsiteY245" fmla="*/ 2292721 h 2323145"/>
              <a:gd name="connsiteX246" fmla="*/ 533680 w 11269336"/>
              <a:gd name="connsiteY246" fmla="*/ 2310233 h 2323145"/>
              <a:gd name="connsiteX247" fmla="*/ 487366 w 11269336"/>
              <a:gd name="connsiteY247" fmla="*/ 2309053 h 2323145"/>
              <a:gd name="connsiteX248" fmla="*/ 416820 w 11269336"/>
              <a:gd name="connsiteY248" fmla="*/ 2305443 h 2323145"/>
              <a:gd name="connsiteX249" fmla="*/ 376805 w 11269336"/>
              <a:gd name="connsiteY249" fmla="*/ 2307647 h 2323145"/>
              <a:gd name="connsiteX250" fmla="*/ 266777 w 11269336"/>
              <a:gd name="connsiteY250" fmla="*/ 2309012 h 2323145"/>
              <a:gd name="connsiteX251" fmla="*/ 156013 w 11269336"/>
              <a:gd name="connsiteY251" fmla="*/ 2306832 h 2323145"/>
              <a:gd name="connsiteX252" fmla="*/ 87258 w 11269336"/>
              <a:gd name="connsiteY252" fmla="*/ 2285511 h 2323145"/>
              <a:gd name="connsiteX253" fmla="*/ 23798 w 11269336"/>
              <a:gd name="connsiteY253" fmla="*/ 2281822 h 2323145"/>
              <a:gd name="connsiteX254" fmla="*/ 0 w 11269336"/>
              <a:gd name="connsiteY254" fmla="*/ 2285369 h 2323145"/>
              <a:gd name="connsiteX255" fmla="*/ 0 w 11269336"/>
              <a:gd name="connsiteY25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05765 w 11269336"/>
              <a:gd name="connsiteY144" fmla="*/ 2199902 h 2323145"/>
              <a:gd name="connsiteX145" fmla="*/ 4401354 w 11269336"/>
              <a:gd name="connsiteY145" fmla="*/ 2194745 h 2323145"/>
              <a:gd name="connsiteX146" fmla="*/ 4366646 w 11269336"/>
              <a:gd name="connsiteY146" fmla="*/ 2198564 h 2323145"/>
              <a:gd name="connsiteX147" fmla="*/ 4354009 w 11269336"/>
              <a:gd name="connsiteY147" fmla="*/ 2204984 h 2323145"/>
              <a:gd name="connsiteX148" fmla="*/ 4348284 w 11269336"/>
              <a:gd name="connsiteY148" fmla="*/ 2205270 h 2323145"/>
              <a:gd name="connsiteX149" fmla="*/ 4333906 w 11269336"/>
              <a:gd name="connsiteY149" fmla="*/ 2205251 h 2323145"/>
              <a:gd name="connsiteX150" fmla="*/ 4308819 w 11269336"/>
              <a:gd name="connsiteY150" fmla="*/ 2203822 h 2323145"/>
              <a:gd name="connsiteX151" fmla="*/ 4301210 w 11269336"/>
              <a:gd name="connsiteY151" fmla="*/ 2204456 h 2323145"/>
              <a:gd name="connsiteX152" fmla="*/ 4283095 w 11269336"/>
              <a:gd name="connsiteY152" fmla="*/ 2198177 h 2323145"/>
              <a:gd name="connsiteX153" fmla="*/ 4250119 w 11269336"/>
              <a:gd name="connsiteY153" fmla="*/ 2196342 h 2323145"/>
              <a:gd name="connsiteX154" fmla="*/ 4189203 w 11269336"/>
              <a:gd name="connsiteY154" fmla="*/ 2178994 h 2323145"/>
              <a:gd name="connsiteX155" fmla="*/ 4154035 w 11269336"/>
              <a:gd name="connsiteY155" fmla="*/ 2171950 h 2323145"/>
              <a:gd name="connsiteX156" fmla="*/ 4129569 w 11269336"/>
              <a:gd name="connsiteY156" fmla="*/ 2163850 h 2323145"/>
              <a:gd name="connsiteX157" fmla="*/ 4061250 w 11269336"/>
              <a:gd name="connsiteY157" fmla="*/ 2159236 h 2323145"/>
              <a:gd name="connsiteX158" fmla="*/ 3945480 w 11269336"/>
              <a:gd name="connsiteY158" fmla="*/ 2158279 h 2323145"/>
              <a:gd name="connsiteX159" fmla="*/ 3921468 w 11269336"/>
              <a:gd name="connsiteY159" fmla="*/ 2156588 h 2323145"/>
              <a:gd name="connsiteX160" fmla="*/ 3903348 w 11269336"/>
              <a:gd name="connsiteY160" fmla="*/ 2149220 h 2323145"/>
              <a:gd name="connsiteX161" fmla="*/ 3901342 w 11269336"/>
              <a:gd name="connsiteY161" fmla="*/ 2142355 h 2323145"/>
              <a:gd name="connsiteX162" fmla="*/ 3888539 w 11269336"/>
              <a:gd name="connsiteY162" fmla="*/ 2140476 h 2323145"/>
              <a:gd name="connsiteX163" fmla="*/ 3885662 w 11269336"/>
              <a:gd name="connsiteY163" fmla="*/ 2138740 h 2323145"/>
              <a:gd name="connsiteX164" fmla="*/ 3868627 w 11269336"/>
              <a:gd name="connsiteY164" fmla="*/ 2130023 h 2323145"/>
              <a:gd name="connsiteX165" fmla="*/ 3819177 w 11269336"/>
              <a:gd name="connsiteY165" fmla="*/ 2142111 h 2323145"/>
              <a:gd name="connsiteX166" fmla="*/ 3769100 w 11269336"/>
              <a:gd name="connsiteY166" fmla="*/ 2131731 h 2323145"/>
              <a:gd name="connsiteX167" fmla="*/ 3562752 w 11269336"/>
              <a:gd name="connsiteY167" fmla="*/ 2131785 h 2323145"/>
              <a:gd name="connsiteX168" fmla="*/ 3541402 w 11269336"/>
              <a:gd name="connsiteY168" fmla="*/ 2106821 h 2323145"/>
              <a:gd name="connsiteX169" fmla="*/ 3365341 w 11269336"/>
              <a:gd name="connsiteY169" fmla="*/ 2077638 h 2323145"/>
              <a:gd name="connsiteX170" fmla="*/ 3170922 w 11269336"/>
              <a:gd name="connsiteY170" fmla="*/ 2115957 h 2323145"/>
              <a:gd name="connsiteX171" fmla="*/ 3156256 w 11269336"/>
              <a:gd name="connsiteY171" fmla="*/ 2124773 h 2323145"/>
              <a:gd name="connsiteX172" fmla="*/ 3140298 w 11269336"/>
              <a:gd name="connsiteY172" fmla="*/ 2129182 h 2323145"/>
              <a:gd name="connsiteX173" fmla="*/ 3138514 w 11269336"/>
              <a:gd name="connsiteY173" fmla="*/ 2128069 h 2323145"/>
              <a:gd name="connsiteX174" fmla="*/ 3120467 w 11269336"/>
              <a:gd name="connsiteY174" fmla="*/ 2128281 h 2323145"/>
              <a:gd name="connsiteX175" fmla="*/ 3116175 w 11269336"/>
              <a:gd name="connsiteY175" fmla="*/ 2131633 h 2323145"/>
              <a:gd name="connsiteX176" fmla="*/ 3103685 w 11269336"/>
              <a:gd name="connsiteY176" fmla="*/ 2132814 h 2323145"/>
              <a:gd name="connsiteX177" fmla="*/ 3078794 w 11269336"/>
              <a:gd name="connsiteY177" fmla="*/ 2137935 h 2323145"/>
              <a:gd name="connsiteX178" fmla="*/ 3074407 w 11269336"/>
              <a:gd name="connsiteY178" fmla="*/ 2136274 h 2323145"/>
              <a:gd name="connsiteX179" fmla="*/ 3037285 w 11269336"/>
              <a:gd name="connsiteY179" fmla="*/ 2139919 h 2323145"/>
              <a:gd name="connsiteX180" fmla="*/ 3036901 w 11269336"/>
              <a:gd name="connsiteY180" fmla="*/ 2138726 h 2323145"/>
              <a:gd name="connsiteX181" fmla="*/ 3026996 w 11269336"/>
              <a:gd name="connsiteY181" fmla="*/ 2134322 h 2323145"/>
              <a:gd name="connsiteX182" fmla="*/ 3007772 w 11269336"/>
              <a:gd name="connsiteY182" fmla="*/ 2128742 h 2323145"/>
              <a:gd name="connsiteX183" fmla="*/ 2965030 w 11269336"/>
              <a:gd name="connsiteY183" fmla="*/ 2100494 h 2323145"/>
              <a:gd name="connsiteX184" fmla="*/ 2926342 w 11269336"/>
              <a:gd name="connsiteY184" fmla="*/ 2104155 h 2323145"/>
              <a:gd name="connsiteX185" fmla="*/ 2918608 w 11269336"/>
              <a:gd name="connsiteY185" fmla="*/ 2104215 h 2323145"/>
              <a:gd name="connsiteX186" fmla="*/ 2918475 w 11269336"/>
              <a:gd name="connsiteY186" fmla="*/ 2103937 h 2323145"/>
              <a:gd name="connsiteX187" fmla="*/ 2910360 w 11269336"/>
              <a:gd name="connsiteY187" fmla="*/ 2103444 h 2323145"/>
              <a:gd name="connsiteX188" fmla="*/ 2904507 w 11269336"/>
              <a:gd name="connsiteY188" fmla="*/ 2104326 h 2323145"/>
              <a:gd name="connsiteX189" fmla="*/ 2889503 w 11269336"/>
              <a:gd name="connsiteY189" fmla="*/ 2104443 h 2323145"/>
              <a:gd name="connsiteX190" fmla="*/ 2884480 w 11269336"/>
              <a:gd name="connsiteY190" fmla="*/ 2102626 h 2323145"/>
              <a:gd name="connsiteX191" fmla="*/ 2882689 w 11269336"/>
              <a:gd name="connsiteY191" fmla="*/ 2099228 h 2323145"/>
              <a:gd name="connsiteX192" fmla="*/ 2881291 w 11269336"/>
              <a:gd name="connsiteY192" fmla="*/ 2099618 h 2323145"/>
              <a:gd name="connsiteX193" fmla="*/ 2853979 w 11269336"/>
              <a:gd name="connsiteY193" fmla="*/ 2090388 h 2323145"/>
              <a:gd name="connsiteX194" fmla="*/ 2791790 w 11269336"/>
              <a:gd name="connsiteY194" fmla="*/ 2080332 h 2323145"/>
              <a:gd name="connsiteX195" fmla="*/ 2755844 w 11269336"/>
              <a:gd name="connsiteY195" fmla="*/ 2078874 h 2323145"/>
              <a:gd name="connsiteX196" fmla="*/ 2657742 w 11269336"/>
              <a:gd name="connsiteY196" fmla="*/ 2070179 h 2323145"/>
              <a:gd name="connsiteX197" fmla="*/ 2559549 w 11269336"/>
              <a:gd name="connsiteY197" fmla="*/ 2057873 h 2323145"/>
              <a:gd name="connsiteX198" fmla="*/ 2512054 w 11269336"/>
              <a:gd name="connsiteY198" fmla="*/ 2031671 h 2323145"/>
              <a:gd name="connsiteX199" fmla="*/ 2506437 w 11269336"/>
              <a:gd name="connsiteY199" fmla="*/ 2030918 h 2323145"/>
              <a:gd name="connsiteX200" fmla="*/ 2491752 w 11269336"/>
              <a:gd name="connsiteY200" fmla="*/ 2033906 h 2323145"/>
              <a:gd name="connsiteX201" fmla="*/ 2486338 w 11269336"/>
              <a:gd name="connsiteY201" fmla="*/ 2035862 h 2323145"/>
              <a:gd name="connsiteX202" fmla="*/ 2478186 w 11269336"/>
              <a:gd name="connsiteY202" fmla="*/ 2036953 h 2323145"/>
              <a:gd name="connsiteX203" fmla="*/ 2477950 w 11269336"/>
              <a:gd name="connsiteY203" fmla="*/ 2036715 h 2323145"/>
              <a:gd name="connsiteX204" fmla="*/ 2470381 w 11269336"/>
              <a:gd name="connsiteY204" fmla="*/ 2038256 h 2323145"/>
              <a:gd name="connsiteX205" fmla="*/ 2433781 w 11269336"/>
              <a:gd name="connsiteY205" fmla="*/ 2049140 h 2323145"/>
              <a:gd name="connsiteX206" fmla="*/ 2381172 w 11269336"/>
              <a:gd name="connsiteY206" fmla="*/ 2030645 h 2323145"/>
              <a:gd name="connsiteX207" fmla="*/ 2360198 w 11269336"/>
              <a:gd name="connsiteY207" fmla="*/ 2029059 h 2323145"/>
              <a:gd name="connsiteX208" fmla="*/ 2348815 w 11269336"/>
              <a:gd name="connsiteY208" fmla="*/ 2026798 h 2323145"/>
              <a:gd name="connsiteX209" fmla="*/ 2347988 w 11269336"/>
              <a:gd name="connsiteY209" fmla="*/ 2025745 h 2323145"/>
              <a:gd name="connsiteX210" fmla="*/ 2312920 w 11269336"/>
              <a:gd name="connsiteY210" fmla="*/ 2036311 h 2323145"/>
              <a:gd name="connsiteX211" fmla="*/ 2307986 w 11269336"/>
              <a:gd name="connsiteY211" fmla="*/ 2035583 h 2323145"/>
              <a:gd name="connsiteX212" fmla="*/ 2285481 w 11269336"/>
              <a:gd name="connsiteY212" fmla="*/ 2045197 h 2323145"/>
              <a:gd name="connsiteX213" fmla="*/ 2273666 w 11269336"/>
              <a:gd name="connsiteY213" fmla="*/ 2048710 h 2323145"/>
              <a:gd name="connsiteX214" fmla="*/ 2270719 w 11269336"/>
              <a:gd name="connsiteY214" fmla="*/ 2052702 h 2323145"/>
              <a:gd name="connsiteX215" fmla="*/ 2253080 w 11269336"/>
              <a:gd name="connsiteY215" fmla="*/ 2056363 h 2323145"/>
              <a:gd name="connsiteX216" fmla="*/ 2250906 w 11269336"/>
              <a:gd name="connsiteY216" fmla="*/ 2055654 h 2323145"/>
              <a:gd name="connsiteX217" fmla="*/ 2236905 w 11269336"/>
              <a:gd name="connsiteY217" fmla="*/ 2062882 h 2323145"/>
              <a:gd name="connsiteX218" fmla="*/ 2225830 w 11269336"/>
              <a:gd name="connsiteY218" fmla="*/ 2074027 h 2323145"/>
              <a:gd name="connsiteX219" fmla="*/ 2073776 w 11269336"/>
              <a:gd name="connsiteY219" fmla="*/ 2089244 h 2323145"/>
              <a:gd name="connsiteX220" fmla="*/ 1948256 w 11269336"/>
              <a:gd name="connsiteY220" fmla="*/ 2146616 h 2323145"/>
              <a:gd name="connsiteX221" fmla="*/ 1865582 w 11269336"/>
              <a:gd name="connsiteY221" fmla="*/ 2153738 h 2323145"/>
              <a:gd name="connsiteX222" fmla="*/ 1835210 w 11269336"/>
              <a:gd name="connsiteY222" fmla="*/ 2134244 h 2323145"/>
              <a:gd name="connsiteX223" fmla="*/ 1632661 w 11269336"/>
              <a:gd name="connsiteY223" fmla="*/ 2173882 h 2323145"/>
              <a:gd name="connsiteX224" fmla="*/ 1579590 w 11269336"/>
              <a:gd name="connsiteY224" fmla="*/ 2173680 h 2323145"/>
              <a:gd name="connsiteX225" fmla="*/ 1535601 w 11269336"/>
              <a:gd name="connsiteY225" fmla="*/ 2194590 h 2323145"/>
              <a:gd name="connsiteX226" fmla="*/ 1515594 w 11269336"/>
              <a:gd name="connsiteY226" fmla="*/ 2189622 h 2323145"/>
              <a:gd name="connsiteX227" fmla="*/ 1512113 w 11269336"/>
              <a:gd name="connsiteY227" fmla="*/ 2188534 h 2323145"/>
              <a:gd name="connsiteX228" fmla="*/ 1498838 w 11269336"/>
              <a:gd name="connsiteY228" fmla="*/ 2189213 h 2323145"/>
              <a:gd name="connsiteX229" fmla="*/ 1494279 w 11269336"/>
              <a:gd name="connsiteY229" fmla="*/ 2183112 h 2323145"/>
              <a:gd name="connsiteX230" fmla="*/ 1473714 w 11269336"/>
              <a:gd name="connsiteY230" fmla="*/ 2179625 h 2323145"/>
              <a:gd name="connsiteX231" fmla="*/ 1449503 w 11269336"/>
              <a:gd name="connsiteY231" fmla="*/ 2182633 h 2323145"/>
              <a:gd name="connsiteX232" fmla="*/ 1266687 w 11269336"/>
              <a:gd name="connsiteY232" fmla="*/ 2212688 h 2323145"/>
              <a:gd name="connsiteX233" fmla="*/ 1239614 w 11269336"/>
              <a:gd name="connsiteY233" fmla="*/ 2209727 h 2323145"/>
              <a:gd name="connsiteX234" fmla="*/ 1202436 w 11269336"/>
              <a:gd name="connsiteY234" fmla="*/ 2209817 h 2323145"/>
              <a:gd name="connsiteX235" fmla="*/ 1136097 w 11269336"/>
              <a:gd name="connsiteY235" fmla="*/ 2205112 h 2323145"/>
              <a:gd name="connsiteX236" fmla="*/ 988232 w 11269336"/>
              <a:gd name="connsiteY236" fmla="*/ 2235635 h 2323145"/>
              <a:gd name="connsiteX237" fmla="*/ 981959 w 11269336"/>
              <a:gd name="connsiteY237" fmla="*/ 2231607 h 2323145"/>
              <a:gd name="connsiteX238" fmla="*/ 938600 w 11269336"/>
              <a:gd name="connsiteY238" fmla="*/ 2238113 h 2323145"/>
              <a:gd name="connsiteX239" fmla="*/ 791788 w 11269336"/>
              <a:gd name="connsiteY239" fmla="*/ 2293224 h 2323145"/>
              <a:gd name="connsiteX240" fmla="*/ 706914 w 11269336"/>
              <a:gd name="connsiteY240" fmla="*/ 2305046 h 2323145"/>
              <a:gd name="connsiteX241" fmla="*/ 675971 w 11269336"/>
              <a:gd name="connsiteY241" fmla="*/ 2304030 h 2323145"/>
              <a:gd name="connsiteX242" fmla="*/ 624180 w 11269336"/>
              <a:gd name="connsiteY242" fmla="*/ 2302650 h 2323145"/>
              <a:gd name="connsiteX243" fmla="*/ 583453 w 11269336"/>
              <a:gd name="connsiteY243" fmla="*/ 2288788 h 2323145"/>
              <a:gd name="connsiteX244" fmla="*/ 540946 w 11269336"/>
              <a:gd name="connsiteY244" fmla="*/ 2292721 h 2323145"/>
              <a:gd name="connsiteX245" fmla="*/ 533680 w 11269336"/>
              <a:gd name="connsiteY245" fmla="*/ 2310233 h 2323145"/>
              <a:gd name="connsiteX246" fmla="*/ 487366 w 11269336"/>
              <a:gd name="connsiteY246" fmla="*/ 2309053 h 2323145"/>
              <a:gd name="connsiteX247" fmla="*/ 416820 w 11269336"/>
              <a:gd name="connsiteY247" fmla="*/ 2305443 h 2323145"/>
              <a:gd name="connsiteX248" fmla="*/ 376805 w 11269336"/>
              <a:gd name="connsiteY248" fmla="*/ 2307647 h 2323145"/>
              <a:gd name="connsiteX249" fmla="*/ 266777 w 11269336"/>
              <a:gd name="connsiteY249" fmla="*/ 2309012 h 2323145"/>
              <a:gd name="connsiteX250" fmla="*/ 156013 w 11269336"/>
              <a:gd name="connsiteY250" fmla="*/ 2306832 h 2323145"/>
              <a:gd name="connsiteX251" fmla="*/ 87258 w 11269336"/>
              <a:gd name="connsiteY251" fmla="*/ 2285511 h 2323145"/>
              <a:gd name="connsiteX252" fmla="*/ 23798 w 11269336"/>
              <a:gd name="connsiteY252" fmla="*/ 2281822 h 2323145"/>
              <a:gd name="connsiteX253" fmla="*/ 0 w 11269336"/>
              <a:gd name="connsiteY253" fmla="*/ 2285369 h 2323145"/>
              <a:gd name="connsiteX254" fmla="*/ 0 w 11269336"/>
              <a:gd name="connsiteY254"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67257 w 11269336"/>
              <a:gd name="connsiteY142" fmla="*/ 2196121 h 2323145"/>
              <a:gd name="connsiteX143" fmla="*/ 4405765 w 11269336"/>
              <a:gd name="connsiteY143" fmla="*/ 2199902 h 2323145"/>
              <a:gd name="connsiteX144" fmla="*/ 4401354 w 11269336"/>
              <a:gd name="connsiteY144" fmla="*/ 2194745 h 2323145"/>
              <a:gd name="connsiteX145" fmla="*/ 4366646 w 11269336"/>
              <a:gd name="connsiteY145" fmla="*/ 2198564 h 2323145"/>
              <a:gd name="connsiteX146" fmla="*/ 4354009 w 11269336"/>
              <a:gd name="connsiteY146" fmla="*/ 2204984 h 2323145"/>
              <a:gd name="connsiteX147" fmla="*/ 4348284 w 11269336"/>
              <a:gd name="connsiteY147" fmla="*/ 2205270 h 2323145"/>
              <a:gd name="connsiteX148" fmla="*/ 4333906 w 11269336"/>
              <a:gd name="connsiteY148" fmla="*/ 2205251 h 2323145"/>
              <a:gd name="connsiteX149" fmla="*/ 4308819 w 11269336"/>
              <a:gd name="connsiteY149" fmla="*/ 2203822 h 2323145"/>
              <a:gd name="connsiteX150" fmla="*/ 4301210 w 11269336"/>
              <a:gd name="connsiteY150" fmla="*/ 2204456 h 2323145"/>
              <a:gd name="connsiteX151" fmla="*/ 4283095 w 11269336"/>
              <a:gd name="connsiteY151" fmla="*/ 2198177 h 2323145"/>
              <a:gd name="connsiteX152" fmla="*/ 4250119 w 11269336"/>
              <a:gd name="connsiteY152" fmla="*/ 2196342 h 2323145"/>
              <a:gd name="connsiteX153" fmla="*/ 4189203 w 11269336"/>
              <a:gd name="connsiteY153" fmla="*/ 2178994 h 2323145"/>
              <a:gd name="connsiteX154" fmla="*/ 4154035 w 11269336"/>
              <a:gd name="connsiteY154" fmla="*/ 2171950 h 2323145"/>
              <a:gd name="connsiteX155" fmla="*/ 4129569 w 11269336"/>
              <a:gd name="connsiteY155" fmla="*/ 2163850 h 2323145"/>
              <a:gd name="connsiteX156" fmla="*/ 4061250 w 11269336"/>
              <a:gd name="connsiteY156" fmla="*/ 2159236 h 2323145"/>
              <a:gd name="connsiteX157" fmla="*/ 3945480 w 11269336"/>
              <a:gd name="connsiteY157" fmla="*/ 2158279 h 2323145"/>
              <a:gd name="connsiteX158" fmla="*/ 3921468 w 11269336"/>
              <a:gd name="connsiteY158" fmla="*/ 2156588 h 2323145"/>
              <a:gd name="connsiteX159" fmla="*/ 3903348 w 11269336"/>
              <a:gd name="connsiteY159" fmla="*/ 2149220 h 2323145"/>
              <a:gd name="connsiteX160" fmla="*/ 3901342 w 11269336"/>
              <a:gd name="connsiteY160" fmla="*/ 2142355 h 2323145"/>
              <a:gd name="connsiteX161" fmla="*/ 3888539 w 11269336"/>
              <a:gd name="connsiteY161" fmla="*/ 2140476 h 2323145"/>
              <a:gd name="connsiteX162" fmla="*/ 3885662 w 11269336"/>
              <a:gd name="connsiteY162" fmla="*/ 2138740 h 2323145"/>
              <a:gd name="connsiteX163" fmla="*/ 3868627 w 11269336"/>
              <a:gd name="connsiteY163" fmla="*/ 2130023 h 2323145"/>
              <a:gd name="connsiteX164" fmla="*/ 3819177 w 11269336"/>
              <a:gd name="connsiteY164" fmla="*/ 2142111 h 2323145"/>
              <a:gd name="connsiteX165" fmla="*/ 3769100 w 11269336"/>
              <a:gd name="connsiteY165" fmla="*/ 2131731 h 2323145"/>
              <a:gd name="connsiteX166" fmla="*/ 3562752 w 11269336"/>
              <a:gd name="connsiteY166" fmla="*/ 2131785 h 2323145"/>
              <a:gd name="connsiteX167" fmla="*/ 3541402 w 11269336"/>
              <a:gd name="connsiteY167" fmla="*/ 2106821 h 2323145"/>
              <a:gd name="connsiteX168" fmla="*/ 3365341 w 11269336"/>
              <a:gd name="connsiteY168" fmla="*/ 2077638 h 2323145"/>
              <a:gd name="connsiteX169" fmla="*/ 3170922 w 11269336"/>
              <a:gd name="connsiteY169" fmla="*/ 2115957 h 2323145"/>
              <a:gd name="connsiteX170" fmla="*/ 3156256 w 11269336"/>
              <a:gd name="connsiteY170" fmla="*/ 2124773 h 2323145"/>
              <a:gd name="connsiteX171" fmla="*/ 3140298 w 11269336"/>
              <a:gd name="connsiteY171" fmla="*/ 2129182 h 2323145"/>
              <a:gd name="connsiteX172" fmla="*/ 3138514 w 11269336"/>
              <a:gd name="connsiteY172" fmla="*/ 2128069 h 2323145"/>
              <a:gd name="connsiteX173" fmla="*/ 3120467 w 11269336"/>
              <a:gd name="connsiteY173" fmla="*/ 2128281 h 2323145"/>
              <a:gd name="connsiteX174" fmla="*/ 3116175 w 11269336"/>
              <a:gd name="connsiteY174" fmla="*/ 2131633 h 2323145"/>
              <a:gd name="connsiteX175" fmla="*/ 3103685 w 11269336"/>
              <a:gd name="connsiteY175" fmla="*/ 2132814 h 2323145"/>
              <a:gd name="connsiteX176" fmla="*/ 3078794 w 11269336"/>
              <a:gd name="connsiteY176" fmla="*/ 2137935 h 2323145"/>
              <a:gd name="connsiteX177" fmla="*/ 3074407 w 11269336"/>
              <a:gd name="connsiteY177" fmla="*/ 2136274 h 2323145"/>
              <a:gd name="connsiteX178" fmla="*/ 3037285 w 11269336"/>
              <a:gd name="connsiteY178" fmla="*/ 2139919 h 2323145"/>
              <a:gd name="connsiteX179" fmla="*/ 3036901 w 11269336"/>
              <a:gd name="connsiteY179" fmla="*/ 2138726 h 2323145"/>
              <a:gd name="connsiteX180" fmla="*/ 3026996 w 11269336"/>
              <a:gd name="connsiteY180" fmla="*/ 2134322 h 2323145"/>
              <a:gd name="connsiteX181" fmla="*/ 3007772 w 11269336"/>
              <a:gd name="connsiteY181" fmla="*/ 2128742 h 2323145"/>
              <a:gd name="connsiteX182" fmla="*/ 2965030 w 11269336"/>
              <a:gd name="connsiteY182" fmla="*/ 2100494 h 2323145"/>
              <a:gd name="connsiteX183" fmla="*/ 2926342 w 11269336"/>
              <a:gd name="connsiteY183" fmla="*/ 2104155 h 2323145"/>
              <a:gd name="connsiteX184" fmla="*/ 2918608 w 11269336"/>
              <a:gd name="connsiteY184" fmla="*/ 2104215 h 2323145"/>
              <a:gd name="connsiteX185" fmla="*/ 2918475 w 11269336"/>
              <a:gd name="connsiteY185" fmla="*/ 2103937 h 2323145"/>
              <a:gd name="connsiteX186" fmla="*/ 2910360 w 11269336"/>
              <a:gd name="connsiteY186" fmla="*/ 2103444 h 2323145"/>
              <a:gd name="connsiteX187" fmla="*/ 2904507 w 11269336"/>
              <a:gd name="connsiteY187" fmla="*/ 2104326 h 2323145"/>
              <a:gd name="connsiteX188" fmla="*/ 2889503 w 11269336"/>
              <a:gd name="connsiteY188" fmla="*/ 2104443 h 2323145"/>
              <a:gd name="connsiteX189" fmla="*/ 2884480 w 11269336"/>
              <a:gd name="connsiteY189" fmla="*/ 2102626 h 2323145"/>
              <a:gd name="connsiteX190" fmla="*/ 2882689 w 11269336"/>
              <a:gd name="connsiteY190" fmla="*/ 2099228 h 2323145"/>
              <a:gd name="connsiteX191" fmla="*/ 2881291 w 11269336"/>
              <a:gd name="connsiteY191" fmla="*/ 2099618 h 2323145"/>
              <a:gd name="connsiteX192" fmla="*/ 2853979 w 11269336"/>
              <a:gd name="connsiteY192" fmla="*/ 2090388 h 2323145"/>
              <a:gd name="connsiteX193" fmla="*/ 2791790 w 11269336"/>
              <a:gd name="connsiteY193" fmla="*/ 2080332 h 2323145"/>
              <a:gd name="connsiteX194" fmla="*/ 2755844 w 11269336"/>
              <a:gd name="connsiteY194" fmla="*/ 2078874 h 2323145"/>
              <a:gd name="connsiteX195" fmla="*/ 2657742 w 11269336"/>
              <a:gd name="connsiteY195" fmla="*/ 2070179 h 2323145"/>
              <a:gd name="connsiteX196" fmla="*/ 2559549 w 11269336"/>
              <a:gd name="connsiteY196" fmla="*/ 2057873 h 2323145"/>
              <a:gd name="connsiteX197" fmla="*/ 2512054 w 11269336"/>
              <a:gd name="connsiteY197" fmla="*/ 2031671 h 2323145"/>
              <a:gd name="connsiteX198" fmla="*/ 2506437 w 11269336"/>
              <a:gd name="connsiteY198" fmla="*/ 2030918 h 2323145"/>
              <a:gd name="connsiteX199" fmla="*/ 2491752 w 11269336"/>
              <a:gd name="connsiteY199" fmla="*/ 2033906 h 2323145"/>
              <a:gd name="connsiteX200" fmla="*/ 2486338 w 11269336"/>
              <a:gd name="connsiteY200" fmla="*/ 2035862 h 2323145"/>
              <a:gd name="connsiteX201" fmla="*/ 2478186 w 11269336"/>
              <a:gd name="connsiteY201" fmla="*/ 2036953 h 2323145"/>
              <a:gd name="connsiteX202" fmla="*/ 2477950 w 11269336"/>
              <a:gd name="connsiteY202" fmla="*/ 2036715 h 2323145"/>
              <a:gd name="connsiteX203" fmla="*/ 2470381 w 11269336"/>
              <a:gd name="connsiteY203" fmla="*/ 2038256 h 2323145"/>
              <a:gd name="connsiteX204" fmla="*/ 2433781 w 11269336"/>
              <a:gd name="connsiteY204" fmla="*/ 2049140 h 2323145"/>
              <a:gd name="connsiteX205" fmla="*/ 2381172 w 11269336"/>
              <a:gd name="connsiteY205" fmla="*/ 2030645 h 2323145"/>
              <a:gd name="connsiteX206" fmla="*/ 2360198 w 11269336"/>
              <a:gd name="connsiteY206" fmla="*/ 2029059 h 2323145"/>
              <a:gd name="connsiteX207" fmla="*/ 2348815 w 11269336"/>
              <a:gd name="connsiteY207" fmla="*/ 2026798 h 2323145"/>
              <a:gd name="connsiteX208" fmla="*/ 2347988 w 11269336"/>
              <a:gd name="connsiteY208" fmla="*/ 2025745 h 2323145"/>
              <a:gd name="connsiteX209" fmla="*/ 2312920 w 11269336"/>
              <a:gd name="connsiteY209" fmla="*/ 2036311 h 2323145"/>
              <a:gd name="connsiteX210" fmla="*/ 2307986 w 11269336"/>
              <a:gd name="connsiteY210" fmla="*/ 2035583 h 2323145"/>
              <a:gd name="connsiteX211" fmla="*/ 2285481 w 11269336"/>
              <a:gd name="connsiteY211" fmla="*/ 2045197 h 2323145"/>
              <a:gd name="connsiteX212" fmla="*/ 2273666 w 11269336"/>
              <a:gd name="connsiteY212" fmla="*/ 2048710 h 2323145"/>
              <a:gd name="connsiteX213" fmla="*/ 2270719 w 11269336"/>
              <a:gd name="connsiteY213" fmla="*/ 2052702 h 2323145"/>
              <a:gd name="connsiteX214" fmla="*/ 2253080 w 11269336"/>
              <a:gd name="connsiteY214" fmla="*/ 2056363 h 2323145"/>
              <a:gd name="connsiteX215" fmla="*/ 2250906 w 11269336"/>
              <a:gd name="connsiteY215" fmla="*/ 2055654 h 2323145"/>
              <a:gd name="connsiteX216" fmla="*/ 2236905 w 11269336"/>
              <a:gd name="connsiteY216" fmla="*/ 2062882 h 2323145"/>
              <a:gd name="connsiteX217" fmla="*/ 2225830 w 11269336"/>
              <a:gd name="connsiteY217" fmla="*/ 2074027 h 2323145"/>
              <a:gd name="connsiteX218" fmla="*/ 2073776 w 11269336"/>
              <a:gd name="connsiteY218" fmla="*/ 2089244 h 2323145"/>
              <a:gd name="connsiteX219" fmla="*/ 1948256 w 11269336"/>
              <a:gd name="connsiteY219" fmla="*/ 2146616 h 2323145"/>
              <a:gd name="connsiteX220" fmla="*/ 1865582 w 11269336"/>
              <a:gd name="connsiteY220" fmla="*/ 2153738 h 2323145"/>
              <a:gd name="connsiteX221" fmla="*/ 1835210 w 11269336"/>
              <a:gd name="connsiteY221" fmla="*/ 2134244 h 2323145"/>
              <a:gd name="connsiteX222" fmla="*/ 1632661 w 11269336"/>
              <a:gd name="connsiteY222" fmla="*/ 2173882 h 2323145"/>
              <a:gd name="connsiteX223" fmla="*/ 1579590 w 11269336"/>
              <a:gd name="connsiteY223" fmla="*/ 2173680 h 2323145"/>
              <a:gd name="connsiteX224" fmla="*/ 1535601 w 11269336"/>
              <a:gd name="connsiteY224" fmla="*/ 2194590 h 2323145"/>
              <a:gd name="connsiteX225" fmla="*/ 1515594 w 11269336"/>
              <a:gd name="connsiteY225" fmla="*/ 2189622 h 2323145"/>
              <a:gd name="connsiteX226" fmla="*/ 1512113 w 11269336"/>
              <a:gd name="connsiteY226" fmla="*/ 2188534 h 2323145"/>
              <a:gd name="connsiteX227" fmla="*/ 1498838 w 11269336"/>
              <a:gd name="connsiteY227" fmla="*/ 2189213 h 2323145"/>
              <a:gd name="connsiteX228" fmla="*/ 1494279 w 11269336"/>
              <a:gd name="connsiteY228" fmla="*/ 2183112 h 2323145"/>
              <a:gd name="connsiteX229" fmla="*/ 1473714 w 11269336"/>
              <a:gd name="connsiteY229" fmla="*/ 2179625 h 2323145"/>
              <a:gd name="connsiteX230" fmla="*/ 1449503 w 11269336"/>
              <a:gd name="connsiteY230" fmla="*/ 2182633 h 2323145"/>
              <a:gd name="connsiteX231" fmla="*/ 1266687 w 11269336"/>
              <a:gd name="connsiteY231" fmla="*/ 2212688 h 2323145"/>
              <a:gd name="connsiteX232" fmla="*/ 1239614 w 11269336"/>
              <a:gd name="connsiteY232" fmla="*/ 2209727 h 2323145"/>
              <a:gd name="connsiteX233" fmla="*/ 1202436 w 11269336"/>
              <a:gd name="connsiteY233" fmla="*/ 2209817 h 2323145"/>
              <a:gd name="connsiteX234" fmla="*/ 1136097 w 11269336"/>
              <a:gd name="connsiteY234" fmla="*/ 2205112 h 2323145"/>
              <a:gd name="connsiteX235" fmla="*/ 988232 w 11269336"/>
              <a:gd name="connsiteY235" fmla="*/ 2235635 h 2323145"/>
              <a:gd name="connsiteX236" fmla="*/ 981959 w 11269336"/>
              <a:gd name="connsiteY236" fmla="*/ 2231607 h 2323145"/>
              <a:gd name="connsiteX237" fmla="*/ 938600 w 11269336"/>
              <a:gd name="connsiteY237" fmla="*/ 2238113 h 2323145"/>
              <a:gd name="connsiteX238" fmla="*/ 791788 w 11269336"/>
              <a:gd name="connsiteY238" fmla="*/ 2293224 h 2323145"/>
              <a:gd name="connsiteX239" fmla="*/ 706914 w 11269336"/>
              <a:gd name="connsiteY239" fmla="*/ 2305046 h 2323145"/>
              <a:gd name="connsiteX240" fmla="*/ 675971 w 11269336"/>
              <a:gd name="connsiteY240" fmla="*/ 2304030 h 2323145"/>
              <a:gd name="connsiteX241" fmla="*/ 624180 w 11269336"/>
              <a:gd name="connsiteY241" fmla="*/ 2302650 h 2323145"/>
              <a:gd name="connsiteX242" fmla="*/ 583453 w 11269336"/>
              <a:gd name="connsiteY242" fmla="*/ 2288788 h 2323145"/>
              <a:gd name="connsiteX243" fmla="*/ 540946 w 11269336"/>
              <a:gd name="connsiteY243" fmla="*/ 2292721 h 2323145"/>
              <a:gd name="connsiteX244" fmla="*/ 533680 w 11269336"/>
              <a:gd name="connsiteY244" fmla="*/ 2310233 h 2323145"/>
              <a:gd name="connsiteX245" fmla="*/ 487366 w 11269336"/>
              <a:gd name="connsiteY245" fmla="*/ 2309053 h 2323145"/>
              <a:gd name="connsiteX246" fmla="*/ 416820 w 11269336"/>
              <a:gd name="connsiteY246" fmla="*/ 2305443 h 2323145"/>
              <a:gd name="connsiteX247" fmla="*/ 376805 w 11269336"/>
              <a:gd name="connsiteY247" fmla="*/ 2307647 h 2323145"/>
              <a:gd name="connsiteX248" fmla="*/ 266777 w 11269336"/>
              <a:gd name="connsiteY248" fmla="*/ 2309012 h 2323145"/>
              <a:gd name="connsiteX249" fmla="*/ 156013 w 11269336"/>
              <a:gd name="connsiteY249" fmla="*/ 2306832 h 2323145"/>
              <a:gd name="connsiteX250" fmla="*/ 87258 w 11269336"/>
              <a:gd name="connsiteY250" fmla="*/ 2285511 h 2323145"/>
              <a:gd name="connsiteX251" fmla="*/ 23798 w 11269336"/>
              <a:gd name="connsiteY251" fmla="*/ 2281822 h 2323145"/>
              <a:gd name="connsiteX252" fmla="*/ 0 w 11269336"/>
              <a:gd name="connsiteY252" fmla="*/ 2285369 h 2323145"/>
              <a:gd name="connsiteX253" fmla="*/ 0 w 11269336"/>
              <a:gd name="connsiteY25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467257 w 11269336"/>
              <a:gd name="connsiteY141" fmla="*/ 2196121 h 2323145"/>
              <a:gd name="connsiteX142" fmla="*/ 4405765 w 11269336"/>
              <a:gd name="connsiteY142" fmla="*/ 2199902 h 2323145"/>
              <a:gd name="connsiteX143" fmla="*/ 4401354 w 11269336"/>
              <a:gd name="connsiteY143" fmla="*/ 2194745 h 2323145"/>
              <a:gd name="connsiteX144" fmla="*/ 4366646 w 11269336"/>
              <a:gd name="connsiteY144" fmla="*/ 2198564 h 2323145"/>
              <a:gd name="connsiteX145" fmla="*/ 4354009 w 11269336"/>
              <a:gd name="connsiteY145" fmla="*/ 2204984 h 2323145"/>
              <a:gd name="connsiteX146" fmla="*/ 4348284 w 11269336"/>
              <a:gd name="connsiteY146" fmla="*/ 2205270 h 2323145"/>
              <a:gd name="connsiteX147" fmla="*/ 4333906 w 11269336"/>
              <a:gd name="connsiteY147" fmla="*/ 2205251 h 2323145"/>
              <a:gd name="connsiteX148" fmla="*/ 4308819 w 11269336"/>
              <a:gd name="connsiteY148" fmla="*/ 2203822 h 2323145"/>
              <a:gd name="connsiteX149" fmla="*/ 4301210 w 11269336"/>
              <a:gd name="connsiteY149" fmla="*/ 2204456 h 2323145"/>
              <a:gd name="connsiteX150" fmla="*/ 4283095 w 11269336"/>
              <a:gd name="connsiteY150" fmla="*/ 2198177 h 2323145"/>
              <a:gd name="connsiteX151" fmla="*/ 4250119 w 11269336"/>
              <a:gd name="connsiteY151" fmla="*/ 2196342 h 2323145"/>
              <a:gd name="connsiteX152" fmla="*/ 4189203 w 11269336"/>
              <a:gd name="connsiteY152" fmla="*/ 2178994 h 2323145"/>
              <a:gd name="connsiteX153" fmla="*/ 4154035 w 11269336"/>
              <a:gd name="connsiteY153" fmla="*/ 2171950 h 2323145"/>
              <a:gd name="connsiteX154" fmla="*/ 4129569 w 11269336"/>
              <a:gd name="connsiteY154" fmla="*/ 2163850 h 2323145"/>
              <a:gd name="connsiteX155" fmla="*/ 4061250 w 11269336"/>
              <a:gd name="connsiteY155" fmla="*/ 2159236 h 2323145"/>
              <a:gd name="connsiteX156" fmla="*/ 3945480 w 11269336"/>
              <a:gd name="connsiteY156" fmla="*/ 2158279 h 2323145"/>
              <a:gd name="connsiteX157" fmla="*/ 3921468 w 11269336"/>
              <a:gd name="connsiteY157" fmla="*/ 2156588 h 2323145"/>
              <a:gd name="connsiteX158" fmla="*/ 3903348 w 11269336"/>
              <a:gd name="connsiteY158" fmla="*/ 2149220 h 2323145"/>
              <a:gd name="connsiteX159" fmla="*/ 3901342 w 11269336"/>
              <a:gd name="connsiteY159" fmla="*/ 2142355 h 2323145"/>
              <a:gd name="connsiteX160" fmla="*/ 3888539 w 11269336"/>
              <a:gd name="connsiteY160" fmla="*/ 2140476 h 2323145"/>
              <a:gd name="connsiteX161" fmla="*/ 3885662 w 11269336"/>
              <a:gd name="connsiteY161" fmla="*/ 2138740 h 2323145"/>
              <a:gd name="connsiteX162" fmla="*/ 3868627 w 11269336"/>
              <a:gd name="connsiteY162" fmla="*/ 2130023 h 2323145"/>
              <a:gd name="connsiteX163" fmla="*/ 3819177 w 11269336"/>
              <a:gd name="connsiteY163" fmla="*/ 2142111 h 2323145"/>
              <a:gd name="connsiteX164" fmla="*/ 3769100 w 11269336"/>
              <a:gd name="connsiteY164" fmla="*/ 2131731 h 2323145"/>
              <a:gd name="connsiteX165" fmla="*/ 3562752 w 11269336"/>
              <a:gd name="connsiteY165" fmla="*/ 2131785 h 2323145"/>
              <a:gd name="connsiteX166" fmla="*/ 3541402 w 11269336"/>
              <a:gd name="connsiteY166" fmla="*/ 2106821 h 2323145"/>
              <a:gd name="connsiteX167" fmla="*/ 3365341 w 11269336"/>
              <a:gd name="connsiteY167" fmla="*/ 2077638 h 2323145"/>
              <a:gd name="connsiteX168" fmla="*/ 3170922 w 11269336"/>
              <a:gd name="connsiteY168" fmla="*/ 2115957 h 2323145"/>
              <a:gd name="connsiteX169" fmla="*/ 3156256 w 11269336"/>
              <a:gd name="connsiteY169" fmla="*/ 2124773 h 2323145"/>
              <a:gd name="connsiteX170" fmla="*/ 3140298 w 11269336"/>
              <a:gd name="connsiteY170" fmla="*/ 2129182 h 2323145"/>
              <a:gd name="connsiteX171" fmla="*/ 3138514 w 11269336"/>
              <a:gd name="connsiteY171" fmla="*/ 2128069 h 2323145"/>
              <a:gd name="connsiteX172" fmla="*/ 3120467 w 11269336"/>
              <a:gd name="connsiteY172" fmla="*/ 2128281 h 2323145"/>
              <a:gd name="connsiteX173" fmla="*/ 3116175 w 11269336"/>
              <a:gd name="connsiteY173" fmla="*/ 2131633 h 2323145"/>
              <a:gd name="connsiteX174" fmla="*/ 3103685 w 11269336"/>
              <a:gd name="connsiteY174" fmla="*/ 2132814 h 2323145"/>
              <a:gd name="connsiteX175" fmla="*/ 3078794 w 11269336"/>
              <a:gd name="connsiteY175" fmla="*/ 2137935 h 2323145"/>
              <a:gd name="connsiteX176" fmla="*/ 3074407 w 11269336"/>
              <a:gd name="connsiteY176" fmla="*/ 2136274 h 2323145"/>
              <a:gd name="connsiteX177" fmla="*/ 3037285 w 11269336"/>
              <a:gd name="connsiteY177" fmla="*/ 2139919 h 2323145"/>
              <a:gd name="connsiteX178" fmla="*/ 3036901 w 11269336"/>
              <a:gd name="connsiteY178" fmla="*/ 2138726 h 2323145"/>
              <a:gd name="connsiteX179" fmla="*/ 3026996 w 11269336"/>
              <a:gd name="connsiteY179" fmla="*/ 2134322 h 2323145"/>
              <a:gd name="connsiteX180" fmla="*/ 3007772 w 11269336"/>
              <a:gd name="connsiteY180" fmla="*/ 2128742 h 2323145"/>
              <a:gd name="connsiteX181" fmla="*/ 2965030 w 11269336"/>
              <a:gd name="connsiteY181" fmla="*/ 2100494 h 2323145"/>
              <a:gd name="connsiteX182" fmla="*/ 2926342 w 11269336"/>
              <a:gd name="connsiteY182" fmla="*/ 2104155 h 2323145"/>
              <a:gd name="connsiteX183" fmla="*/ 2918608 w 11269336"/>
              <a:gd name="connsiteY183" fmla="*/ 2104215 h 2323145"/>
              <a:gd name="connsiteX184" fmla="*/ 2918475 w 11269336"/>
              <a:gd name="connsiteY184" fmla="*/ 2103937 h 2323145"/>
              <a:gd name="connsiteX185" fmla="*/ 2910360 w 11269336"/>
              <a:gd name="connsiteY185" fmla="*/ 2103444 h 2323145"/>
              <a:gd name="connsiteX186" fmla="*/ 2904507 w 11269336"/>
              <a:gd name="connsiteY186" fmla="*/ 2104326 h 2323145"/>
              <a:gd name="connsiteX187" fmla="*/ 2889503 w 11269336"/>
              <a:gd name="connsiteY187" fmla="*/ 2104443 h 2323145"/>
              <a:gd name="connsiteX188" fmla="*/ 2884480 w 11269336"/>
              <a:gd name="connsiteY188" fmla="*/ 2102626 h 2323145"/>
              <a:gd name="connsiteX189" fmla="*/ 2882689 w 11269336"/>
              <a:gd name="connsiteY189" fmla="*/ 2099228 h 2323145"/>
              <a:gd name="connsiteX190" fmla="*/ 2881291 w 11269336"/>
              <a:gd name="connsiteY190" fmla="*/ 2099618 h 2323145"/>
              <a:gd name="connsiteX191" fmla="*/ 2853979 w 11269336"/>
              <a:gd name="connsiteY191" fmla="*/ 2090388 h 2323145"/>
              <a:gd name="connsiteX192" fmla="*/ 2791790 w 11269336"/>
              <a:gd name="connsiteY192" fmla="*/ 2080332 h 2323145"/>
              <a:gd name="connsiteX193" fmla="*/ 2755844 w 11269336"/>
              <a:gd name="connsiteY193" fmla="*/ 2078874 h 2323145"/>
              <a:gd name="connsiteX194" fmla="*/ 2657742 w 11269336"/>
              <a:gd name="connsiteY194" fmla="*/ 2070179 h 2323145"/>
              <a:gd name="connsiteX195" fmla="*/ 2559549 w 11269336"/>
              <a:gd name="connsiteY195" fmla="*/ 2057873 h 2323145"/>
              <a:gd name="connsiteX196" fmla="*/ 2512054 w 11269336"/>
              <a:gd name="connsiteY196" fmla="*/ 2031671 h 2323145"/>
              <a:gd name="connsiteX197" fmla="*/ 2506437 w 11269336"/>
              <a:gd name="connsiteY197" fmla="*/ 2030918 h 2323145"/>
              <a:gd name="connsiteX198" fmla="*/ 2491752 w 11269336"/>
              <a:gd name="connsiteY198" fmla="*/ 2033906 h 2323145"/>
              <a:gd name="connsiteX199" fmla="*/ 2486338 w 11269336"/>
              <a:gd name="connsiteY199" fmla="*/ 2035862 h 2323145"/>
              <a:gd name="connsiteX200" fmla="*/ 2478186 w 11269336"/>
              <a:gd name="connsiteY200" fmla="*/ 2036953 h 2323145"/>
              <a:gd name="connsiteX201" fmla="*/ 2477950 w 11269336"/>
              <a:gd name="connsiteY201" fmla="*/ 2036715 h 2323145"/>
              <a:gd name="connsiteX202" fmla="*/ 2470381 w 11269336"/>
              <a:gd name="connsiteY202" fmla="*/ 2038256 h 2323145"/>
              <a:gd name="connsiteX203" fmla="*/ 2433781 w 11269336"/>
              <a:gd name="connsiteY203" fmla="*/ 2049140 h 2323145"/>
              <a:gd name="connsiteX204" fmla="*/ 2381172 w 11269336"/>
              <a:gd name="connsiteY204" fmla="*/ 2030645 h 2323145"/>
              <a:gd name="connsiteX205" fmla="*/ 2360198 w 11269336"/>
              <a:gd name="connsiteY205" fmla="*/ 2029059 h 2323145"/>
              <a:gd name="connsiteX206" fmla="*/ 2348815 w 11269336"/>
              <a:gd name="connsiteY206" fmla="*/ 2026798 h 2323145"/>
              <a:gd name="connsiteX207" fmla="*/ 2347988 w 11269336"/>
              <a:gd name="connsiteY207" fmla="*/ 2025745 h 2323145"/>
              <a:gd name="connsiteX208" fmla="*/ 2312920 w 11269336"/>
              <a:gd name="connsiteY208" fmla="*/ 2036311 h 2323145"/>
              <a:gd name="connsiteX209" fmla="*/ 2307986 w 11269336"/>
              <a:gd name="connsiteY209" fmla="*/ 2035583 h 2323145"/>
              <a:gd name="connsiteX210" fmla="*/ 2285481 w 11269336"/>
              <a:gd name="connsiteY210" fmla="*/ 2045197 h 2323145"/>
              <a:gd name="connsiteX211" fmla="*/ 2273666 w 11269336"/>
              <a:gd name="connsiteY211" fmla="*/ 2048710 h 2323145"/>
              <a:gd name="connsiteX212" fmla="*/ 2270719 w 11269336"/>
              <a:gd name="connsiteY212" fmla="*/ 2052702 h 2323145"/>
              <a:gd name="connsiteX213" fmla="*/ 2253080 w 11269336"/>
              <a:gd name="connsiteY213" fmla="*/ 2056363 h 2323145"/>
              <a:gd name="connsiteX214" fmla="*/ 2250906 w 11269336"/>
              <a:gd name="connsiteY214" fmla="*/ 2055654 h 2323145"/>
              <a:gd name="connsiteX215" fmla="*/ 2236905 w 11269336"/>
              <a:gd name="connsiteY215" fmla="*/ 2062882 h 2323145"/>
              <a:gd name="connsiteX216" fmla="*/ 2225830 w 11269336"/>
              <a:gd name="connsiteY216" fmla="*/ 2074027 h 2323145"/>
              <a:gd name="connsiteX217" fmla="*/ 2073776 w 11269336"/>
              <a:gd name="connsiteY217" fmla="*/ 2089244 h 2323145"/>
              <a:gd name="connsiteX218" fmla="*/ 1948256 w 11269336"/>
              <a:gd name="connsiteY218" fmla="*/ 2146616 h 2323145"/>
              <a:gd name="connsiteX219" fmla="*/ 1865582 w 11269336"/>
              <a:gd name="connsiteY219" fmla="*/ 2153738 h 2323145"/>
              <a:gd name="connsiteX220" fmla="*/ 1835210 w 11269336"/>
              <a:gd name="connsiteY220" fmla="*/ 2134244 h 2323145"/>
              <a:gd name="connsiteX221" fmla="*/ 1632661 w 11269336"/>
              <a:gd name="connsiteY221" fmla="*/ 2173882 h 2323145"/>
              <a:gd name="connsiteX222" fmla="*/ 1579590 w 11269336"/>
              <a:gd name="connsiteY222" fmla="*/ 2173680 h 2323145"/>
              <a:gd name="connsiteX223" fmla="*/ 1535601 w 11269336"/>
              <a:gd name="connsiteY223" fmla="*/ 2194590 h 2323145"/>
              <a:gd name="connsiteX224" fmla="*/ 1515594 w 11269336"/>
              <a:gd name="connsiteY224" fmla="*/ 2189622 h 2323145"/>
              <a:gd name="connsiteX225" fmla="*/ 1512113 w 11269336"/>
              <a:gd name="connsiteY225" fmla="*/ 2188534 h 2323145"/>
              <a:gd name="connsiteX226" fmla="*/ 1498838 w 11269336"/>
              <a:gd name="connsiteY226" fmla="*/ 2189213 h 2323145"/>
              <a:gd name="connsiteX227" fmla="*/ 1494279 w 11269336"/>
              <a:gd name="connsiteY227" fmla="*/ 2183112 h 2323145"/>
              <a:gd name="connsiteX228" fmla="*/ 1473714 w 11269336"/>
              <a:gd name="connsiteY228" fmla="*/ 2179625 h 2323145"/>
              <a:gd name="connsiteX229" fmla="*/ 1449503 w 11269336"/>
              <a:gd name="connsiteY229" fmla="*/ 2182633 h 2323145"/>
              <a:gd name="connsiteX230" fmla="*/ 1266687 w 11269336"/>
              <a:gd name="connsiteY230" fmla="*/ 2212688 h 2323145"/>
              <a:gd name="connsiteX231" fmla="*/ 1239614 w 11269336"/>
              <a:gd name="connsiteY231" fmla="*/ 2209727 h 2323145"/>
              <a:gd name="connsiteX232" fmla="*/ 1202436 w 11269336"/>
              <a:gd name="connsiteY232" fmla="*/ 2209817 h 2323145"/>
              <a:gd name="connsiteX233" fmla="*/ 1136097 w 11269336"/>
              <a:gd name="connsiteY233" fmla="*/ 2205112 h 2323145"/>
              <a:gd name="connsiteX234" fmla="*/ 988232 w 11269336"/>
              <a:gd name="connsiteY234" fmla="*/ 2235635 h 2323145"/>
              <a:gd name="connsiteX235" fmla="*/ 981959 w 11269336"/>
              <a:gd name="connsiteY235" fmla="*/ 2231607 h 2323145"/>
              <a:gd name="connsiteX236" fmla="*/ 938600 w 11269336"/>
              <a:gd name="connsiteY236" fmla="*/ 2238113 h 2323145"/>
              <a:gd name="connsiteX237" fmla="*/ 791788 w 11269336"/>
              <a:gd name="connsiteY237" fmla="*/ 2293224 h 2323145"/>
              <a:gd name="connsiteX238" fmla="*/ 706914 w 11269336"/>
              <a:gd name="connsiteY238" fmla="*/ 2305046 h 2323145"/>
              <a:gd name="connsiteX239" fmla="*/ 675971 w 11269336"/>
              <a:gd name="connsiteY239" fmla="*/ 2304030 h 2323145"/>
              <a:gd name="connsiteX240" fmla="*/ 624180 w 11269336"/>
              <a:gd name="connsiteY240" fmla="*/ 2302650 h 2323145"/>
              <a:gd name="connsiteX241" fmla="*/ 583453 w 11269336"/>
              <a:gd name="connsiteY241" fmla="*/ 2288788 h 2323145"/>
              <a:gd name="connsiteX242" fmla="*/ 540946 w 11269336"/>
              <a:gd name="connsiteY242" fmla="*/ 2292721 h 2323145"/>
              <a:gd name="connsiteX243" fmla="*/ 533680 w 11269336"/>
              <a:gd name="connsiteY243" fmla="*/ 2310233 h 2323145"/>
              <a:gd name="connsiteX244" fmla="*/ 487366 w 11269336"/>
              <a:gd name="connsiteY244" fmla="*/ 2309053 h 2323145"/>
              <a:gd name="connsiteX245" fmla="*/ 416820 w 11269336"/>
              <a:gd name="connsiteY245" fmla="*/ 2305443 h 2323145"/>
              <a:gd name="connsiteX246" fmla="*/ 376805 w 11269336"/>
              <a:gd name="connsiteY246" fmla="*/ 2307647 h 2323145"/>
              <a:gd name="connsiteX247" fmla="*/ 266777 w 11269336"/>
              <a:gd name="connsiteY247" fmla="*/ 2309012 h 2323145"/>
              <a:gd name="connsiteX248" fmla="*/ 156013 w 11269336"/>
              <a:gd name="connsiteY248" fmla="*/ 2306832 h 2323145"/>
              <a:gd name="connsiteX249" fmla="*/ 87258 w 11269336"/>
              <a:gd name="connsiteY249" fmla="*/ 2285511 h 2323145"/>
              <a:gd name="connsiteX250" fmla="*/ 23798 w 11269336"/>
              <a:gd name="connsiteY250" fmla="*/ 2281822 h 2323145"/>
              <a:gd name="connsiteX251" fmla="*/ 0 w 11269336"/>
              <a:gd name="connsiteY251" fmla="*/ 2285369 h 2323145"/>
              <a:gd name="connsiteX252" fmla="*/ 0 w 11269336"/>
              <a:gd name="connsiteY25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405765 w 11269336"/>
              <a:gd name="connsiteY141" fmla="*/ 2199902 h 2323145"/>
              <a:gd name="connsiteX142" fmla="*/ 4401354 w 11269336"/>
              <a:gd name="connsiteY142" fmla="*/ 2194745 h 2323145"/>
              <a:gd name="connsiteX143" fmla="*/ 4366646 w 11269336"/>
              <a:gd name="connsiteY143" fmla="*/ 2198564 h 2323145"/>
              <a:gd name="connsiteX144" fmla="*/ 4354009 w 11269336"/>
              <a:gd name="connsiteY144" fmla="*/ 2204984 h 2323145"/>
              <a:gd name="connsiteX145" fmla="*/ 4348284 w 11269336"/>
              <a:gd name="connsiteY145" fmla="*/ 2205270 h 2323145"/>
              <a:gd name="connsiteX146" fmla="*/ 4333906 w 11269336"/>
              <a:gd name="connsiteY146" fmla="*/ 2205251 h 2323145"/>
              <a:gd name="connsiteX147" fmla="*/ 4308819 w 11269336"/>
              <a:gd name="connsiteY147" fmla="*/ 2203822 h 2323145"/>
              <a:gd name="connsiteX148" fmla="*/ 4301210 w 11269336"/>
              <a:gd name="connsiteY148" fmla="*/ 2204456 h 2323145"/>
              <a:gd name="connsiteX149" fmla="*/ 4283095 w 11269336"/>
              <a:gd name="connsiteY149" fmla="*/ 2198177 h 2323145"/>
              <a:gd name="connsiteX150" fmla="*/ 4250119 w 11269336"/>
              <a:gd name="connsiteY150" fmla="*/ 2196342 h 2323145"/>
              <a:gd name="connsiteX151" fmla="*/ 4189203 w 11269336"/>
              <a:gd name="connsiteY151" fmla="*/ 2178994 h 2323145"/>
              <a:gd name="connsiteX152" fmla="*/ 4154035 w 11269336"/>
              <a:gd name="connsiteY152" fmla="*/ 2171950 h 2323145"/>
              <a:gd name="connsiteX153" fmla="*/ 4129569 w 11269336"/>
              <a:gd name="connsiteY153" fmla="*/ 2163850 h 2323145"/>
              <a:gd name="connsiteX154" fmla="*/ 4061250 w 11269336"/>
              <a:gd name="connsiteY154" fmla="*/ 2159236 h 2323145"/>
              <a:gd name="connsiteX155" fmla="*/ 3945480 w 11269336"/>
              <a:gd name="connsiteY155" fmla="*/ 2158279 h 2323145"/>
              <a:gd name="connsiteX156" fmla="*/ 3921468 w 11269336"/>
              <a:gd name="connsiteY156" fmla="*/ 2156588 h 2323145"/>
              <a:gd name="connsiteX157" fmla="*/ 3903348 w 11269336"/>
              <a:gd name="connsiteY157" fmla="*/ 2149220 h 2323145"/>
              <a:gd name="connsiteX158" fmla="*/ 3901342 w 11269336"/>
              <a:gd name="connsiteY158" fmla="*/ 2142355 h 2323145"/>
              <a:gd name="connsiteX159" fmla="*/ 3888539 w 11269336"/>
              <a:gd name="connsiteY159" fmla="*/ 2140476 h 2323145"/>
              <a:gd name="connsiteX160" fmla="*/ 3885662 w 11269336"/>
              <a:gd name="connsiteY160" fmla="*/ 2138740 h 2323145"/>
              <a:gd name="connsiteX161" fmla="*/ 3868627 w 11269336"/>
              <a:gd name="connsiteY161" fmla="*/ 2130023 h 2323145"/>
              <a:gd name="connsiteX162" fmla="*/ 3819177 w 11269336"/>
              <a:gd name="connsiteY162" fmla="*/ 2142111 h 2323145"/>
              <a:gd name="connsiteX163" fmla="*/ 3769100 w 11269336"/>
              <a:gd name="connsiteY163" fmla="*/ 2131731 h 2323145"/>
              <a:gd name="connsiteX164" fmla="*/ 3562752 w 11269336"/>
              <a:gd name="connsiteY164" fmla="*/ 2131785 h 2323145"/>
              <a:gd name="connsiteX165" fmla="*/ 3541402 w 11269336"/>
              <a:gd name="connsiteY165" fmla="*/ 2106821 h 2323145"/>
              <a:gd name="connsiteX166" fmla="*/ 3365341 w 11269336"/>
              <a:gd name="connsiteY166" fmla="*/ 2077638 h 2323145"/>
              <a:gd name="connsiteX167" fmla="*/ 3170922 w 11269336"/>
              <a:gd name="connsiteY167" fmla="*/ 2115957 h 2323145"/>
              <a:gd name="connsiteX168" fmla="*/ 3156256 w 11269336"/>
              <a:gd name="connsiteY168" fmla="*/ 2124773 h 2323145"/>
              <a:gd name="connsiteX169" fmla="*/ 3140298 w 11269336"/>
              <a:gd name="connsiteY169" fmla="*/ 2129182 h 2323145"/>
              <a:gd name="connsiteX170" fmla="*/ 3138514 w 11269336"/>
              <a:gd name="connsiteY170" fmla="*/ 2128069 h 2323145"/>
              <a:gd name="connsiteX171" fmla="*/ 3120467 w 11269336"/>
              <a:gd name="connsiteY171" fmla="*/ 2128281 h 2323145"/>
              <a:gd name="connsiteX172" fmla="*/ 3116175 w 11269336"/>
              <a:gd name="connsiteY172" fmla="*/ 2131633 h 2323145"/>
              <a:gd name="connsiteX173" fmla="*/ 3103685 w 11269336"/>
              <a:gd name="connsiteY173" fmla="*/ 2132814 h 2323145"/>
              <a:gd name="connsiteX174" fmla="*/ 3078794 w 11269336"/>
              <a:gd name="connsiteY174" fmla="*/ 2137935 h 2323145"/>
              <a:gd name="connsiteX175" fmla="*/ 3074407 w 11269336"/>
              <a:gd name="connsiteY175" fmla="*/ 2136274 h 2323145"/>
              <a:gd name="connsiteX176" fmla="*/ 3037285 w 11269336"/>
              <a:gd name="connsiteY176" fmla="*/ 2139919 h 2323145"/>
              <a:gd name="connsiteX177" fmla="*/ 3036901 w 11269336"/>
              <a:gd name="connsiteY177" fmla="*/ 2138726 h 2323145"/>
              <a:gd name="connsiteX178" fmla="*/ 3026996 w 11269336"/>
              <a:gd name="connsiteY178" fmla="*/ 2134322 h 2323145"/>
              <a:gd name="connsiteX179" fmla="*/ 3007772 w 11269336"/>
              <a:gd name="connsiteY179" fmla="*/ 2128742 h 2323145"/>
              <a:gd name="connsiteX180" fmla="*/ 2965030 w 11269336"/>
              <a:gd name="connsiteY180" fmla="*/ 2100494 h 2323145"/>
              <a:gd name="connsiteX181" fmla="*/ 2926342 w 11269336"/>
              <a:gd name="connsiteY181" fmla="*/ 2104155 h 2323145"/>
              <a:gd name="connsiteX182" fmla="*/ 2918608 w 11269336"/>
              <a:gd name="connsiteY182" fmla="*/ 2104215 h 2323145"/>
              <a:gd name="connsiteX183" fmla="*/ 2918475 w 11269336"/>
              <a:gd name="connsiteY183" fmla="*/ 2103937 h 2323145"/>
              <a:gd name="connsiteX184" fmla="*/ 2910360 w 11269336"/>
              <a:gd name="connsiteY184" fmla="*/ 2103444 h 2323145"/>
              <a:gd name="connsiteX185" fmla="*/ 2904507 w 11269336"/>
              <a:gd name="connsiteY185" fmla="*/ 2104326 h 2323145"/>
              <a:gd name="connsiteX186" fmla="*/ 2889503 w 11269336"/>
              <a:gd name="connsiteY186" fmla="*/ 2104443 h 2323145"/>
              <a:gd name="connsiteX187" fmla="*/ 2884480 w 11269336"/>
              <a:gd name="connsiteY187" fmla="*/ 2102626 h 2323145"/>
              <a:gd name="connsiteX188" fmla="*/ 2882689 w 11269336"/>
              <a:gd name="connsiteY188" fmla="*/ 2099228 h 2323145"/>
              <a:gd name="connsiteX189" fmla="*/ 2881291 w 11269336"/>
              <a:gd name="connsiteY189" fmla="*/ 2099618 h 2323145"/>
              <a:gd name="connsiteX190" fmla="*/ 2853979 w 11269336"/>
              <a:gd name="connsiteY190" fmla="*/ 2090388 h 2323145"/>
              <a:gd name="connsiteX191" fmla="*/ 2791790 w 11269336"/>
              <a:gd name="connsiteY191" fmla="*/ 2080332 h 2323145"/>
              <a:gd name="connsiteX192" fmla="*/ 2755844 w 11269336"/>
              <a:gd name="connsiteY192" fmla="*/ 2078874 h 2323145"/>
              <a:gd name="connsiteX193" fmla="*/ 2657742 w 11269336"/>
              <a:gd name="connsiteY193" fmla="*/ 2070179 h 2323145"/>
              <a:gd name="connsiteX194" fmla="*/ 2559549 w 11269336"/>
              <a:gd name="connsiteY194" fmla="*/ 2057873 h 2323145"/>
              <a:gd name="connsiteX195" fmla="*/ 2512054 w 11269336"/>
              <a:gd name="connsiteY195" fmla="*/ 2031671 h 2323145"/>
              <a:gd name="connsiteX196" fmla="*/ 2506437 w 11269336"/>
              <a:gd name="connsiteY196" fmla="*/ 2030918 h 2323145"/>
              <a:gd name="connsiteX197" fmla="*/ 2491752 w 11269336"/>
              <a:gd name="connsiteY197" fmla="*/ 2033906 h 2323145"/>
              <a:gd name="connsiteX198" fmla="*/ 2486338 w 11269336"/>
              <a:gd name="connsiteY198" fmla="*/ 2035862 h 2323145"/>
              <a:gd name="connsiteX199" fmla="*/ 2478186 w 11269336"/>
              <a:gd name="connsiteY199" fmla="*/ 2036953 h 2323145"/>
              <a:gd name="connsiteX200" fmla="*/ 2477950 w 11269336"/>
              <a:gd name="connsiteY200" fmla="*/ 2036715 h 2323145"/>
              <a:gd name="connsiteX201" fmla="*/ 2470381 w 11269336"/>
              <a:gd name="connsiteY201" fmla="*/ 2038256 h 2323145"/>
              <a:gd name="connsiteX202" fmla="*/ 2433781 w 11269336"/>
              <a:gd name="connsiteY202" fmla="*/ 2049140 h 2323145"/>
              <a:gd name="connsiteX203" fmla="*/ 2381172 w 11269336"/>
              <a:gd name="connsiteY203" fmla="*/ 2030645 h 2323145"/>
              <a:gd name="connsiteX204" fmla="*/ 2360198 w 11269336"/>
              <a:gd name="connsiteY204" fmla="*/ 2029059 h 2323145"/>
              <a:gd name="connsiteX205" fmla="*/ 2348815 w 11269336"/>
              <a:gd name="connsiteY205" fmla="*/ 2026798 h 2323145"/>
              <a:gd name="connsiteX206" fmla="*/ 2347988 w 11269336"/>
              <a:gd name="connsiteY206" fmla="*/ 2025745 h 2323145"/>
              <a:gd name="connsiteX207" fmla="*/ 2312920 w 11269336"/>
              <a:gd name="connsiteY207" fmla="*/ 2036311 h 2323145"/>
              <a:gd name="connsiteX208" fmla="*/ 2307986 w 11269336"/>
              <a:gd name="connsiteY208" fmla="*/ 2035583 h 2323145"/>
              <a:gd name="connsiteX209" fmla="*/ 2285481 w 11269336"/>
              <a:gd name="connsiteY209" fmla="*/ 2045197 h 2323145"/>
              <a:gd name="connsiteX210" fmla="*/ 2273666 w 11269336"/>
              <a:gd name="connsiteY210" fmla="*/ 2048710 h 2323145"/>
              <a:gd name="connsiteX211" fmla="*/ 2270719 w 11269336"/>
              <a:gd name="connsiteY211" fmla="*/ 2052702 h 2323145"/>
              <a:gd name="connsiteX212" fmla="*/ 2253080 w 11269336"/>
              <a:gd name="connsiteY212" fmla="*/ 2056363 h 2323145"/>
              <a:gd name="connsiteX213" fmla="*/ 2250906 w 11269336"/>
              <a:gd name="connsiteY213" fmla="*/ 2055654 h 2323145"/>
              <a:gd name="connsiteX214" fmla="*/ 2236905 w 11269336"/>
              <a:gd name="connsiteY214" fmla="*/ 2062882 h 2323145"/>
              <a:gd name="connsiteX215" fmla="*/ 2225830 w 11269336"/>
              <a:gd name="connsiteY215" fmla="*/ 2074027 h 2323145"/>
              <a:gd name="connsiteX216" fmla="*/ 2073776 w 11269336"/>
              <a:gd name="connsiteY216" fmla="*/ 2089244 h 2323145"/>
              <a:gd name="connsiteX217" fmla="*/ 1948256 w 11269336"/>
              <a:gd name="connsiteY217" fmla="*/ 2146616 h 2323145"/>
              <a:gd name="connsiteX218" fmla="*/ 1865582 w 11269336"/>
              <a:gd name="connsiteY218" fmla="*/ 2153738 h 2323145"/>
              <a:gd name="connsiteX219" fmla="*/ 1835210 w 11269336"/>
              <a:gd name="connsiteY219" fmla="*/ 2134244 h 2323145"/>
              <a:gd name="connsiteX220" fmla="*/ 1632661 w 11269336"/>
              <a:gd name="connsiteY220" fmla="*/ 2173882 h 2323145"/>
              <a:gd name="connsiteX221" fmla="*/ 1579590 w 11269336"/>
              <a:gd name="connsiteY221" fmla="*/ 2173680 h 2323145"/>
              <a:gd name="connsiteX222" fmla="*/ 1535601 w 11269336"/>
              <a:gd name="connsiteY222" fmla="*/ 2194590 h 2323145"/>
              <a:gd name="connsiteX223" fmla="*/ 1515594 w 11269336"/>
              <a:gd name="connsiteY223" fmla="*/ 2189622 h 2323145"/>
              <a:gd name="connsiteX224" fmla="*/ 1512113 w 11269336"/>
              <a:gd name="connsiteY224" fmla="*/ 2188534 h 2323145"/>
              <a:gd name="connsiteX225" fmla="*/ 1498838 w 11269336"/>
              <a:gd name="connsiteY225" fmla="*/ 2189213 h 2323145"/>
              <a:gd name="connsiteX226" fmla="*/ 1494279 w 11269336"/>
              <a:gd name="connsiteY226" fmla="*/ 2183112 h 2323145"/>
              <a:gd name="connsiteX227" fmla="*/ 1473714 w 11269336"/>
              <a:gd name="connsiteY227" fmla="*/ 2179625 h 2323145"/>
              <a:gd name="connsiteX228" fmla="*/ 1449503 w 11269336"/>
              <a:gd name="connsiteY228" fmla="*/ 2182633 h 2323145"/>
              <a:gd name="connsiteX229" fmla="*/ 1266687 w 11269336"/>
              <a:gd name="connsiteY229" fmla="*/ 2212688 h 2323145"/>
              <a:gd name="connsiteX230" fmla="*/ 1239614 w 11269336"/>
              <a:gd name="connsiteY230" fmla="*/ 2209727 h 2323145"/>
              <a:gd name="connsiteX231" fmla="*/ 1202436 w 11269336"/>
              <a:gd name="connsiteY231" fmla="*/ 2209817 h 2323145"/>
              <a:gd name="connsiteX232" fmla="*/ 1136097 w 11269336"/>
              <a:gd name="connsiteY232" fmla="*/ 2205112 h 2323145"/>
              <a:gd name="connsiteX233" fmla="*/ 988232 w 11269336"/>
              <a:gd name="connsiteY233" fmla="*/ 2235635 h 2323145"/>
              <a:gd name="connsiteX234" fmla="*/ 981959 w 11269336"/>
              <a:gd name="connsiteY234" fmla="*/ 2231607 h 2323145"/>
              <a:gd name="connsiteX235" fmla="*/ 938600 w 11269336"/>
              <a:gd name="connsiteY235" fmla="*/ 2238113 h 2323145"/>
              <a:gd name="connsiteX236" fmla="*/ 791788 w 11269336"/>
              <a:gd name="connsiteY236" fmla="*/ 2293224 h 2323145"/>
              <a:gd name="connsiteX237" fmla="*/ 706914 w 11269336"/>
              <a:gd name="connsiteY237" fmla="*/ 2305046 h 2323145"/>
              <a:gd name="connsiteX238" fmla="*/ 675971 w 11269336"/>
              <a:gd name="connsiteY238" fmla="*/ 2304030 h 2323145"/>
              <a:gd name="connsiteX239" fmla="*/ 624180 w 11269336"/>
              <a:gd name="connsiteY239" fmla="*/ 2302650 h 2323145"/>
              <a:gd name="connsiteX240" fmla="*/ 583453 w 11269336"/>
              <a:gd name="connsiteY240" fmla="*/ 2288788 h 2323145"/>
              <a:gd name="connsiteX241" fmla="*/ 540946 w 11269336"/>
              <a:gd name="connsiteY241" fmla="*/ 2292721 h 2323145"/>
              <a:gd name="connsiteX242" fmla="*/ 533680 w 11269336"/>
              <a:gd name="connsiteY242" fmla="*/ 2310233 h 2323145"/>
              <a:gd name="connsiteX243" fmla="*/ 487366 w 11269336"/>
              <a:gd name="connsiteY243" fmla="*/ 2309053 h 2323145"/>
              <a:gd name="connsiteX244" fmla="*/ 416820 w 11269336"/>
              <a:gd name="connsiteY244" fmla="*/ 2305443 h 2323145"/>
              <a:gd name="connsiteX245" fmla="*/ 376805 w 11269336"/>
              <a:gd name="connsiteY245" fmla="*/ 2307647 h 2323145"/>
              <a:gd name="connsiteX246" fmla="*/ 266777 w 11269336"/>
              <a:gd name="connsiteY246" fmla="*/ 2309012 h 2323145"/>
              <a:gd name="connsiteX247" fmla="*/ 156013 w 11269336"/>
              <a:gd name="connsiteY247" fmla="*/ 2306832 h 2323145"/>
              <a:gd name="connsiteX248" fmla="*/ 87258 w 11269336"/>
              <a:gd name="connsiteY248" fmla="*/ 2285511 h 2323145"/>
              <a:gd name="connsiteX249" fmla="*/ 23798 w 11269336"/>
              <a:gd name="connsiteY249" fmla="*/ 2281822 h 2323145"/>
              <a:gd name="connsiteX250" fmla="*/ 0 w 11269336"/>
              <a:gd name="connsiteY250" fmla="*/ 2285369 h 2323145"/>
              <a:gd name="connsiteX251" fmla="*/ 0 w 11269336"/>
              <a:gd name="connsiteY251" fmla="*/ 0 h 2323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Lst>
            <a:rect l="l" t="t" r="r" b="b"/>
            <a:pathLst>
              <a:path w="11269336" h="2323145">
                <a:moveTo>
                  <a:pt x="0" y="0"/>
                </a:moveTo>
                <a:lnTo>
                  <a:pt x="11269336" y="0"/>
                </a:lnTo>
                <a:lnTo>
                  <a:pt x="11268645" y="511"/>
                </a:lnTo>
                <a:cubicBezTo>
                  <a:pt x="11257520" y="14091"/>
                  <a:pt x="11248967" y="32073"/>
                  <a:pt x="11230739" y="37096"/>
                </a:cubicBezTo>
                <a:cubicBezTo>
                  <a:pt x="11194283" y="47141"/>
                  <a:pt x="11124351" y="55013"/>
                  <a:pt x="11082485" y="78590"/>
                </a:cubicBezTo>
                <a:cubicBezTo>
                  <a:pt x="11064655" y="69818"/>
                  <a:pt x="11049588" y="97621"/>
                  <a:pt x="11031776" y="79197"/>
                </a:cubicBezTo>
                <a:cubicBezTo>
                  <a:pt x="11016683" y="85023"/>
                  <a:pt x="11009945" y="92832"/>
                  <a:pt x="10995894" y="83459"/>
                </a:cubicBezTo>
                <a:cubicBezTo>
                  <a:pt x="10971843" y="134740"/>
                  <a:pt x="10888992" y="106042"/>
                  <a:pt x="10861177" y="147419"/>
                </a:cubicBezTo>
                <a:cubicBezTo>
                  <a:pt x="10850370" y="129415"/>
                  <a:pt x="10807086" y="138624"/>
                  <a:pt x="10782732" y="135645"/>
                </a:cubicBezTo>
                <a:cubicBezTo>
                  <a:pt x="10869014" y="196205"/>
                  <a:pt x="10693356" y="147304"/>
                  <a:pt x="10660773" y="179312"/>
                </a:cubicBezTo>
                <a:cubicBezTo>
                  <a:pt x="10667385" y="121467"/>
                  <a:pt x="10595265" y="182241"/>
                  <a:pt x="10564442" y="160738"/>
                </a:cubicBezTo>
                <a:cubicBezTo>
                  <a:pt x="10544419" y="190949"/>
                  <a:pt x="10518436" y="167191"/>
                  <a:pt x="10490200" y="183533"/>
                </a:cubicBezTo>
                <a:cubicBezTo>
                  <a:pt x="10423905" y="202688"/>
                  <a:pt x="10362764" y="244779"/>
                  <a:pt x="10271351" y="243104"/>
                </a:cubicBezTo>
                <a:cubicBezTo>
                  <a:pt x="10247818" y="329775"/>
                  <a:pt x="10135674" y="303068"/>
                  <a:pt x="10061033" y="364937"/>
                </a:cubicBezTo>
                <a:cubicBezTo>
                  <a:pt x="10014289" y="383940"/>
                  <a:pt x="9930032" y="360289"/>
                  <a:pt x="9921770" y="406154"/>
                </a:cubicBezTo>
                <a:cubicBezTo>
                  <a:pt x="9894276" y="384665"/>
                  <a:pt x="9881945" y="430851"/>
                  <a:pt x="9858388" y="439489"/>
                </a:cubicBezTo>
                <a:cubicBezTo>
                  <a:pt x="9835642" y="426888"/>
                  <a:pt x="9828901" y="443125"/>
                  <a:pt x="9811914" y="449865"/>
                </a:cubicBezTo>
                <a:cubicBezTo>
                  <a:pt x="9801869" y="441287"/>
                  <a:pt x="9787055" y="444835"/>
                  <a:pt x="9784394" y="457816"/>
                </a:cubicBezTo>
                <a:cubicBezTo>
                  <a:pt x="9797169" y="483924"/>
                  <a:pt x="9656844" y="450179"/>
                  <a:pt x="9656836" y="469967"/>
                </a:cubicBezTo>
                <a:cubicBezTo>
                  <a:pt x="9589537" y="485301"/>
                  <a:pt x="9662097" y="527310"/>
                  <a:pt x="9561575" y="559978"/>
                </a:cubicBezTo>
                <a:cubicBezTo>
                  <a:pt x="9479149" y="599104"/>
                  <a:pt x="9215234" y="670585"/>
                  <a:pt x="9162278" y="704724"/>
                </a:cubicBezTo>
                <a:cubicBezTo>
                  <a:pt x="9173017" y="730567"/>
                  <a:pt x="9063215" y="727685"/>
                  <a:pt x="9062863" y="754656"/>
                </a:cubicBezTo>
                <a:cubicBezTo>
                  <a:pt x="9021608" y="774940"/>
                  <a:pt x="8924639" y="816390"/>
                  <a:pt x="8914746" y="826428"/>
                </a:cubicBezTo>
                <a:lnTo>
                  <a:pt x="8917778" y="835198"/>
                </a:lnTo>
                <a:lnTo>
                  <a:pt x="8905560" y="838358"/>
                </a:lnTo>
                <a:lnTo>
                  <a:pt x="8897564" y="834287"/>
                </a:lnTo>
                <a:lnTo>
                  <a:pt x="8878040" y="844150"/>
                </a:lnTo>
                <a:cubicBezTo>
                  <a:pt x="8861112" y="848992"/>
                  <a:pt x="8812843" y="856499"/>
                  <a:pt x="8795998" y="863337"/>
                </a:cubicBezTo>
                <a:cubicBezTo>
                  <a:pt x="8792888" y="873975"/>
                  <a:pt x="8786153" y="880792"/>
                  <a:pt x="8776970" y="885177"/>
                </a:cubicBezTo>
                <a:lnTo>
                  <a:pt x="8755719" y="889754"/>
                </a:lnTo>
                <a:lnTo>
                  <a:pt x="8743257" y="904723"/>
                </a:lnTo>
                <a:cubicBezTo>
                  <a:pt x="8737642" y="908108"/>
                  <a:pt x="8730651" y="908759"/>
                  <a:pt x="8721366" y="904711"/>
                </a:cubicBezTo>
                <a:cubicBezTo>
                  <a:pt x="8711895" y="915873"/>
                  <a:pt x="8676250" y="900745"/>
                  <a:pt x="8678353" y="926318"/>
                </a:cubicBezTo>
                <a:cubicBezTo>
                  <a:pt x="8658506" y="928813"/>
                  <a:pt x="8647569" y="933735"/>
                  <a:pt x="8636849" y="937900"/>
                </a:cubicBezTo>
                <a:lnTo>
                  <a:pt x="8620213" y="943068"/>
                </a:lnTo>
                <a:lnTo>
                  <a:pt x="8612581" y="952695"/>
                </a:lnTo>
                <a:cubicBezTo>
                  <a:pt x="8605836" y="959769"/>
                  <a:pt x="8598255" y="964412"/>
                  <a:pt x="8589038" y="963892"/>
                </a:cubicBezTo>
                <a:lnTo>
                  <a:pt x="8579950" y="960899"/>
                </a:lnTo>
                <a:cubicBezTo>
                  <a:pt x="8579740" y="962476"/>
                  <a:pt x="8579529" y="964053"/>
                  <a:pt x="8579319" y="965630"/>
                </a:cubicBezTo>
                <a:cubicBezTo>
                  <a:pt x="8579138" y="972972"/>
                  <a:pt x="8576531" y="980010"/>
                  <a:pt x="8547429" y="984506"/>
                </a:cubicBezTo>
                <a:cubicBezTo>
                  <a:pt x="8529238" y="1001725"/>
                  <a:pt x="8505565" y="1015840"/>
                  <a:pt x="8478704" y="1025490"/>
                </a:cubicBezTo>
                <a:cubicBezTo>
                  <a:pt x="8473109" y="1019545"/>
                  <a:pt x="8465819" y="1032194"/>
                  <a:pt x="8461421" y="1035512"/>
                </a:cubicBezTo>
                <a:cubicBezTo>
                  <a:pt x="8459739" y="1031087"/>
                  <a:pt x="8447663" y="1032074"/>
                  <a:pt x="8445003" y="1036851"/>
                </a:cubicBezTo>
                <a:cubicBezTo>
                  <a:pt x="8366593" y="1075951"/>
                  <a:pt x="8398773" y="1021402"/>
                  <a:pt x="8357350" y="1060213"/>
                </a:cubicBezTo>
                <a:cubicBezTo>
                  <a:pt x="8349366" y="1063843"/>
                  <a:pt x="8342208" y="1063367"/>
                  <a:pt x="8335565" y="1061151"/>
                </a:cubicBezTo>
                <a:lnTo>
                  <a:pt x="8325267" y="1055919"/>
                </a:lnTo>
                <a:lnTo>
                  <a:pt x="8293586" y="1076144"/>
                </a:lnTo>
                <a:cubicBezTo>
                  <a:pt x="8277595" y="1084193"/>
                  <a:pt x="8260401" y="1090863"/>
                  <a:pt x="8242405" y="1095960"/>
                </a:cubicBezTo>
                <a:cubicBezTo>
                  <a:pt x="8226373" y="1101227"/>
                  <a:pt x="8224213" y="1102052"/>
                  <a:pt x="8197391" y="1107746"/>
                </a:cubicBezTo>
                <a:cubicBezTo>
                  <a:pt x="8090266" y="1152133"/>
                  <a:pt x="8141491" y="1082372"/>
                  <a:pt x="8081474" y="1130125"/>
                </a:cubicBezTo>
                <a:cubicBezTo>
                  <a:pt x="8070634" y="1134173"/>
                  <a:pt x="8061619" y="1132810"/>
                  <a:pt x="8053585" y="1129169"/>
                </a:cubicBezTo>
                <a:lnTo>
                  <a:pt x="8038422" y="1119092"/>
                </a:lnTo>
                <a:lnTo>
                  <a:pt x="8029450" y="1125592"/>
                </a:lnTo>
                <a:cubicBezTo>
                  <a:pt x="7992226" y="1133484"/>
                  <a:pt x="7978616" y="1122765"/>
                  <a:pt x="7959552" y="1140188"/>
                </a:cubicBezTo>
                <a:cubicBezTo>
                  <a:pt x="7922008" y="1119572"/>
                  <a:pt x="7937737" y="1141786"/>
                  <a:pt x="7914188" y="1150862"/>
                </a:cubicBezTo>
                <a:cubicBezTo>
                  <a:pt x="7896037" y="1160155"/>
                  <a:pt x="7933463" y="1163411"/>
                  <a:pt x="7914918" y="1168758"/>
                </a:cubicBezTo>
                <a:cubicBezTo>
                  <a:pt x="7893102" y="1165887"/>
                  <a:pt x="7898453" y="1187420"/>
                  <a:pt x="7875510" y="1183153"/>
                </a:cubicBezTo>
                <a:cubicBezTo>
                  <a:pt x="7877354" y="1165743"/>
                  <a:pt x="7834286" y="1194789"/>
                  <a:pt x="7829932" y="1180782"/>
                </a:cubicBezTo>
                <a:cubicBezTo>
                  <a:pt x="7816047" y="1204874"/>
                  <a:pt x="7801901" y="1181513"/>
                  <a:pt x="7779182" y="1192665"/>
                </a:cubicBezTo>
                <a:cubicBezTo>
                  <a:pt x="7769446" y="1202686"/>
                  <a:pt x="7761564" y="1205661"/>
                  <a:pt x="7748774" y="1199586"/>
                </a:cubicBezTo>
                <a:cubicBezTo>
                  <a:pt x="7704339" y="1247771"/>
                  <a:pt x="7717626" y="1207638"/>
                  <a:pt x="7671846" y="1231966"/>
                </a:cubicBezTo>
                <a:cubicBezTo>
                  <a:pt x="7632956" y="1255682"/>
                  <a:pt x="7587383" y="1275180"/>
                  <a:pt x="7554146" y="1319748"/>
                </a:cubicBezTo>
                <a:cubicBezTo>
                  <a:pt x="7548775" y="1331557"/>
                  <a:pt x="7531272" y="1339155"/>
                  <a:pt x="7515052" y="1336718"/>
                </a:cubicBezTo>
                <a:cubicBezTo>
                  <a:pt x="7512260" y="1336298"/>
                  <a:pt x="7509613" y="1335590"/>
                  <a:pt x="7507193" y="1334617"/>
                </a:cubicBezTo>
                <a:cubicBezTo>
                  <a:pt x="7488273" y="1365207"/>
                  <a:pt x="7468925" y="1356298"/>
                  <a:pt x="7461694" y="1375866"/>
                </a:cubicBezTo>
                <a:cubicBezTo>
                  <a:pt x="7422434" y="1391917"/>
                  <a:pt x="7384603" y="1382819"/>
                  <a:pt x="7377571" y="1400128"/>
                </a:cubicBezTo>
                <a:cubicBezTo>
                  <a:pt x="7356236" y="1403926"/>
                  <a:pt x="7322509" y="1393138"/>
                  <a:pt x="7311261" y="1412652"/>
                </a:cubicBezTo>
                <a:cubicBezTo>
                  <a:pt x="7305349" y="1400071"/>
                  <a:pt x="7289966" y="1428039"/>
                  <a:pt x="7275307" y="1422171"/>
                </a:cubicBezTo>
                <a:cubicBezTo>
                  <a:pt x="7264529" y="1416601"/>
                  <a:pt x="7257348" y="1423786"/>
                  <a:pt x="7247783" y="1426330"/>
                </a:cubicBezTo>
                <a:cubicBezTo>
                  <a:pt x="7233839" y="1423056"/>
                  <a:pt x="7194363" y="1442037"/>
                  <a:pt x="7185047" y="1451812"/>
                </a:cubicBezTo>
                <a:cubicBezTo>
                  <a:pt x="7164447" y="1483396"/>
                  <a:pt x="7101577" y="1475742"/>
                  <a:pt x="7084117" y="1500281"/>
                </a:cubicBezTo>
                <a:cubicBezTo>
                  <a:pt x="7076899" y="1504821"/>
                  <a:pt x="7069494" y="1507565"/>
                  <a:pt x="7062011" y="1509183"/>
                </a:cubicBezTo>
                <a:lnTo>
                  <a:pt x="7040555" y="1511207"/>
                </a:lnTo>
                <a:lnTo>
                  <a:pt x="7033438" y="1506772"/>
                </a:lnTo>
                <a:lnTo>
                  <a:pt x="7020886" y="1510764"/>
                </a:lnTo>
                <a:lnTo>
                  <a:pt x="7017033" y="1510650"/>
                </a:lnTo>
                <a:lnTo>
                  <a:pt x="6995460" y="1511173"/>
                </a:lnTo>
                <a:cubicBezTo>
                  <a:pt x="7010208" y="1537643"/>
                  <a:pt x="6938512" y="1522467"/>
                  <a:pt x="6962144" y="1541508"/>
                </a:cubicBezTo>
                <a:cubicBezTo>
                  <a:pt x="6926351" y="1550586"/>
                  <a:pt x="6958236" y="1566326"/>
                  <a:pt x="6910674" y="1554793"/>
                </a:cubicBezTo>
                <a:cubicBezTo>
                  <a:pt x="6859225" y="1589274"/>
                  <a:pt x="6769015" y="1598548"/>
                  <a:pt x="6732152" y="1642538"/>
                </a:cubicBezTo>
                <a:cubicBezTo>
                  <a:pt x="6734901" y="1628031"/>
                  <a:pt x="6709146" y="1622413"/>
                  <a:pt x="6694106" y="1632377"/>
                </a:cubicBezTo>
                <a:cubicBezTo>
                  <a:pt x="6702628" y="1575914"/>
                  <a:pt x="6638899" y="1692862"/>
                  <a:pt x="6617223" y="1659889"/>
                </a:cubicBezTo>
                <a:cubicBezTo>
                  <a:pt x="6623246" y="1693349"/>
                  <a:pt x="6561228" y="1764690"/>
                  <a:pt x="6521138" y="1744340"/>
                </a:cubicBezTo>
                <a:cubicBezTo>
                  <a:pt x="6469831" y="1761656"/>
                  <a:pt x="6438109" y="1796731"/>
                  <a:pt x="6380677" y="1796883"/>
                </a:cubicBezTo>
                <a:cubicBezTo>
                  <a:pt x="6379865" y="1801686"/>
                  <a:pt x="6377810" y="1805986"/>
                  <a:pt x="6374897" y="1809910"/>
                </a:cubicBezTo>
                <a:lnTo>
                  <a:pt x="6364545" y="1820090"/>
                </a:lnTo>
                <a:lnTo>
                  <a:pt x="6362126" y="1819991"/>
                </a:lnTo>
                <a:cubicBezTo>
                  <a:pt x="6353055" y="1821720"/>
                  <a:pt x="6348796" y="1824537"/>
                  <a:pt x="6346673" y="1827824"/>
                </a:cubicBezTo>
                <a:lnTo>
                  <a:pt x="6345588" y="1832232"/>
                </a:lnTo>
                <a:lnTo>
                  <a:pt x="6335708" y="1838451"/>
                </a:lnTo>
                <a:lnTo>
                  <a:pt x="6318182" y="1852975"/>
                </a:lnTo>
                <a:lnTo>
                  <a:pt x="6313084" y="1853561"/>
                </a:lnTo>
                <a:lnTo>
                  <a:pt x="6283816" y="1872148"/>
                </a:lnTo>
                <a:lnTo>
                  <a:pt x="6282550" y="1871392"/>
                </a:lnTo>
                <a:cubicBezTo>
                  <a:pt x="6279041" y="1870121"/>
                  <a:pt x="6275192" y="1869982"/>
                  <a:pt x="6270527" y="1872208"/>
                </a:cubicBezTo>
                <a:cubicBezTo>
                  <a:pt x="6265029" y="1853962"/>
                  <a:pt x="6262790" y="1867903"/>
                  <a:pt x="6249518" y="1876079"/>
                </a:cubicBezTo>
                <a:cubicBezTo>
                  <a:pt x="6238019" y="1849564"/>
                  <a:pt x="6207959" y="1881750"/>
                  <a:pt x="6190386" y="1872478"/>
                </a:cubicBezTo>
                <a:cubicBezTo>
                  <a:pt x="6180893" y="1879083"/>
                  <a:pt x="6170646" y="1885584"/>
                  <a:pt x="6159777" y="1891745"/>
                </a:cubicBezTo>
                <a:lnTo>
                  <a:pt x="6153131" y="1895079"/>
                </a:lnTo>
                <a:lnTo>
                  <a:pt x="6152798" y="1894920"/>
                </a:lnTo>
                <a:cubicBezTo>
                  <a:pt x="6150925" y="1895166"/>
                  <a:pt x="6148578" y="1896082"/>
                  <a:pt x="6145388" y="1897990"/>
                </a:cubicBezTo>
                <a:lnTo>
                  <a:pt x="6141014" y="1901155"/>
                </a:lnTo>
                <a:lnTo>
                  <a:pt x="6128122" y="1907623"/>
                </a:lnTo>
                <a:lnTo>
                  <a:pt x="6122351" y="1908359"/>
                </a:lnTo>
                <a:cubicBezTo>
                  <a:pt x="6099508" y="1905910"/>
                  <a:pt x="6088334" y="1869006"/>
                  <a:pt x="6064750" y="1896394"/>
                </a:cubicBezTo>
                <a:cubicBezTo>
                  <a:pt x="6025977" y="1903785"/>
                  <a:pt x="5997095" y="1889190"/>
                  <a:pt x="5964230" y="1910038"/>
                </a:cubicBezTo>
                <a:cubicBezTo>
                  <a:pt x="5927910" y="1916874"/>
                  <a:pt x="5894873" y="1914928"/>
                  <a:pt x="5865399" y="1926966"/>
                </a:cubicBezTo>
                <a:cubicBezTo>
                  <a:pt x="5851644" y="1923038"/>
                  <a:pt x="5839380" y="1922808"/>
                  <a:pt x="5829951" y="1934755"/>
                </a:cubicBezTo>
                <a:cubicBezTo>
                  <a:pt x="5795498" y="1938369"/>
                  <a:pt x="5784532" y="1926246"/>
                  <a:pt x="5765285" y="1941322"/>
                </a:cubicBezTo>
                <a:cubicBezTo>
                  <a:pt x="5741789" y="1922874"/>
                  <a:pt x="5742385" y="1931607"/>
                  <a:pt x="5734750" y="1939793"/>
                </a:cubicBezTo>
                <a:lnTo>
                  <a:pt x="5733569" y="1940505"/>
                </a:lnTo>
                <a:lnTo>
                  <a:pt x="5730329" y="1937845"/>
                </a:lnTo>
                <a:lnTo>
                  <a:pt x="5724661" y="1937455"/>
                </a:lnTo>
                <a:lnTo>
                  <a:pt x="5710186" y="1941370"/>
                </a:lnTo>
                <a:lnTo>
                  <a:pt x="5704910" y="1943663"/>
                </a:lnTo>
                <a:cubicBezTo>
                  <a:pt x="5701213" y="1944937"/>
                  <a:pt x="5698678" y="1945391"/>
                  <a:pt x="5696836" y="1945271"/>
                </a:cubicBezTo>
                <a:lnTo>
                  <a:pt x="5696583" y="1945050"/>
                </a:lnTo>
                <a:lnTo>
                  <a:pt x="5689123" y="1947067"/>
                </a:lnTo>
                <a:cubicBezTo>
                  <a:pt x="5676655" y="1951072"/>
                  <a:pt x="5664639" y="1955533"/>
                  <a:pt x="5653291" y="1960245"/>
                </a:cubicBezTo>
                <a:cubicBezTo>
                  <a:pt x="5640346" y="1947636"/>
                  <a:pt x="5600180" y="1973739"/>
                  <a:pt x="5599385" y="1945198"/>
                </a:cubicBezTo>
                <a:cubicBezTo>
                  <a:pt x="5583913" y="1950736"/>
                  <a:pt x="5576590" y="1964134"/>
                  <a:pt x="5578300" y="1944963"/>
                </a:cubicBezTo>
                <a:cubicBezTo>
                  <a:pt x="5573104" y="1946266"/>
                  <a:pt x="5569560" y="1945382"/>
                  <a:pt x="5566758" y="1943441"/>
                </a:cubicBezTo>
                <a:lnTo>
                  <a:pt x="5565857" y="1942445"/>
                </a:lnTo>
                <a:lnTo>
                  <a:pt x="5531534" y="1955208"/>
                </a:lnTo>
                <a:lnTo>
                  <a:pt x="5526552" y="1954799"/>
                </a:lnTo>
                <a:lnTo>
                  <a:pt x="5504723" y="1965811"/>
                </a:lnTo>
                <a:lnTo>
                  <a:pt x="5493156" y="1970063"/>
                </a:lnTo>
                <a:lnTo>
                  <a:pt x="5490486" y="1974227"/>
                </a:lnTo>
                <a:cubicBezTo>
                  <a:pt x="5487271" y="1977077"/>
                  <a:pt x="5482233" y="1979045"/>
                  <a:pt x="5473107" y="1979001"/>
                </a:cubicBezTo>
                <a:lnTo>
                  <a:pt x="5470885" y="1978432"/>
                </a:lnTo>
                <a:lnTo>
                  <a:pt x="5457393" y="1986525"/>
                </a:lnTo>
                <a:cubicBezTo>
                  <a:pt x="5453194" y="1989853"/>
                  <a:pt x="5449663" y="1993721"/>
                  <a:pt x="5447102" y="1998329"/>
                </a:cubicBezTo>
                <a:cubicBezTo>
                  <a:pt x="5386283" y="2017364"/>
                  <a:pt x="5223545" y="2015483"/>
                  <a:pt x="5159151" y="2029640"/>
                </a:cubicBezTo>
                <a:cubicBezTo>
                  <a:pt x="5141359" y="2036610"/>
                  <a:pt x="5090827" y="2076822"/>
                  <a:pt x="5098838" y="2062961"/>
                </a:cubicBezTo>
                <a:cubicBezTo>
                  <a:pt x="5047883" y="2099457"/>
                  <a:pt x="4922007" y="2111466"/>
                  <a:pt x="4860988" y="2135698"/>
                </a:cubicBezTo>
                <a:cubicBezTo>
                  <a:pt x="4805413" y="2152292"/>
                  <a:pt x="4784714" y="2158665"/>
                  <a:pt x="4765388" y="2162525"/>
                </a:cubicBezTo>
                <a:cubicBezTo>
                  <a:pt x="4758560" y="2161978"/>
                  <a:pt x="4751823" y="2160531"/>
                  <a:pt x="4745033" y="2158859"/>
                </a:cubicBezTo>
                <a:lnTo>
                  <a:pt x="4741475" y="2157998"/>
                </a:lnTo>
                <a:lnTo>
                  <a:pt x="4728247" y="2159526"/>
                </a:lnTo>
                <a:lnTo>
                  <a:pt x="4723263" y="2153742"/>
                </a:lnTo>
                <a:lnTo>
                  <a:pt x="4593061" y="2171597"/>
                </a:lnTo>
                <a:lnTo>
                  <a:pt x="4405765" y="2199902"/>
                </a:lnTo>
                <a:cubicBezTo>
                  <a:pt x="4403942" y="2198353"/>
                  <a:pt x="4402457" y="2196614"/>
                  <a:pt x="4401354" y="2194745"/>
                </a:cubicBezTo>
                <a:lnTo>
                  <a:pt x="4366646" y="2198564"/>
                </a:lnTo>
                <a:lnTo>
                  <a:pt x="4354009" y="2204984"/>
                </a:lnTo>
                <a:lnTo>
                  <a:pt x="4348284" y="2205270"/>
                </a:lnTo>
                <a:lnTo>
                  <a:pt x="4333906" y="2205251"/>
                </a:lnTo>
                <a:cubicBezTo>
                  <a:pt x="4326429" y="2204713"/>
                  <a:pt x="4318024" y="2203940"/>
                  <a:pt x="4308819" y="2203822"/>
                </a:cubicBezTo>
                <a:lnTo>
                  <a:pt x="4301210" y="2204456"/>
                </a:lnTo>
                <a:lnTo>
                  <a:pt x="4283095" y="2198177"/>
                </a:lnTo>
                <a:cubicBezTo>
                  <a:pt x="4269863" y="2193337"/>
                  <a:pt x="4259612" y="2190345"/>
                  <a:pt x="4250119" y="2196342"/>
                </a:cubicBezTo>
                <a:cubicBezTo>
                  <a:pt x="4230702" y="2190559"/>
                  <a:pt x="4213171" y="2166890"/>
                  <a:pt x="4189203" y="2178994"/>
                </a:cubicBezTo>
                <a:cubicBezTo>
                  <a:pt x="4194512" y="2165594"/>
                  <a:pt x="4160734" y="2183257"/>
                  <a:pt x="4154035" y="2171950"/>
                </a:cubicBezTo>
                <a:cubicBezTo>
                  <a:pt x="4150098" y="2162547"/>
                  <a:pt x="4138934" y="2165714"/>
                  <a:pt x="4129569" y="2163850"/>
                </a:cubicBezTo>
                <a:cubicBezTo>
                  <a:pt x="4121391" y="2155090"/>
                  <a:pt x="4076089" y="2154737"/>
                  <a:pt x="4061250" y="2159236"/>
                </a:cubicBezTo>
                <a:cubicBezTo>
                  <a:pt x="4020618" y="2177811"/>
                  <a:pt x="3978175" y="2144465"/>
                  <a:pt x="3945480" y="2158279"/>
                </a:cubicBezTo>
                <a:cubicBezTo>
                  <a:pt x="3936362" y="2159139"/>
                  <a:pt x="3928502" y="2158369"/>
                  <a:pt x="3921468" y="2156588"/>
                </a:cubicBezTo>
                <a:lnTo>
                  <a:pt x="3903348" y="2149220"/>
                </a:lnTo>
                <a:lnTo>
                  <a:pt x="3901342" y="2142355"/>
                </a:lnTo>
                <a:lnTo>
                  <a:pt x="3888539" y="2140476"/>
                </a:lnTo>
                <a:lnTo>
                  <a:pt x="3885662" y="2138740"/>
                </a:lnTo>
                <a:cubicBezTo>
                  <a:pt x="3880178" y="2135398"/>
                  <a:pt x="3874645" y="2132286"/>
                  <a:pt x="3868627" y="2130023"/>
                </a:cubicBezTo>
                <a:cubicBezTo>
                  <a:pt x="3859240" y="2159198"/>
                  <a:pt x="3815892" y="2115590"/>
                  <a:pt x="3819177" y="2142111"/>
                </a:cubicBezTo>
                <a:cubicBezTo>
                  <a:pt x="3784478" y="2134756"/>
                  <a:pt x="3796708" y="2161930"/>
                  <a:pt x="3769100" y="2131731"/>
                </a:cubicBezTo>
                <a:cubicBezTo>
                  <a:pt x="3702423" y="2139704"/>
                  <a:pt x="3625642" y="2109386"/>
                  <a:pt x="3562752" y="2131785"/>
                </a:cubicBezTo>
                <a:cubicBezTo>
                  <a:pt x="3576244" y="2120400"/>
                  <a:pt x="3560801" y="2104591"/>
                  <a:pt x="3541402" y="2106821"/>
                </a:cubicBezTo>
                <a:cubicBezTo>
                  <a:pt x="3592232" y="2061584"/>
                  <a:pt x="3356194" y="2115384"/>
                  <a:pt x="3365341" y="2077638"/>
                </a:cubicBezTo>
                <a:cubicBezTo>
                  <a:pt x="3303594" y="2079161"/>
                  <a:pt x="3221644" y="2111487"/>
                  <a:pt x="3170922" y="2115957"/>
                </a:cubicBezTo>
                <a:cubicBezTo>
                  <a:pt x="3166532" y="2119769"/>
                  <a:pt x="3161579" y="2122617"/>
                  <a:pt x="3156256" y="2124773"/>
                </a:cubicBezTo>
                <a:lnTo>
                  <a:pt x="3140298" y="2129182"/>
                </a:lnTo>
                <a:lnTo>
                  <a:pt x="3138514" y="2128069"/>
                </a:lnTo>
                <a:cubicBezTo>
                  <a:pt x="3130169" y="2125710"/>
                  <a:pt x="3124679" y="2126336"/>
                  <a:pt x="3120467" y="2128281"/>
                </a:cubicBezTo>
                <a:lnTo>
                  <a:pt x="3116175" y="2131633"/>
                </a:lnTo>
                <a:lnTo>
                  <a:pt x="3103685" y="2132814"/>
                </a:lnTo>
                <a:lnTo>
                  <a:pt x="3078794" y="2137935"/>
                </a:lnTo>
                <a:lnTo>
                  <a:pt x="3074407" y="2136274"/>
                </a:lnTo>
                <a:lnTo>
                  <a:pt x="3037285" y="2139919"/>
                </a:lnTo>
                <a:lnTo>
                  <a:pt x="3036901" y="2138726"/>
                </a:lnTo>
                <a:cubicBezTo>
                  <a:pt x="3035193" y="2136135"/>
                  <a:pt x="3032337" y="2134379"/>
                  <a:pt x="3026996" y="2134322"/>
                </a:cubicBezTo>
                <a:cubicBezTo>
                  <a:pt x="3037063" y="2116196"/>
                  <a:pt x="3024412" y="2127308"/>
                  <a:pt x="3007772" y="2128742"/>
                </a:cubicBezTo>
                <a:cubicBezTo>
                  <a:pt x="3019697" y="2100910"/>
                  <a:pt x="2971305" y="2115987"/>
                  <a:pt x="2965030" y="2100494"/>
                </a:cubicBezTo>
                <a:cubicBezTo>
                  <a:pt x="2952539" y="2102174"/>
                  <a:pt x="2939545" y="2103445"/>
                  <a:pt x="2926342" y="2104155"/>
                </a:cubicBezTo>
                <a:lnTo>
                  <a:pt x="2918608" y="2104215"/>
                </a:lnTo>
                <a:cubicBezTo>
                  <a:pt x="2918564" y="2104122"/>
                  <a:pt x="2918519" y="2104030"/>
                  <a:pt x="2918475" y="2103937"/>
                </a:cubicBezTo>
                <a:cubicBezTo>
                  <a:pt x="2916840" y="2103354"/>
                  <a:pt x="2914314" y="2103149"/>
                  <a:pt x="2910360" y="2103444"/>
                </a:cubicBezTo>
                <a:lnTo>
                  <a:pt x="2904507" y="2104326"/>
                </a:lnTo>
                <a:lnTo>
                  <a:pt x="2889503" y="2104443"/>
                </a:lnTo>
                <a:lnTo>
                  <a:pt x="2884480" y="2102626"/>
                </a:lnTo>
                <a:lnTo>
                  <a:pt x="2882689" y="2099228"/>
                </a:lnTo>
                <a:lnTo>
                  <a:pt x="2881291" y="2099618"/>
                </a:lnTo>
                <a:cubicBezTo>
                  <a:pt x="2870663" y="2105606"/>
                  <a:pt x="2867338" y="2114210"/>
                  <a:pt x="2853979" y="2090388"/>
                </a:cubicBezTo>
                <a:cubicBezTo>
                  <a:pt x="2829652" y="2100099"/>
                  <a:pt x="2824975" y="2085577"/>
                  <a:pt x="2791790" y="2080332"/>
                </a:cubicBezTo>
                <a:cubicBezTo>
                  <a:pt x="2777850" y="2089504"/>
                  <a:pt x="2766709" y="2086170"/>
                  <a:pt x="2755844" y="2078874"/>
                </a:cubicBezTo>
                <a:cubicBezTo>
                  <a:pt x="2723488" y="2083049"/>
                  <a:pt x="2694065" y="2072780"/>
                  <a:pt x="2657742" y="2070179"/>
                </a:cubicBezTo>
                <a:cubicBezTo>
                  <a:pt x="2618372" y="2082020"/>
                  <a:pt x="2598368" y="2060559"/>
                  <a:pt x="2559549" y="2057873"/>
                </a:cubicBezTo>
                <a:cubicBezTo>
                  <a:pt x="2525789" y="2078403"/>
                  <a:pt x="2531908" y="2039838"/>
                  <a:pt x="2512054" y="2031671"/>
                </a:cubicBezTo>
                <a:lnTo>
                  <a:pt x="2506437" y="2030918"/>
                </a:lnTo>
                <a:lnTo>
                  <a:pt x="2491752" y="2033906"/>
                </a:lnTo>
                <a:lnTo>
                  <a:pt x="2486338" y="2035862"/>
                </a:lnTo>
                <a:cubicBezTo>
                  <a:pt x="2482568" y="2036899"/>
                  <a:pt x="2480011" y="2037191"/>
                  <a:pt x="2478186" y="2036953"/>
                </a:cubicBezTo>
                <a:lnTo>
                  <a:pt x="2477950" y="2036715"/>
                </a:lnTo>
                <a:lnTo>
                  <a:pt x="2470381" y="2038256"/>
                </a:lnTo>
                <a:cubicBezTo>
                  <a:pt x="2457686" y="2041461"/>
                  <a:pt x="2445410" y="2045155"/>
                  <a:pt x="2433781" y="2049140"/>
                </a:cubicBezTo>
                <a:cubicBezTo>
                  <a:pt x="2421781" y="2035703"/>
                  <a:pt x="2379959" y="2059234"/>
                  <a:pt x="2381172" y="2030645"/>
                </a:cubicBezTo>
                <a:cubicBezTo>
                  <a:pt x="2365380" y="2035192"/>
                  <a:pt x="2357148" y="2048120"/>
                  <a:pt x="2360198" y="2029059"/>
                </a:cubicBezTo>
                <a:cubicBezTo>
                  <a:pt x="2354933" y="2030031"/>
                  <a:pt x="2351467" y="2028919"/>
                  <a:pt x="2348815" y="2026798"/>
                </a:cubicBezTo>
                <a:lnTo>
                  <a:pt x="2347988" y="2025745"/>
                </a:lnTo>
                <a:lnTo>
                  <a:pt x="2312920" y="2036311"/>
                </a:lnTo>
                <a:lnTo>
                  <a:pt x="2307986" y="2035583"/>
                </a:lnTo>
                <a:lnTo>
                  <a:pt x="2285481" y="2045197"/>
                </a:lnTo>
                <a:lnTo>
                  <a:pt x="2273666" y="2048710"/>
                </a:lnTo>
                <a:lnTo>
                  <a:pt x="2270719" y="2052702"/>
                </a:lnTo>
                <a:cubicBezTo>
                  <a:pt x="2267315" y="2055347"/>
                  <a:pt x="2262161" y="2056992"/>
                  <a:pt x="2253080" y="2056363"/>
                </a:cubicBezTo>
                <a:lnTo>
                  <a:pt x="2250906" y="2055654"/>
                </a:lnTo>
                <a:lnTo>
                  <a:pt x="2236905" y="2062882"/>
                </a:lnTo>
                <a:cubicBezTo>
                  <a:pt x="2232493" y="2065942"/>
                  <a:pt x="2228705" y="2069583"/>
                  <a:pt x="2225830" y="2074027"/>
                </a:cubicBezTo>
                <a:cubicBezTo>
                  <a:pt x="2173117" y="2059597"/>
                  <a:pt x="2128486" y="2085502"/>
                  <a:pt x="2073776" y="2089244"/>
                </a:cubicBezTo>
                <a:cubicBezTo>
                  <a:pt x="2046050" y="2059365"/>
                  <a:pt x="1957570" y="2112693"/>
                  <a:pt x="1948256" y="2146616"/>
                </a:cubicBezTo>
                <a:cubicBezTo>
                  <a:pt x="1943005" y="2109192"/>
                  <a:pt x="1832736" y="2206239"/>
                  <a:pt x="1865582" y="2153738"/>
                </a:cubicBezTo>
                <a:cubicBezTo>
                  <a:pt x="1847376" y="2159567"/>
                  <a:pt x="1826258" y="2147592"/>
                  <a:pt x="1835210" y="2134244"/>
                </a:cubicBezTo>
                <a:cubicBezTo>
                  <a:pt x="1781916" y="2167476"/>
                  <a:pt x="1695112" y="2153556"/>
                  <a:pt x="1632661" y="2173882"/>
                </a:cubicBezTo>
                <a:cubicBezTo>
                  <a:pt x="1594177" y="2150642"/>
                  <a:pt x="1616426" y="2173975"/>
                  <a:pt x="1579590" y="2173680"/>
                </a:cubicBezTo>
                <a:cubicBezTo>
                  <a:pt x="1592812" y="2198112"/>
                  <a:pt x="1533818" y="2165220"/>
                  <a:pt x="1535601" y="2194590"/>
                </a:cubicBezTo>
                <a:cubicBezTo>
                  <a:pt x="1528840" y="2193608"/>
                  <a:pt x="1522236" y="2191728"/>
                  <a:pt x="1515594" y="2189622"/>
                </a:cubicBezTo>
                <a:lnTo>
                  <a:pt x="1512113" y="2188534"/>
                </a:lnTo>
                <a:lnTo>
                  <a:pt x="1498838" y="2189213"/>
                </a:lnTo>
                <a:lnTo>
                  <a:pt x="1494279" y="2183112"/>
                </a:lnTo>
                <a:lnTo>
                  <a:pt x="1473714" y="2179625"/>
                </a:lnTo>
                <a:cubicBezTo>
                  <a:pt x="1466138" y="2179292"/>
                  <a:pt x="1458132" y="2180071"/>
                  <a:pt x="1449503" y="2182633"/>
                </a:cubicBezTo>
                <a:lnTo>
                  <a:pt x="1266687" y="2212688"/>
                </a:lnTo>
                <a:cubicBezTo>
                  <a:pt x="1256792" y="2212722"/>
                  <a:pt x="1247024" y="2217857"/>
                  <a:pt x="1239614" y="2209727"/>
                </a:cubicBezTo>
                <a:cubicBezTo>
                  <a:pt x="1228778" y="2200326"/>
                  <a:pt x="1202276" y="2223497"/>
                  <a:pt x="1202436" y="2209817"/>
                </a:cubicBezTo>
                <a:cubicBezTo>
                  <a:pt x="1183471" y="2225854"/>
                  <a:pt x="1157340" y="2206849"/>
                  <a:pt x="1136097" y="2205112"/>
                </a:cubicBezTo>
                <a:cubicBezTo>
                  <a:pt x="1100396" y="2209415"/>
                  <a:pt x="1013922" y="2231219"/>
                  <a:pt x="988232" y="2235635"/>
                </a:cubicBezTo>
                <a:cubicBezTo>
                  <a:pt x="986445" y="2234079"/>
                  <a:pt x="984332" y="2232722"/>
                  <a:pt x="981959" y="2231607"/>
                </a:cubicBezTo>
                <a:cubicBezTo>
                  <a:pt x="968170" y="2225130"/>
                  <a:pt x="948759" y="2228043"/>
                  <a:pt x="938600" y="2238113"/>
                </a:cubicBezTo>
                <a:cubicBezTo>
                  <a:pt x="888371" y="2272824"/>
                  <a:pt x="837950" y="2280135"/>
                  <a:pt x="791788" y="2293224"/>
                </a:cubicBezTo>
                <a:cubicBezTo>
                  <a:pt x="739035" y="2305159"/>
                  <a:pt x="769009" y="2269676"/>
                  <a:pt x="706914" y="2305046"/>
                </a:cubicBezTo>
                <a:cubicBezTo>
                  <a:pt x="697882" y="2295919"/>
                  <a:pt x="689339" y="2296797"/>
                  <a:pt x="675971" y="2304030"/>
                </a:cubicBezTo>
                <a:cubicBezTo>
                  <a:pt x="650201" y="2309060"/>
                  <a:pt x="647591" y="2282853"/>
                  <a:pt x="624180" y="2302650"/>
                </a:cubicBezTo>
                <a:cubicBezTo>
                  <a:pt x="626400" y="2287987"/>
                  <a:pt x="574045" y="2305175"/>
                  <a:pt x="583453" y="2288788"/>
                </a:cubicBezTo>
                <a:cubicBezTo>
                  <a:pt x="564313" y="2278832"/>
                  <a:pt x="559671" y="2301039"/>
                  <a:pt x="540946" y="2292721"/>
                </a:cubicBezTo>
                <a:cubicBezTo>
                  <a:pt x="521576" y="2293191"/>
                  <a:pt x="554439" y="2305843"/>
                  <a:pt x="533680" y="2310233"/>
                </a:cubicBezTo>
                <a:cubicBezTo>
                  <a:pt x="508069" y="2313043"/>
                  <a:pt x="512638" y="2338541"/>
                  <a:pt x="487366" y="2309053"/>
                </a:cubicBezTo>
                <a:cubicBezTo>
                  <a:pt x="462164" y="2321083"/>
                  <a:pt x="454441" y="2307251"/>
                  <a:pt x="416820" y="2305443"/>
                </a:cubicBezTo>
                <a:cubicBezTo>
                  <a:pt x="403012" y="2315890"/>
                  <a:pt x="390105" y="2313733"/>
                  <a:pt x="376805" y="2307647"/>
                </a:cubicBezTo>
                <a:cubicBezTo>
                  <a:pt x="341751" y="2315035"/>
                  <a:pt x="307408" y="2307897"/>
                  <a:pt x="266777" y="2309012"/>
                </a:cubicBezTo>
                <a:cubicBezTo>
                  <a:pt x="225310" y="2324664"/>
                  <a:pt x="199419" y="2305548"/>
                  <a:pt x="156013" y="2306832"/>
                </a:cubicBezTo>
                <a:cubicBezTo>
                  <a:pt x="117457" y="2333851"/>
                  <a:pt x="122965" y="2279562"/>
                  <a:pt x="87258" y="2285511"/>
                </a:cubicBezTo>
                <a:cubicBezTo>
                  <a:pt x="38977" y="2309189"/>
                  <a:pt x="74043" y="2277969"/>
                  <a:pt x="23798" y="2281822"/>
                </a:cubicBezTo>
                <a:lnTo>
                  <a:pt x="0" y="2285369"/>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2"/>
              </a:solidFill>
            </a:endParaRPr>
          </a:p>
        </p:txBody>
      </p:sp>
      <p:sp>
        <p:nvSpPr>
          <p:cNvPr id="3" name="Rectangle 1">
            <a:extLst>
              <a:ext uri="{FF2B5EF4-FFF2-40B4-BE49-F238E27FC236}">
                <a16:creationId xmlns:a16="http://schemas.microsoft.com/office/drawing/2014/main" id="{AA216640-BE3B-1B4C-64E3-6809A5925679}"/>
              </a:ext>
            </a:extLst>
          </p:cNvPr>
          <p:cNvSpPr>
            <a:spLocks noChangeArrowheads="1"/>
          </p:cNvSpPr>
          <p:nvPr/>
        </p:nvSpPr>
        <p:spPr bwMode="auto">
          <a:xfrm>
            <a:off x="1085851" y="764380"/>
            <a:ext cx="11473859" cy="1114427"/>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rmAutofit/>
          </a:bodyPr>
          <a:lstStyle/>
          <a:p>
            <a:pPr marL="0" marR="0" lvl="0" indent="0" fontAlgn="base">
              <a:lnSpc>
                <a:spcPct val="90000"/>
              </a:lnSpc>
              <a:spcBef>
                <a:spcPct val="0"/>
              </a:spcBef>
              <a:spcAft>
                <a:spcPts val="600"/>
              </a:spcAft>
              <a:buClrTx/>
              <a:buSzTx/>
              <a:tabLst/>
            </a:pPr>
            <a:r>
              <a:rPr kumimoji="0" lang="en-US" altLang="en-US" sz="5000" b="1" i="0" u="none" strike="noStrike" kern="1200" cap="none" normalizeH="0" baseline="0" dirty="0">
                <a:ln>
                  <a:noFill/>
                </a:ln>
                <a:solidFill>
                  <a:schemeClr val="tx1"/>
                </a:solidFill>
                <a:effectLst/>
                <a:latin typeface="+mj-lt"/>
                <a:ea typeface="+mj-ea"/>
                <a:cs typeface="+mj-cs"/>
              </a:rPr>
              <a:t>Comparative Experimental Results</a:t>
            </a:r>
            <a:endParaRPr kumimoji="0" lang="en-US" altLang="en-US" sz="5000" b="0" i="0" u="none" strike="noStrike" kern="1200" cap="none" normalizeH="0" baseline="0" dirty="0">
              <a:ln>
                <a:noFill/>
              </a:ln>
              <a:solidFill>
                <a:schemeClr val="tx1"/>
              </a:solidFill>
              <a:effectLst/>
              <a:latin typeface="+mj-lt"/>
              <a:ea typeface="+mj-ea"/>
              <a:cs typeface="+mj-cs"/>
            </a:endParaRPr>
          </a:p>
          <a:p>
            <a:pPr marL="0" marR="0" lvl="0" indent="0" fontAlgn="base">
              <a:lnSpc>
                <a:spcPct val="90000"/>
              </a:lnSpc>
              <a:spcBef>
                <a:spcPct val="0"/>
              </a:spcBef>
              <a:spcAft>
                <a:spcPts val="600"/>
              </a:spcAft>
              <a:buClrTx/>
              <a:buSzTx/>
              <a:tabLst/>
            </a:pPr>
            <a:endParaRPr kumimoji="0" lang="en-US" altLang="en-US" sz="5000" b="0" i="0" u="none" strike="noStrike" kern="1200" cap="none" normalizeH="0" baseline="0" dirty="0">
              <a:ln>
                <a:noFill/>
              </a:ln>
              <a:solidFill>
                <a:schemeClr val="tx1"/>
              </a:solidFill>
              <a:effectLst/>
              <a:latin typeface="+mj-lt"/>
              <a:ea typeface="+mj-ea"/>
              <a:cs typeface="+mj-cs"/>
            </a:endParaRPr>
          </a:p>
        </p:txBody>
      </p:sp>
      <p:sp>
        <p:nvSpPr>
          <p:cNvPr id="12" name="Freeform: Shape 11">
            <a:extLst>
              <a:ext uri="{FF2B5EF4-FFF2-40B4-BE49-F238E27FC236}">
                <a16:creationId xmlns:a16="http://schemas.microsoft.com/office/drawing/2014/main" id="{DEB62645-D4DA-4E99-8344-B1536F63D1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60632" y="9416956"/>
            <a:ext cx="10327368" cy="870045"/>
          </a:xfrm>
          <a:custGeom>
            <a:avLst/>
            <a:gdLst>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59043 h 1161397"/>
              <a:gd name="connsiteX5" fmla="*/ 119094 w 6884912"/>
              <a:gd name="connsiteY5" fmla="*/ 1148463 h 1161397"/>
              <a:gd name="connsiteX6" fmla="*/ 171824 w 6884912"/>
              <a:gd name="connsiteY6" fmla="*/ 1133224 h 1161397"/>
              <a:gd name="connsiteX7" fmla="*/ 376455 w 6884912"/>
              <a:gd name="connsiteY7" fmla="*/ 1137381 h 1161397"/>
              <a:gd name="connsiteX8" fmla="*/ 478946 w 6884912"/>
              <a:gd name="connsiteY8" fmla="*/ 1106011 h 1161397"/>
              <a:gd name="connsiteX9" fmla="*/ 512111 w 6884912"/>
              <a:gd name="connsiteY9" fmla="*/ 1085599 h 1161397"/>
              <a:gd name="connsiteX10" fmla="*/ 567875 w 6884912"/>
              <a:gd name="connsiteY10" fmla="*/ 1051976 h 1161397"/>
              <a:gd name="connsiteX11" fmla="*/ 601644 w 6884912"/>
              <a:gd name="connsiteY11" fmla="*/ 1003997 h 1161397"/>
              <a:gd name="connsiteX12" fmla="*/ 651408 w 6884912"/>
              <a:gd name="connsiteY12" fmla="*/ 984938 h 1161397"/>
              <a:gd name="connsiteX13" fmla="*/ 673197 w 6884912"/>
              <a:gd name="connsiteY13" fmla="*/ 1010060 h 1161397"/>
              <a:gd name="connsiteX14" fmla="*/ 723108 w 6884912"/>
              <a:gd name="connsiteY14" fmla="*/ 980081 h 1161397"/>
              <a:gd name="connsiteX15" fmla="*/ 797699 w 6884912"/>
              <a:gd name="connsiteY15" fmla="*/ 931362 h 1161397"/>
              <a:gd name="connsiteX16" fmla="*/ 843359 w 6884912"/>
              <a:gd name="connsiteY16" fmla="*/ 910894 h 1161397"/>
              <a:gd name="connsiteX17" fmla="*/ 965215 w 6884912"/>
              <a:gd name="connsiteY17" fmla="*/ 846701 h 1161397"/>
              <a:gd name="connsiteX18" fmla="*/ 1085080 w 6884912"/>
              <a:gd name="connsiteY18" fmla="*/ 776086 h 1161397"/>
              <a:gd name="connsiteX19" fmla="*/ 1131224 w 6884912"/>
              <a:gd name="connsiteY19" fmla="*/ 706160 h 1161397"/>
              <a:gd name="connsiteX20" fmla="*/ 1138051 w 6884912"/>
              <a:gd name="connsiteY20" fmla="*/ 702034 h 1161397"/>
              <a:gd name="connsiteX21" fmla="*/ 1158800 w 6884912"/>
              <a:gd name="connsiteY21" fmla="*/ 700004 h 1161397"/>
              <a:gd name="connsiteX22" fmla="*/ 1166947 w 6884912"/>
              <a:gd name="connsiteY22" fmla="*/ 700762 h 1161397"/>
              <a:gd name="connsiteX23" fmla="*/ 1178135 w 6884912"/>
              <a:gd name="connsiteY23" fmla="*/ 698631 h 1161397"/>
              <a:gd name="connsiteX24" fmla="*/ 1178301 w 6884912"/>
              <a:gd name="connsiteY24" fmla="*/ 698094 h 1161397"/>
              <a:gd name="connsiteX25" fmla="*/ 1188995 w 6884912"/>
              <a:gd name="connsiteY25" fmla="*/ 697048 h 1161397"/>
              <a:gd name="connsiteX26" fmla="*/ 1242716 w 6884912"/>
              <a:gd name="connsiteY26" fmla="*/ 698052 h 1161397"/>
              <a:gd name="connsiteX27" fmla="*/ 1299977 w 6884912"/>
              <a:gd name="connsiteY27" fmla="*/ 639196 h 1161397"/>
              <a:gd name="connsiteX28" fmla="*/ 1326190 w 6884912"/>
              <a:gd name="connsiteY28" fmla="*/ 625955 h 1161397"/>
              <a:gd name="connsiteX29" fmla="*/ 1339600 w 6884912"/>
              <a:gd name="connsiteY29" fmla="*/ 616295 h 1161397"/>
              <a:gd name="connsiteX30" fmla="*/ 1340054 w 6884912"/>
              <a:gd name="connsiteY30" fmla="*/ 614022 h 1161397"/>
              <a:gd name="connsiteX31" fmla="*/ 1391606 w 6884912"/>
              <a:gd name="connsiteY31" fmla="*/ 615229 h 1161397"/>
              <a:gd name="connsiteX32" fmla="*/ 1397565 w 6884912"/>
              <a:gd name="connsiteY32" fmla="*/ 611490 h 1161397"/>
              <a:gd name="connsiteX33" fmla="*/ 1432302 w 6884912"/>
              <a:gd name="connsiteY33" fmla="*/ 617267 h 1161397"/>
              <a:gd name="connsiteX34" fmla="*/ 1449644 w 6884912"/>
              <a:gd name="connsiteY34" fmla="*/ 617591 h 1161397"/>
              <a:gd name="connsiteX35" fmla="*/ 1455793 w 6884912"/>
              <a:gd name="connsiteY35" fmla="*/ 623174 h 1161397"/>
              <a:gd name="connsiteX36" fmla="*/ 1480758 w 6884912"/>
              <a:gd name="connsiteY36" fmla="*/ 620863 h 1161397"/>
              <a:gd name="connsiteX37" fmla="*/ 1483154 w 6884912"/>
              <a:gd name="connsiteY37" fmla="*/ 618527 h 1161397"/>
              <a:gd name="connsiteX38" fmla="*/ 1505495 w 6884912"/>
              <a:gd name="connsiteY38" fmla="*/ 624325 h 1161397"/>
              <a:gd name="connsiteX39" fmla="*/ 1526340 w 6884912"/>
              <a:gd name="connsiteY39" fmla="*/ 638496 h 1161397"/>
              <a:gd name="connsiteX40" fmla="*/ 1731986 w 6884912"/>
              <a:gd name="connsiteY40" fmla="*/ 589682 h 1161397"/>
              <a:gd name="connsiteX41" fmla="*/ 1927935 w 6884912"/>
              <a:gd name="connsiteY41" fmla="*/ 628540 h 1161397"/>
              <a:gd name="connsiteX42" fmla="*/ 2039075 w 6884912"/>
              <a:gd name="connsiteY42" fmla="*/ 599964 h 1161397"/>
              <a:gd name="connsiteX43" fmla="*/ 2066980 w 6884912"/>
              <a:gd name="connsiteY43" fmla="*/ 550413 h 1161397"/>
              <a:gd name="connsiteX44" fmla="*/ 2352236 w 6884912"/>
              <a:gd name="connsiteY44" fmla="*/ 519602 h 1161397"/>
              <a:gd name="connsiteX45" fmla="*/ 2420791 w 6884912"/>
              <a:gd name="connsiteY45" fmla="*/ 492826 h 1161397"/>
              <a:gd name="connsiteX46" fmla="*/ 2489932 w 6884912"/>
              <a:gd name="connsiteY46" fmla="*/ 507864 h 1161397"/>
              <a:gd name="connsiteX47" fmla="*/ 2512917 w 6884912"/>
              <a:gd name="connsiteY47" fmla="*/ 489127 h 1161397"/>
              <a:gd name="connsiteX48" fmla="*/ 2516783 w 6884912"/>
              <a:gd name="connsiteY48" fmla="*/ 485473 h 1161397"/>
              <a:gd name="connsiteX49" fmla="*/ 2534360 w 6884912"/>
              <a:gd name="connsiteY49" fmla="*/ 480064 h 1161397"/>
              <a:gd name="connsiteX50" fmla="*/ 2536691 w 6884912"/>
              <a:gd name="connsiteY50" fmla="*/ 467018 h 1161397"/>
              <a:gd name="connsiteX51" fmla="*/ 2561265 w 6884912"/>
              <a:gd name="connsiteY51" fmla="*/ 450623 h 1161397"/>
              <a:gd name="connsiteX52" fmla="*/ 2594349 w 6884912"/>
              <a:gd name="connsiteY52" fmla="*/ 443884 h 1161397"/>
              <a:gd name="connsiteX53" fmla="*/ 2754324 w 6884912"/>
              <a:gd name="connsiteY53" fmla="*/ 424766 h 1161397"/>
              <a:gd name="connsiteX54" fmla="*/ 2848470 w 6884912"/>
              <a:gd name="connsiteY54" fmla="*/ 405966 h 1161397"/>
              <a:gd name="connsiteX55" fmla="*/ 2881772 w 6884912"/>
              <a:gd name="connsiteY55" fmla="*/ 387260 h 1161397"/>
              <a:gd name="connsiteX56" fmla="*/ 2929932 w 6884912"/>
              <a:gd name="connsiteY56" fmla="*/ 368912 h 1161397"/>
              <a:gd name="connsiteX57" fmla="*/ 3013020 w 6884912"/>
              <a:gd name="connsiteY57" fmla="*/ 327578 h 1161397"/>
              <a:gd name="connsiteX58" fmla="*/ 3127968 w 6884912"/>
              <a:gd name="connsiteY58" fmla="*/ 287613 h 1161397"/>
              <a:gd name="connsiteX59" fmla="*/ 3222191 w 6884912"/>
              <a:gd name="connsiteY59" fmla="*/ 307887 h 1161397"/>
              <a:gd name="connsiteX60" fmla="*/ 3227953 w 6884912"/>
              <a:gd name="connsiteY60" fmla="*/ 297650 h 1161397"/>
              <a:gd name="connsiteX61" fmla="*/ 3287859 w 6884912"/>
              <a:gd name="connsiteY61" fmla="*/ 287558 h 1161397"/>
              <a:gd name="connsiteX62" fmla="*/ 3510042 w 6884912"/>
              <a:gd name="connsiteY62" fmla="*/ 311820 h 1161397"/>
              <a:gd name="connsiteX63" fmla="*/ 3626773 w 6884912"/>
              <a:gd name="connsiteY63" fmla="*/ 290452 h 1161397"/>
              <a:gd name="connsiteX64" fmla="*/ 3666217 w 6884912"/>
              <a:gd name="connsiteY64" fmla="*/ 273255 h 1161397"/>
              <a:gd name="connsiteX65" fmla="*/ 3732427 w 6884912"/>
              <a:gd name="connsiteY65" fmla="*/ 245039 h 1161397"/>
              <a:gd name="connsiteX66" fmla="*/ 3777022 w 6884912"/>
              <a:gd name="connsiteY66" fmla="*/ 200276 h 1161397"/>
              <a:gd name="connsiteX67" fmla="*/ 3791246 w 6884912"/>
              <a:gd name="connsiteY67" fmla="*/ 189996 h 1161397"/>
              <a:gd name="connsiteX68" fmla="*/ 3819864 w 6884912"/>
              <a:gd name="connsiteY68" fmla="*/ 194605 h 1161397"/>
              <a:gd name="connsiteX69" fmla="*/ 3830398 w 6884912"/>
              <a:gd name="connsiteY69" fmla="*/ 188383 h 1161397"/>
              <a:gd name="connsiteX70" fmla="*/ 3834360 w 6884912"/>
              <a:gd name="connsiteY70" fmla="*/ 188992 h 1161397"/>
              <a:gd name="connsiteX71" fmla="*/ 3843715 w 6884912"/>
              <a:gd name="connsiteY71" fmla="*/ 188752 h 1161397"/>
              <a:gd name="connsiteX72" fmla="*/ 3842609 w 6884912"/>
              <a:gd name="connsiteY72" fmla="*/ 197386 h 1161397"/>
              <a:gd name="connsiteX73" fmla="*/ 3853961 w 6884912"/>
              <a:gd name="connsiteY73" fmla="*/ 213380 h 1161397"/>
              <a:gd name="connsiteX74" fmla="*/ 3907640 w 6884912"/>
              <a:gd name="connsiteY74" fmla="*/ 207568 h 1161397"/>
              <a:gd name="connsiteX75" fmla="*/ 3910449 w 6884912"/>
              <a:gd name="connsiteY75" fmla="*/ 197808 h 1161397"/>
              <a:gd name="connsiteX76" fmla="*/ 3917197 w 6884912"/>
              <a:gd name="connsiteY76" fmla="*/ 196121 h 1161397"/>
              <a:gd name="connsiteX77" fmla="*/ 3922400 w 6884912"/>
              <a:gd name="connsiteY77" fmla="*/ 205056 h 1161397"/>
              <a:gd name="connsiteX78" fmla="*/ 4013061 w 6884912"/>
              <a:gd name="connsiteY78" fmla="*/ 224874 h 1161397"/>
              <a:gd name="connsiteX79" fmla="*/ 4134285 w 6884912"/>
              <a:gd name="connsiteY79" fmla="*/ 235592 h 1161397"/>
              <a:gd name="connsiteX80" fmla="*/ 4220717 w 6884912"/>
              <a:gd name="connsiteY80" fmla="*/ 192946 h 1161397"/>
              <a:gd name="connsiteX81" fmla="*/ 4228802 w 6884912"/>
              <a:gd name="connsiteY81" fmla="*/ 201468 h 1161397"/>
              <a:gd name="connsiteX82" fmla="*/ 4289361 w 6884912"/>
              <a:gd name="connsiteY82" fmla="*/ 196642 h 1161397"/>
              <a:gd name="connsiteX83" fmla="*/ 4498913 w 6884912"/>
              <a:gd name="connsiteY83" fmla="*/ 118915 h 1161397"/>
              <a:gd name="connsiteX84" fmla="*/ 4617330 w 6884912"/>
              <a:gd name="connsiteY84" fmla="*/ 111163 h 1161397"/>
              <a:gd name="connsiteX85" fmla="*/ 4659778 w 6884912"/>
              <a:gd name="connsiteY85" fmla="*/ 118219 h 1161397"/>
              <a:gd name="connsiteX86" fmla="*/ 4730870 w 6884912"/>
              <a:gd name="connsiteY86" fmla="*/ 129432 h 1161397"/>
              <a:gd name="connsiteX87" fmla="*/ 4785037 w 6884912"/>
              <a:gd name="connsiteY87" fmla="*/ 161964 h 1161397"/>
              <a:gd name="connsiteX88" fmla="*/ 4844073 w 6884912"/>
              <a:gd name="connsiteY88" fmla="*/ 161768 h 1161397"/>
              <a:gd name="connsiteX89" fmla="*/ 4856454 w 6884912"/>
              <a:gd name="connsiteY89" fmla="*/ 130488 h 1161397"/>
              <a:gd name="connsiteX90" fmla="*/ 4920038 w 6884912"/>
              <a:gd name="connsiteY90" fmla="*/ 140418 h 1161397"/>
              <a:gd name="connsiteX91" fmla="*/ 5016639 w 6884912"/>
              <a:gd name="connsiteY91" fmla="*/ 158905 h 1161397"/>
              <a:gd name="connsiteX92" fmla="*/ 5072009 w 6884912"/>
              <a:gd name="connsiteY92" fmla="*/ 161502 h 1161397"/>
              <a:gd name="connsiteX93" fmla="*/ 5223626 w 6884912"/>
              <a:gd name="connsiteY93" fmla="*/ 177356 h 1161397"/>
              <a:gd name="connsiteX94" fmla="*/ 5375773 w 6884912"/>
              <a:gd name="connsiteY94" fmla="*/ 199913 h 1161397"/>
              <a:gd name="connsiteX95" fmla="*/ 5467502 w 6884912"/>
              <a:gd name="connsiteY95" fmla="*/ 250963 h 1161397"/>
              <a:gd name="connsiteX96" fmla="*/ 5592395 w 6884912"/>
              <a:gd name="connsiteY96" fmla="*/ 265434 h 1161397"/>
              <a:gd name="connsiteX97" fmla="*/ 5613532 w 6884912"/>
              <a:gd name="connsiteY97" fmla="*/ 273379 h 1161397"/>
              <a:gd name="connsiteX98" fmla="*/ 5642173 w 6884912"/>
              <a:gd name="connsiteY98" fmla="*/ 266904 h 1161397"/>
              <a:gd name="connsiteX99" fmla="*/ 5756910 w 6884912"/>
              <a:gd name="connsiteY99" fmla="*/ 239211 h 1161397"/>
              <a:gd name="connsiteX100" fmla="*/ 5846667 w 6884912"/>
              <a:gd name="connsiteY100" fmla="*/ 201786 h 1161397"/>
              <a:gd name="connsiteX101" fmla="*/ 5960732 w 6884912"/>
              <a:gd name="connsiteY101" fmla="*/ 220708 h 1161397"/>
              <a:gd name="connsiteX102" fmla="*/ 6029542 w 6884912"/>
              <a:gd name="connsiteY102" fmla="*/ 210339 h 1161397"/>
              <a:gd name="connsiteX103" fmla="*/ 6141123 w 6884912"/>
              <a:gd name="connsiteY103" fmla="*/ 159923 h 1161397"/>
              <a:gd name="connsiteX104" fmla="*/ 6290640 w 6884912"/>
              <a:gd name="connsiteY104" fmla="*/ 167441 h 1161397"/>
              <a:gd name="connsiteX105" fmla="*/ 6322806 w 6884912"/>
              <a:gd name="connsiteY105" fmla="*/ 213293 h 1161397"/>
              <a:gd name="connsiteX106" fmla="*/ 6364914 w 6884912"/>
              <a:gd name="connsiteY106" fmla="*/ 240140 h 1161397"/>
              <a:gd name="connsiteX107" fmla="*/ 6380420 w 6884912"/>
              <a:gd name="connsiteY107" fmla="*/ 173195 h 1161397"/>
              <a:gd name="connsiteX108" fmla="*/ 6507891 w 6884912"/>
              <a:gd name="connsiteY108" fmla="*/ 118474 h 1161397"/>
              <a:gd name="connsiteX109" fmla="*/ 6571807 w 6884912"/>
              <a:gd name="connsiteY109" fmla="*/ 98636 h 1161397"/>
              <a:gd name="connsiteX110" fmla="*/ 6671880 w 6884912"/>
              <a:gd name="connsiteY110" fmla="*/ 82931 h 1161397"/>
              <a:gd name="connsiteX111" fmla="*/ 6702266 w 6884912"/>
              <a:gd name="connsiteY111" fmla="*/ 75470 h 1161397"/>
              <a:gd name="connsiteX112" fmla="*/ 6845802 w 6884912"/>
              <a:gd name="connsiteY112" fmla="*/ 24496 h 1161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Lst>
            <a:rect l="l" t="t" r="r" b="b"/>
            <a:pathLst>
              <a:path w="6884912" h="1161397">
                <a:moveTo>
                  <a:pt x="6884912" y="0"/>
                </a:moveTo>
                <a:lnTo>
                  <a:pt x="6884912" y="1161397"/>
                </a:lnTo>
                <a:lnTo>
                  <a:pt x="0" y="1161397"/>
                </a:lnTo>
                <a:lnTo>
                  <a:pt x="27135" y="1147460"/>
                </a:lnTo>
                <a:cubicBezTo>
                  <a:pt x="57431" y="1167048"/>
                  <a:pt x="61886" y="1135904"/>
                  <a:pt x="115388" y="1159043"/>
                </a:cubicBezTo>
                <a:cubicBezTo>
                  <a:pt x="116121" y="1155340"/>
                  <a:pt x="117370" y="1151777"/>
                  <a:pt x="119094" y="1148463"/>
                </a:cubicBezTo>
                <a:cubicBezTo>
                  <a:pt x="129121" y="1129214"/>
                  <a:pt x="152727" y="1122391"/>
                  <a:pt x="171824" y="1133224"/>
                </a:cubicBezTo>
                <a:cubicBezTo>
                  <a:pt x="254344" y="1161369"/>
                  <a:pt x="315458" y="1143220"/>
                  <a:pt x="376455" y="1137381"/>
                </a:cubicBezTo>
                <a:cubicBezTo>
                  <a:pt x="443775" y="1125614"/>
                  <a:pt x="382885" y="1083927"/>
                  <a:pt x="478946" y="1106011"/>
                </a:cubicBezTo>
                <a:cubicBezTo>
                  <a:pt x="481662" y="1085172"/>
                  <a:pt x="491731" y="1081489"/>
                  <a:pt x="512111" y="1085599"/>
                </a:cubicBezTo>
                <a:cubicBezTo>
                  <a:pt x="544368" y="1078502"/>
                  <a:pt x="526559" y="1032754"/>
                  <a:pt x="567875" y="1051976"/>
                </a:cubicBezTo>
                <a:cubicBezTo>
                  <a:pt x="553871" y="1028602"/>
                  <a:pt x="624901" y="1025930"/>
                  <a:pt x="601644" y="1003997"/>
                </a:cubicBezTo>
                <a:cubicBezTo>
                  <a:pt x="614803" y="975652"/>
                  <a:pt x="637415" y="1010272"/>
                  <a:pt x="651408" y="984938"/>
                </a:cubicBezTo>
                <a:cubicBezTo>
                  <a:pt x="673042" y="974024"/>
                  <a:pt x="646948" y="1015207"/>
                  <a:pt x="673197" y="1010060"/>
                </a:cubicBezTo>
                <a:cubicBezTo>
                  <a:pt x="703527" y="999318"/>
                  <a:pt x="718626" y="1045053"/>
                  <a:pt x="723108" y="980081"/>
                </a:cubicBezTo>
                <a:cubicBezTo>
                  <a:pt x="760262" y="985126"/>
                  <a:pt x="757827" y="957145"/>
                  <a:pt x="797699" y="931362"/>
                </a:cubicBezTo>
                <a:cubicBezTo>
                  <a:pt x="821097" y="940623"/>
                  <a:pt x="833565" y="929189"/>
                  <a:pt x="843359" y="910894"/>
                </a:cubicBezTo>
                <a:cubicBezTo>
                  <a:pt x="887668" y="902160"/>
                  <a:pt x="919738" y="869376"/>
                  <a:pt x="965215" y="846701"/>
                </a:cubicBezTo>
                <a:cubicBezTo>
                  <a:pt x="1023081" y="848019"/>
                  <a:pt x="1036422" y="800154"/>
                  <a:pt x="1085080" y="776086"/>
                </a:cubicBezTo>
                <a:cubicBezTo>
                  <a:pt x="1140763" y="795544"/>
                  <a:pt x="1110309" y="730471"/>
                  <a:pt x="1131224" y="706160"/>
                </a:cubicBezTo>
                <a:lnTo>
                  <a:pt x="1138051" y="702034"/>
                </a:lnTo>
                <a:lnTo>
                  <a:pt x="1158800" y="700004"/>
                </a:lnTo>
                <a:lnTo>
                  <a:pt x="1166947" y="700762"/>
                </a:lnTo>
                <a:cubicBezTo>
                  <a:pt x="1172432" y="700717"/>
                  <a:pt x="1175913" y="699961"/>
                  <a:pt x="1178135" y="698631"/>
                </a:cubicBezTo>
                <a:lnTo>
                  <a:pt x="1178301" y="698094"/>
                </a:lnTo>
                <a:lnTo>
                  <a:pt x="1188995" y="697048"/>
                </a:lnTo>
                <a:cubicBezTo>
                  <a:pt x="1207294" y="696390"/>
                  <a:pt x="1225337" y="696802"/>
                  <a:pt x="1242716" y="698052"/>
                </a:cubicBezTo>
                <a:cubicBezTo>
                  <a:pt x="1250387" y="668345"/>
                  <a:pt x="1318259" y="689091"/>
                  <a:pt x="1299977" y="639196"/>
                </a:cubicBezTo>
                <a:cubicBezTo>
                  <a:pt x="1323072" y="639367"/>
                  <a:pt x="1341279" y="658105"/>
                  <a:pt x="1326190" y="625955"/>
                </a:cubicBezTo>
                <a:cubicBezTo>
                  <a:pt x="1333572" y="625050"/>
                  <a:pt x="1337406" y="621362"/>
                  <a:pt x="1339600" y="616295"/>
                </a:cubicBezTo>
                <a:lnTo>
                  <a:pt x="1340054" y="614022"/>
                </a:lnTo>
                <a:lnTo>
                  <a:pt x="1391606" y="615229"/>
                </a:lnTo>
                <a:lnTo>
                  <a:pt x="1397565" y="611490"/>
                </a:lnTo>
                <a:lnTo>
                  <a:pt x="1432302" y="617267"/>
                </a:lnTo>
                <a:lnTo>
                  <a:pt x="1449644" y="617591"/>
                </a:lnTo>
                <a:lnTo>
                  <a:pt x="1455793" y="623174"/>
                </a:lnTo>
                <a:cubicBezTo>
                  <a:pt x="1461744" y="626151"/>
                  <a:pt x="1469373" y="626493"/>
                  <a:pt x="1480758" y="620863"/>
                </a:cubicBezTo>
                <a:lnTo>
                  <a:pt x="1483154" y="618527"/>
                </a:lnTo>
                <a:lnTo>
                  <a:pt x="1505495" y="624325"/>
                </a:lnTo>
                <a:cubicBezTo>
                  <a:pt x="1512992" y="627532"/>
                  <a:pt x="1520025" y="632078"/>
                  <a:pt x="1526340" y="638496"/>
                </a:cubicBezTo>
                <a:cubicBezTo>
                  <a:pt x="1586113" y="586768"/>
                  <a:pt x="1659006" y="610309"/>
                  <a:pt x="1731986" y="589682"/>
                </a:cubicBezTo>
                <a:cubicBezTo>
                  <a:pt x="1750397" y="523106"/>
                  <a:pt x="1896056" y="573257"/>
                  <a:pt x="1927935" y="628540"/>
                </a:cubicBezTo>
                <a:cubicBezTo>
                  <a:pt x="1912854" y="559823"/>
                  <a:pt x="2112261" y="676347"/>
                  <a:pt x="2039075" y="599964"/>
                </a:cubicBezTo>
                <a:cubicBezTo>
                  <a:pt x="2066036" y="601198"/>
                  <a:pt x="2086366" y="569532"/>
                  <a:pt x="2066980" y="550413"/>
                </a:cubicBezTo>
                <a:cubicBezTo>
                  <a:pt x="2155364" y="582582"/>
                  <a:pt x="2259548" y="514786"/>
                  <a:pt x="2352236" y="519602"/>
                </a:cubicBezTo>
                <a:cubicBezTo>
                  <a:pt x="2388450" y="459394"/>
                  <a:pt x="2373298" y="511682"/>
                  <a:pt x="2420791" y="492826"/>
                </a:cubicBezTo>
                <a:cubicBezTo>
                  <a:pt x="2417962" y="542563"/>
                  <a:pt x="2475071" y="455098"/>
                  <a:pt x="2489932" y="507864"/>
                </a:cubicBezTo>
                <a:cubicBezTo>
                  <a:pt x="2498105" y="502761"/>
                  <a:pt x="2505553" y="496153"/>
                  <a:pt x="2512917" y="489127"/>
                </a:cubicBezTo>
                <a:lnTo>
                  <a:pt x="2516783" y="485473"/>
                </a:lnTo>
                <a:lnTo>
                  <a:pt x="2534360" y="480064"/>
                </a:lnTo>
                <a:lnTo>
                  <a:pt x="2536691" y="467018"/>
                </a:lnTo>
                <a:lnTo>
                  <a:pt x="2561265" y="450623"/>
                </a:lnTo>
                <a:cubicBezTo>
                  <a:pt x="2570872" y="446262"/>
                  <a:pt x="2581686" y="443655"/>
                  <a:pt x="2594349" y="443884"/>
                </a:cubicBezTo>
                <a:cubicBezTo>
                  <a:pt x="2640435" y="464638"/>
                  <a:pt x="2696955" y="396361"/>
                  <a:pt x="2754324" y="424766"/>
                </a:cubicBezTo>
                <a:cubicBezTo>
                  <a:pt x="2775130" y="430896"/>
                  <a:pt x="2837731" y="423458"/>
                  <a:pt x="2848470" y="405966"/>
                </a:cubicBezTo>
                <a:cubicBezTo>
                  <a:pt x="2861295" y="401100"/>
                  <a:pt x="2876936" y="405309"/>
                  <a:pt x="2881772" y="387260"/>
                </a:cubicBezTo>
                <a:cubicBezTo>
                  <a:pt x="2890299" y="365261"/>
                  <a:pt x="2938134" y="392997"/>
                  <a:pt x="2929932" y="368912"/>
                </a:cubicBezTo>
                <a:cubicBezTo>
                  <a:pt x="2963844" y="387799"/>
                  <a:pt x="2986550" y="341223"/>
                  <a:pt x="3013020" y="327578"/>
                </a:cubicBezTo>
                <a:cubicBezTo>
                  <a:pt x="3040041" y="346996"/>
                  <a:pt x="3068934" y="299222"/>
                  <a:pt x="3127968" y="287613"/>
                </a:cubicBezTo>
                <a:cubicBezTo>
                  <a:pt x="3157770" y="310215"/>
                  <a:pt x="3167695" y="279445"/>
                  <a:pt x="3222191" y="307887"/>
                </a:cubicBezTo>
                <a:cubicBezTo>
                  <a:pt x="3223593" y="304249"/>
                  <a:pt x="3225533" y="300801"/>
                  <a:pt x="3227953" y="297650"/>
                </a:cubicBezTo>
                <a:cubicBezTo>
                  <a:pt x="3242008" y="279345"/>
                  <a:pt x="3268831" y="274825"/>
                  <a:pt x="3287859" y="287558"/>
                </a:cubicBezTo>
                <a:cubicBezTo>
                  <a:pt x="3373144" y="323866"/>
                  <a:pt x="3442657" y="311681"/>
                  <a:pt x="3510042" y="311820"/>
                </a:cubicBezTo>
                <a:cubicBezTo>
                  <a:pt x="3585274" y="306641"/>
                  <a:pt x="3525753" y="258887"/>
                  <a:pt x="3626773" y="290452"/>
                </a:cubicBezTo>
                <a:cubicBezTo>
                  <a:pt x="3633124" y="269835"/>
                  <a:pt x="3644693" y="267134"/>
                  <a:pt x="3666217" y="273255"/>
                </a:cubicBezTo>
                <a:cubicBezTo>
                  <a:pt x="3702502" y="269310"/>
                  <a:pt x="3690563" y="221720"/>
                  <a:pt x="3732427" y="245039"/>
                </a:cubicBezTo>
                <a:cubicBezTo>
                  <a:pt x="3720985" y="220241"/>
                  <a:pt x="3798776" y="224539"/>
                  <a:pt x="3777022" y="200276"/>
                </a:cubicBezTo>
                <a:cubicBezTo>
                  <a:pt x="3781759" y="193499"/>
                  <a:pt x="3786499" y="190723"/>
                  <a:pt x="3791246" y="189996"/>
                </a:cubicBezTo>
                <a:cubicBezTo>
                  <a:pt x="3800740" y="188542"/>
                  <a:pt x="3810265" y="195284"/>
                  <a:pt x="3819864" y="194605"/>
                </a:cubicBezTo>
                <a:lnTo>
                  <a:pt x="3830398" y="188383"/>
                </a:lnTo>
                <a:lnTo>
                  <a:pt x="3834360" y="188992"/>
                </a:lnTo>
                <a:lnTo>
                  <a:pt x="3843715" y="188752"/>
                </a:lnTo>
                <a:lnTo>
                  <a:pt x="3842609" y="197386"/>
                </a:lnTo>
                <a:cubicBezTo>
                  <a:pt x="3840673" y="205638"/>
                  <a:pt x="3839248" y="214671"/>
                  <a:pt x="3853961" y="213380"/>
                </a:cubicBezTo>
                <a:cubicBezTo>
                  <a:pt x="3884396" y="206569"/>
                  <a:pt x="3895082" y="241941"/>
                  <a:pt x="3907640" y="207568"/>
                </a:cubicBezTo>
                <a:lnTo>
                  <a:pt x="3910449" y="197808"/>
                </a:lnTo>
                <a:lnTo>
                  <a:pt x="3917197" y="196121"/>
                </a:lnTo>
                <a:cubicBezTo>
                  <a:pt x="3920833" y="196372"/>
                  <a:pt x="3922919" y="198717"/>
                  <a:pt x="3922400" y="205056"/>
                </a:cubicBezTo>
                <a:cubicBezTo>
                  <a:pt x="3950680" y="178467"/>
                  <a:pt x="3984062" y="218098"/>
                  <a:pt x="4013061" y="224874"/>
                </a:cubicBezTo>
                <a:cubicBezTo>
                  <a:pt x="4034530" y="199451"/>
                  <a:pt x="4074202" y="238734"/>
                  <a:pt x="4134285" y="235592"/>
                </a:cubicBezTo>
                <a:cubicBezTo>
                  <a:pt x="4157674" y="206403"/>
                  <a:pt x="4174806" y="233822"/>
                  <a:pt x="4220717" y="192946"/>
                </a:cubicBezTo>
                <a:cubicBezTo>
                  <a:pt x="4222964" y="196132"/>
                  <a:pt x="4225687" y="199002"/>
                  <a:pt x="4228802" y="201468"/>
                </a:cubicBezTo>
                <a:cubicBezTo>
                  <a:pt x="4246898" y="215792"/>
                  <a:pt x="4274013" y="213632"/>
                  <a:pt x="4289361" y="196642"/>
                </a:cubicBezTo>
                <a:cubicBezTo>
                  <a:pt x="4363212" y="140627"/>
                  <a:pt x="4433598" y="135488"/>
                  <a:pt x="4498913" y="118915"/>
                </a:cubicBezTo>
                <a:cubicBezTo>
                  <a:pt x="4573135" y="105586"/>
                  <a:pt x="4527062" y="166416"/>
                  <a:pt x="4617330" y="111163"/>
                </a:cubicBezTo>
                <a:cubicBezTo>
                  <a:pt x="4628518" y="129608"/>
                  <a:pt x="4640397" y="129405"/>
                  <a:pt x="4659778" y="118219"/>
                </a:cubicBezTo>
                <a:cubicBezTo>
                  <a:pt x="4695929" y="113193"/>
                  <a:pt x="4695958" y="162259"/>
                  <a:pt x="4730870" y="129432"/>
                </a:cubicBezTo>
                <a:cubicBezTo>
                  <a:pt x="4725822" y="156271"/>
                  <a:pt x="4800214" y="133127"/>
                  <a:pt x="4785037" y="161964"/>
                </a:cubicBezTo>
                <a:cubicBezTo>
                  <a:pt x="4810025" y="183633"/>
                  <a:pt x="4819434" y="143205"/>
                  <a:pt x="4844073" y="161768"/>
                </a:cubicBezTo>
                <a:cubicBezTo>
                  <a:pt x="4870797" y="164132"/>
                  <a:pt x="4827288" y="135164"/>
                  <a:pt x="4856454" y="130488"/>
                </a:cubicBezTo>
                <a:cubicBezTo>
                  <a:pt x="4892086" y="129553"/>
                  <a:pt x="4889263" y="81477"/>
                  <a:pt x="4920038" y="140418"/>
                </a:cubicBezTo>
                <a:cubicBezTo>
                  <a:pt x="4956358" y="122308"/>
                  <a:pt x="4965108" y="149263"/>
                  <a:pt x="5016639" y="158905"/>
                </a:cubicBezTo>
                <a:cubicBezTo>
                  <a:pt x="5037063" y="141828"/>
                  <a:pt x="5054534" y="147986"/>
                  <a:pt x="5072009" y="161502"/>
                </a:cubicBezTo>
                <a:cubicBezTo>
                  <a:pt x="5121260" y="153653"/>
                  <a:pt x="5167555" y="172635"/>
                  <a:pt x="5223626" y="177356"/>
                </a:cubicBezTo>
                <a:cubicBezTo>
                  <a:pt x="5282824" y="155243"/>
                  <a:pt x="5315859" y="195041"/>
                  <a:pt x="5375773" y="199913"/>
                </a:cubicBezTo>
                <a:cubicBezTo>
                  <a:pt x="5432511" y="156218"/>
                  <a:pt x="5417550" y="256036"/>
                  <a:pt x="5467502" y="250963"/>
                </a:cubicBezTo>
                <a:cubicBezTo>
                  <a:pt x="5547124" y="209975"/>
                  <a:pt x="5467171" y="283839"/>
                  <a:pt x="5592395" y="265434"/>
                </a:cubicBezTo>
                <a:cubicBezTo>
                  <a:pt x="5599201" y="258867"/>
                  <a:pt x="5614752" y="264706"/>
                  <a:pt x="5613532" y="273379"/>
                </a:cubicBezTo>
                <a:cubicBezTo>
                  <a:pt x="5621390" y="270408"/>
                  <a:pt x="5639720" y="253173"/>
                  <a:pt x="5642173" y="266904"/>
                </a:cubicBezTo>
                <a:cubicBezTo>
                  <a:pt x="5682296" y="267049"/>
                  <a:pt x="5721812" y="257513"/>
                  <a:pt x="5756910" y="239211"/>
                </a:cubicBezTo>
                <a:cubicBezTo>
                  <a:pt x="5834998" y="260050"/>
                  <a:pt x="5790596" y="197229"/>
                  <a:pt x="5846667" y="201786"/>
                </a:cubicBezTo>
                <a:cubicBezTo>
                  <a:pt x="5892444" y="227312"/>
                  <a:pt x="5908324" y="204527"/>
                  <a:pt x="5960732" y="220708"/>
                </a:cubicBezTo>
                <a:cubicBezTo>
                  <a:pt x="5977124" y="175349"/>
                  <a:pt x="6009640" y="223654"/>
                  <a:pt x="6029542" y="210339"/>
                </a:cubicBezTo>
                <a:cubicBezTo>
                  <a:pt x="6063108" y="261420"/>
                  <a:pt x="6107411" y="160034"/>
                  <a:pt x="6141123" y="159923"/>
                </a:cubicBezTo>
                <a:cubicBezTo>
                  <a:pt x="6198068" y="167749"/>
                  <a:pt x="6260628" y="219715"/>
                  <a:pt x="6290640" y="167441"/>
                </a:cubicBezTo>
                <a:cubicBezTo>
                  <a:pt x="6295193" y="188689"/>
                  <a:pt x="6290494" y="217816"/>
                  <a:pt x="6322806" y="213293"/>
                </a:cubicBezTo>
                <a:cubicBezTo>
                  <a:pt x="6335911" y="223881"/>
                  <a:pt x="6338726" y="256581"/>
                  <a:pt x="6364914" y="240140"/>
                </a:cubicBezTo>
                <a:cubicBezTo>
                  <a:pt x="6331888" y="211628"/>
                  <a:pt x="6385856" y="207033"/>
                  <a:pt x="6380420" y="173195"/>
                </a:cubicBezTo>
                <a:cubicBezTo>
                  <a:pt x="6420580" y="151473"/>
                  <a:pt x="6513519" y="179296"/>
                  <a:pt x="6507891" y="118474"/>
                </a:cubicBezTo>
                <a:cubicBezTo>
                  <a:pt x="6519398" y="82452"/>
                  <a:pt x="6571830" y="137398"/>
                  <a:pt x="6571807" y="98636"/>
                </a:cubicBezTo>
                <a:cubicBezTo>
                  <a:pt x="6594702" y="123421"/>
                  <a:pt x="6634676" y="82071"/>
                  <a:pt x="6671880" y="82931"/>
                </a:cubicBezTo>
                <a:cubicBezTo>
                  <a:pt x="6678855" y="65407"/>
                  <a:pt x="6687415" y="66196"/>
                  <a:pt x="6702266" y="75470"/>
                </a:cubicBezTo>
                <a:cubicBezTo>
                  <a:pt x="6747004" y="78450"/>
                  <a:pt x="6798307" y="53072"/>
                  <a:pt x="6845802" y="24496"/>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 name="Table 1">
            <a:extLst>
              <a:ext uri="{FF2B5EF4-FFF2-40B4-BE49-F238E27FC236}">
                <a16:creationId xmlns:a16="http://schemas.microsoft.com/office/drawing/2014/main" id="{905ADF36-3B14-565C-72B3-0CEAB0052466}"/>
              </a:ext>
            </a:extLst>
          </p:cNvPr>
          <p:cNvGraphicFramePr>
            <a:graphicFrameLocks noGrp="1"/>
          </p:cNvGraphicFramePr>
          <p:nvPr>
            <p:extLst>
              <p:ext uri="{D42A27DB-BD31-4B8C-83A1-F6EECF244321}">
                <p14:modId xmlns:p14="http://schemas.microsoft.com/office/powerpoint/2010/main" val="2635076464"/>
              </p:ext>
            </p:extLst>
          </p:nvPr>
        </p:nvGraphicFramePr>
        <p:xfrm>
          <a:off x="1058958" y="2095500"/>
          <a:ext cx="16152273" cy="6732562"/>
        </p:xfrm>
        <a:graphic>
          <a:graphicData uri="http://schemas.openxmlformats.org/drawingml/2006/table">
            <a:tbl>
              <a:tblPr/>
              <a:tblGrid>
                <a:gridCol w="3082382">
                  <a:extLst>
                    <a:ext uri="{9D8B030D-6E8A-4147-A177-3AD203B41FA5}">
                      <a16:colId xmlns:a16="http://schemas.microsoft.com/office/drawing/2014/main" val="3642362071"/>
                    </a:ext>
                  </a:extLst>
                </a:gridCol>
                <a:gridCol w="3431019">
                  <a:extLst>
                    <a:ext uri="{9D8B030D-6E8A-4147-A177-3AD203B41FA5}">
                      <a16:colId xmlns:a16="http://schemas.microsoft.com/office/drawing/2014/main" val="3168069684"/>
                    </a:ext>
                  </a:extLst>
                </a:gridCol>
                <a:gridCol w="4120458">
                  <a:extLst>
                    <a:ext uri="{9D8B030D-6E8A-4147-A177-3AD203B41FA5}">
                      <a16:colId xmlns:a16="http://schemas.microsoft.com/office/drawing/2014/main" val="3998358778"/>
                    </a:ext>
                  </a:extLst>
                </a:gridCol>
                <a:gridCol w="2796420">
                  <a:extLst>
                    <a:ext uri="{9D8B030D-6E8A-4147-A177-3AD203B41FA5}">
                      <a16:colId xmlns:a16="http://schemas.microsoft.com/office/drawing/2014/main" val="315192729"/>
                    </a:ext>
                  </a:extLst>
                </a:gridCol>
                <a:gridCol w="2721994">
                  <a:extLst>
                    <a:ext uri="{9D8B030D-6E8A-4147-A177-3AD203B41FA5}">
                      <a16:colId xmlns:a16="http://schemas.microsoft.com/office/drawing/2014/main" val="513511193"/>
                    </a:ext>
                  </a:extLst>
                </a:gridCol>
              </a:tblGrid>
              <a:tr h="1114534">
                <a:tc>
                  <a:txBody>
                    <a:bodyPr/>
                    <a:lstStyle/>
                    <a:p>
                      <a:pPr algn="l" rtl="0" fontAlgn="t">
                        <a:spcAft>
                          <a:spcPts val="2400"/>
                        </a:spcAft>
                        <a:buNone/>
                      </a:pPr>
                      <a:r>
                        <a:rPr lang="en-US" sz="2200" b="1" i="0" u="none" strike="noStrike" dirty="0">
                          <a:solidFill>
                            <a:srgbClr val="1F1F1F"/>
                          </a:solidFill>
                          <a:effectLst/>
                          <a:latin typeface="Arial" panose="020B0604020202020204" pitchFamily="34" charset="0"/>
                        </a:rPr>
                        <a:t>Experiment </a:t>
                      </a:r>
                      <a:endParaRPr lang="en-US" sz="2200" b="0" i="0" u="none" strike="noStrike" dirty="0">
                        <a:effectLst/>
                        <a:latin typeface="Arial" panose="020B0604020202020204" pitchFamily="34" charset="0"/>
                      </a:endParaRPr>
                    </a:p>
                  </a:txBody>
                  <a:tcPr marL="189340" marR="189340" marT="126227" marB="126227">
                    <a:lnL w="10541" cap="flat" cmpd="sng" algn="ctr">
                      <a:solidFill>
                        <a:srgbClr val="1F1F1F"/>
                      </a:solidFill>
                      <a:prstDash val="solid"/>
                      <a:round/>
                      <a:headEnd type="none" w="med" len="med"/>
                      <a:tailEnd type="none" w="med" len="med"/>
                    </a:lnL>
                    <a:lnR w="10541" cap="flat" cmpd="sng" algn="ctr">
                      <a:solidFill>
                        <a:srgbClr val="1F1F1F"/>
                      </a:solidFill>
                      <a:prstDash val="solid"/>
                      <a:round/>
                      <a:headEnd type="none" w="med" len="med"/>
                      <a:tailEnd type="none" w="med" len="med"/>
                    </a:lnR>
                    <a:lnT w="10541" cap="flat" cmpd="sng" algn="ctr">
                      <a:solidFill>
                        <a:srgbClr val="1F1F1F"/>
                      </a:solidFill>
                      <a:prstDash val="solid"/>
                      <a:round/>
                      <a:headEnd type="none" w="med" len="med"/>
                      <a:tailEnd type="none" w="med" len="med"/>
                    </a:lnT>
                    <a:lnB w="10541" cap="flat" cmpd="sng" algn="ctr">
                      <a:solidFill>
                        <a:srgbClr val="1F1F1F"/>
                      </a:solidFill>
                      <a:prstDash val="solid"/>
                      <a:round/>
                      <a:headEnd type="none" w="med" len="med"/>
                      <a:tailEnd type="none" w="med" len="med"/>
                    </a:lnB>
                    <a:solidFill>
                      <a:srgbClr val="EFEFEF"/>
                    </a:solidFill>
                  </a:tcPr>
                </a:tc>
                <a:tc>
                  <a:txBody>
                    <a:bodyPr/>
                    <a:lstStyle/>
                    <a:p>
                      <a:pPr algn="l" rtl="0" fontAlgn="t">
                        <a:spcAft>
                          <a:spcPts val="2400"/>
                        </a:spcAft>
                        <a:buNone/>
                      </a:pPr>
                      <a:r>
                        <a:rPr lang="en-US" sz="2200" b="1" i="0" u="none" strike="noStrike">
                          <a:solidFill>
                            <a:srgbClr val="1F1F1F"/>
                          </a:solidFill>
                          <a:effectLst/>
                          <a:latin typeface="Arial" panose="020B0604020202020204" pitchFamily="34" charset="0"/>
                        </a:rPr>
                        <a:t>Model Architecture</a:t>
                      </a:r>
                      <a:endParaRPr lang="en-US" sz="2200" b="0" i="0" u="none" strike="noStrike">
                        <a:effectLst/>
                        <a:latin typeface="Arial" panose="020B0604020202020204" pitchFamily="34" charset="0"/>
                      </a:endParaRPr>
                    </a:p>
                  </a:txBody>
                  <a:tcPr marL="189340" marR="189340" marT="126227" marB="126227">
                    <a:lnL w="10541" cap="flat" cmpd="sng" algn="ctr">
                      <a:solidFill>
                        <a:srgbClr val="1F1F1F"/>
                      </a:solidFill>
                      <a:prstDash val="solid"/>
                      <a:round/>
                      <a:headEnd type="none" w="med" len="med"/>
                      <a:tailEnd type="none" w="med" len="med"/>
                    </a:lnL>
                    <a:lnR w="10541" cap="flat" cmpd="sng" algn="ctr">
                      <a:solidFill>
                        <a:srgbClr val="1F1F1F"/>
                      </a:solidFill>
                      <a:prstDash val="solid"/>
                      <a:round/>
                      <a:headEnd type="none" w="med" len="med"/>
                      <a:tailEnd type="none" w="med" len="med"/>
                    </a:lnR>
                    <a:lnT w="10541" cap="flat" cmpd="sng" algn="ctr">
                      <a:solidFill>
                        <a:srgbClr val="1F1F1F"/>
                      </a:solidFill>
                      <a:prstDash val="solid"/>
                      <a:round/>
                      <a:headEnd type="none" w="med" len="med"/>
                      <a:tailEnd type="none" w="med" len="med"/>
                    </a:lnT>
                    <a:lnB w="10541" cap="flat" cmpd="sng" algn="ctr">
                      <a:solidFill>
                        <a:srgbClr val="1F1F1F"/>
                      </a:solidFill>
                      <a:prstDash val="solid"/>
                      <a:round/>
                      <a:headEnd type="none" w="med" len="med"/>
                      <a:tailEnd type="none" w="med" len="med"/>
                    </a:lnB>
                    <a:solidFill>
                      <a:srgbClr val="EFEFEF"/>
                    </a:solidFill>
                  </a:tcPr>
                </a:tc>
                <a:tc>
                  <a:txBody>
                    <a:bodyPr/>
                    <a:lstStyle/>
                    <a:p>
                      <a:pPr algn="l" rtl="0" fontAlgn="t">
                        <a:spcAft>
                          <a:spcPts val="2400"/>
                        </a:spcAft>
                        <a:buNone/>
                      </a:pPr>
                      <a:r>
                        <a:rPr lang="en-US" sz="2200" b="1" i="0" u="none" strike="noStrike">
                          <a:solidFill>
                            <a:srgbClr val="1F1F1F"/>
                          </a:solidFill>
                          <a:effectLst/>
                          <a:latin typeface="Arial" panose="020B0604020202020204" pitchFamily="34" charset="0"/>
                        </a:rPr>
                        <a:t>Training Configuration</a:t>
                      </a:r>
                      <a:endParaRPr lang="en-US" sz="2200" b="0" i="0" u="none" strike="noStrike">
                        <a:effectLst/>
                        <a:latin typeface="Arial" panose="020B0604020202020204" pitchFamily="34" charset="0"/>
                      </a:endParaRPr>
                    </a:p>
                  </a:txBody>
                  <a:tcPr marL="189340" marR="189340" marT="126227" marB="126227">
                    <a:lnL w="10541" cap="flat" cmpd="sng" algn="ctr">
                      <a:solidFill>
                        <a:srgbClr val="1F1F1F"/>
                      </a:solidFill>
                      <a:prstDash val="solid"/>
                      <a:round/>
                      <a:headEnd type="none" w="med" len="med"/>
                      <a:tailEnd type="none" w="med" len="med"/>
                    </a:lnL>
                    <a:lnR w="10541" cap="flat" cmpd="sng" algn="ctr">
                      <a:solidFill>
                        <a:srgbClr val="1F1F1F"/>
                      </a:solidFill>
                      <a:prstDash val="solid"/>
                      <a:round/>
                      <a:headEnd type="none" w="med" len="med"/>
                      <a:tailEnd type="none" w="med" len="med"/>
                    </a:lnR>
                    <a:lnT w="10541" cap="flat" cmpd="sng" algn="ctr">
                      <a:solidFill>
                        <a:srgbClr val="1F1F1F"/>
                      </a:solidFill>
                      <a:prstDash val="solid"/>
                      <a:round/>
                      <a:headEnd type="none" w="med" len="med"/>
                      <a:tailEnd type="none" w="med" len="med"/>
                    </a:lnT>
                    <a:lnB w="10541" cap="flat" cmpd="sng" algn="ctr">
                      <a:solidFill>
                        <a:srgbClr val="1F1F1F"/>
                      </a:solidFill>
                      <a:prstDash val="solid"/>
                      <a:round/>
                      <a:headEnd type="none" w="med" len="med"/>
                      <a:tailEnd type="none" w="med" len="med"/>
                    </a:lnB>
                    <a:solidFill>
                      <a:srgbClr val="EFEFEF"/>
                    </a:solidFill>
                  </a:tcPr>
                </a:tc>
                <a:tc>
                  <a:txBody>
                    <a:bodyPr/>
                    <a:lstStyle/>
                    <a:p>
                      <a:pPr algn="l" rtl="0" fontAlgn="t">
                        <a:spcAft>
                          <a:spcPts val="2400"/>
                        </a:spcAft>
                        <a:buNone/>
                      </a:pPr>
                      <a:r>
                        <a:rPr lang="en-US" sz="2200" b="1" i="0" u="none" strike="noStrike">
                          <a:solidFill>
                            <a:srgbClr val="1F1F1F"/>
                          </a:solidFill>
                          <a:effectLst/>
                          <a:latin typeface="Arial" panose="020B0604020202020204" pitchFamily="34" charset="0"/>
                        </a:rPr>
                        <a:t>Public LB Score (NLS)</a:t>
                      </a:r>
                      <a:endParaRPr lang="en-US" sz="2200" b="0" i="0" u="none" strike="noStrike">
                        <a:effectLst/>
                        <a:latin typeface="Arial" panose="020B0604020202020204" pitchFamily="34" charset="0"/>
                      </a:endParaRPr>
                    </a:p>
                  </a:txBody>
                  <a:tcPr marL="189340" marR="189340" marT="126227" marB="126227">
                    <a:lnL w="10541" cap="flat" cmpd="sng" algn="ctr">
                      <a:solidFill>
                        <a:srgbClr val="1F1F1F"/>
                      </a:solidFill>
                      <a:prstDash val="solid"/>
                      <a:round/>
                      <a:headEnd type="none" w="med" len="med"/>
                      <a:tailEnd type="none" w="med" len="med"/>
                    </a:lnL>
                    <a:lnR w="10541" cap="flat" cmpd="sng" algn="ctr">
                      <a:solidFill>
                        <a:srgbClr val="1F1F1F"/>
                      </a:solidFill>
                      <a:prstDash val="solid"/>
                      <a:round/>
                      <a:headEnd type="none" w="med" len="med"/>
                      <a:tailEnd type="none" w="med" len="med"/>
                    </a:lnR>
                    <a:lnT w="10541" cap="flat" cmpd="sng" algn="ctr">
                      <a:solidFill>
                        <a:srgbClr val="1F1F1F"/>
                      </a:solidFill>
                      <a:prstDash val="solid"/>
                      <a:round/>
                      <a:headEnd type="none" w="med" len="med"/>
                      <a:tailEnd type="none" w="med" len="med"/>
                    </a:lnT>
                    <a:lnB w="10541" cap="flat" cmpd="sng" algn="ctr">
                      <a:solidFill>
                        <a:srgbClr val="1F1F1F"/>
                      </a:solidFill>
                      <a:prstDash val="solid"/>
                      <a:round/>
                      <a:headEnd type="none" w="med" len="med"/>
                      <a:tailEnd type="none" w="med" len="med"/>
                    </a:lnB>
                    <a:solidFill>
                      <a:srgbClr val="EFEFEF"/>
                    </a:solidFill>
                  </a:tcPr>
                </a:tc>
                <a:tc>
                  <a:txBody>
                    <a:bodyPr/>
                    <a:lstStyle/>
                    <a:p>
                      <a:pPr algn="l" rtl="0" fontAlgn="t">
                        <a:spcAft>
                          <a:spcPts val="2400"/>
                        </a:spcAft>
                        <a:buNone/>
                      </a:pPr>
                      <a:r>
                        <a:rPr lang="en-US" sz="2200" b="1" i="0" u="none" strike="noStrike">
                          <a:solidFill>
                            <a:srgbClr val="1F1F1F"/>
                          </a:solidFill>
                          <a:effectLst/>
                          <a:latin typeface="Arial" panose="020B0604020202020204" pitchFamily="34" charset="0"/>
                        </a:rPr>
                        <a:t>Private LB Score (NLS)</a:t>
                      </a:r>
                      <a:endParaRPr lang="en-US" sz="2200" b="0" i="0" u="none" strike="noStrike">
                        <a:effectLst/>
                        <a:latin typeface="Arial" panose="020B0604020202020204" pitchFamily="34" charset="0"/>
                      </a:endParaRPr>
                    </a:p>
                  </a:txBody>
                  <a:tcPr marL="189340" marR="189340" marT="126227" marB="126227">
                    <a:lnL w="10541" cap="flat" cmpd="sng" algn="ctr">
                      <a:solidFill>
                        <a:srgbClr val="1F1F1F"/>
                      </a:solidFill>
                      <a:prstDash val="solid"/>
                      <a:round/>
                      <a:headEnd type="none" w="med" len="med"/>
                      <a:tailEnd type="none" w="med" len="med"/>
                    </a:lnL>
                    <a:lnR w="10541" cap="flat" cmpd="sng" algn="ctr">
                      <a:solidFill>
                        <a:srgbClr val="1F1F1F"/>
                      </a:solidFill>
                      <a:prstDash val="solid"/>
                      <a:round/>
                      <a:headEnd type="none" w="med" len="med"/>
                      <a:tailEnd type="none" w="med" len="med"/>
                    </a:lnR>
                    <a:lnT w="10541" cap="flat" cmpd="sng" algn="ctr">
                      <a:solidFill>
                        <a:srgbClr val="1F1F1F"/>
                      </a:solidFill>
                      <a:prstDash val="solid"/>
                      <a:round/>
                      <a:headEnd type="none" w="med" len="med"/>
                      <a:tailEnd type="none" w="med" len="med"/>
                    </a:lnT>
                    <a:lnB w="10541" cap="flat" cmpd="sng" algn="ctr">
                      <a:solidFill>
                        <a:srgbClr val="1F1F1F"/>
                      </a:solidFill>
                      <a:prstDash val="solid"/>
                      <a:round/>
                      <a:headEnd type="none" w="med" len="med"/>
                      <a:tailEnd type="none" w="med" len="med"/>
                    </a:lnB>
                    <a:solidFill>
                      <a:srgbClr val="EFEFEF"/>
                    </a:solidFill>
                  </a:tcPr>
                </a:tc>
                <a:extLst>
                  <a:ext uri="{0D108BD9-81ED-4DB2-BD59-A6C34878D82A}">
                    <a16:rowId xmlns:a16="http://schemas.microsoft.com/office/drawing/2014/main" val="3232110400"/>
                  </a:ext>
                </a:extLst>
              </a:tr>
              <a:tr h="758142">
                <a:tc>
                  <a:txBody>
                    <a:bodyPr/>
                    <a:lstStyle/>
                    <a:p>
                      <a:pPr algn="l" rtl="0" fontAlgn="t">
                        <a:spcAft>
                          <a:spcPts val="2400"/>
                        </a:spcAft>
                        <a:buNone/>
                      </a:pPr>
                      <a:r>
                        <a:rPr lang="en-US" sz="2200" b="0" i="0" u="none" strike="noStrike">
                          <a:solidFill>
                            <a:srgbClr val="1F1F1F"/>
                          </a:solidFill>
                          <a:effectLst/>
                          <a:latin typeface="Arial" panose="020B0604020202020204" pitchFamily="34" charset="0"/>
                        </a:rPr>
                        <a:t>Baseline 1</a:t>
                      </a:r>
                      <a:endParaRPr lang="en-US" sz="2200" b="0" i="0" u="none" strike="noStrike">
                        <a:effectLst/>
                        <a:latin typeface="Arial" panose="020B0604020202020204" pitchFamily="34" charset="0"/>
                      </a:endParaRPr>
                    </a:p>
                  </a:txBody>
                  <a:tcPr marL="189340" marR="189340" marT="126227" marB="126227">
                    <a:lnL w="10541" cap="flat" cmpd="sng" algn="ctr">
                      <a:solidFill>
                        <a:srgbClr val="1F1F1F"/>
                      </a:solidFill>
                      <a:prstDash val="solid"/>
                      <a:round/>
                      <a:headEnd type="none" w="med" len="med"/>
                      <a:tailEnd type="none" w="med" len="med"/>
                    </a:lnL>
                    <a:lnR w="10541" cap="flat" cmpd="sng" algn="ctr">
                      <a:solidFill>
                        <a:srgbClr val="1F1F1F"/>
                      </a:solidFill>
                      <a:prstDash val="solid"/>
                      <a:round/>
                      <a:headEnd type="none" w="med" len="med"/>
                      <a:tailEnd type="none" w="med" len="med"/>
                    </a:lnR>
                    <a:lnT w="10541" cap="flat" cmpd="sng" algn="ctr">
                      <a:solidFill>
                        <a:srgbClr val="1F1F1F"/>
                      </a:solidFill>
                      <a:prstDash val="solid"/>
                      <a:round/>
                      <a:headEnd type="none" w="med" len="med"/>
                      <a:tailEnd type="none" w="med" len="med"/>
                    </a:lnT>
                    <a:lnB w="10541" cap="flat" cmpd="sng" algn="ctr">
                      <a:solidFill>
                        <a:srgbClr val="1F1F1F"/>
                      </a:solidFill>
                      <a:prstDash val="solid"/>
                      <a:round/>
                      <a:headEnd type="none" w="med" len="med"/>
                      <a:tailEnd type="none" w="med" len="med"/>
                    </a:lnB>
                    <a:noFill/>
                  </a:tcPr>
                </a:tc>
                <a:tc>
                  <a:txBody>
                    <a:bodyPr/>
                    <a:lstStyle/>
                    <a:p>
                      <a:pPr algn="l" rtl="0" fontAlgn="t">
                        <a:spcAft>
                          <a:spcPts val="2400"/>
                        </a:spcAft>
                        <a:buNone/>
                      </a:pPr>
                      <a:r>
                        <a:rPr lang="en-US" sz="2200" b="0" i="0" u="none" strike="noStrike">
                          <a:solidFill>
                            <a:srgbClr val="1F1F1F"/>
                          </a:solidFill>
                          <a:effectLst/>
                          <a:latin typeface="Arial" panose="020B0604020202020204" pitchFamily="34" charset="0"/>
                        </a:rPr>
                        <a:t>Whisper Small</a:t>
                      </a:r>
                      <a:endParaRPr lang="en-US" sz="2200" b="0" i="0" u="none" strike="noStrike">
                        <a:effectLst/>
                        <a:latin typeface="Arial" panose="020B0604020202020204" pitchFamily="34" charset="0"/>
                      </a:endParaRPr>
                    </a:p>
                  </a:txBody>
                  <a:tcPr marL="189340" marR="189340" marT="126227" marB="126227">
                    <a:lnL w="10541" cap="flat" cmpd="sng" algn="ctr">
                      <a:solidFill>
                        <a:srgbClr val="1F1F1F"/>
                      </a:solidFill>
                      <a:prstDash val="solid"/>
                      <a:round/>
                      <a:headEnd type="none" w="med" len="med"/>
                      <a:tailEnd type="none" w="med" len="med"/>
                    </a:lnL>
                    <a:lnR w="10541" cap="flat" cmpd="sng" algn="ctr">
                      <a:solidFill>
                        <a:srgbClr val="1F1F1F"/>
                      </a:solidFill>
                      <a:prstDash val="solid"/>
                      <a:round/>
                      <a:headEnd type="none" w="med" len="med"/>
                      <a:tailEnd type="none" w="med" len="med"/>
                    </a:lnR>
                    <a:lnT w="10541" cap="flat" cmpd="sng" algn="ctr">
                      <a:solidFill>
                        <a:srgbClr val="1F1F1F"/>
                      </a:solidFill>
                      <a:prstDash val="solid"/>
                      <a:round/>
                      <a:headEnd type="none" w="med" len="med"/>
                      <a:tailEnd type="none" w="med" len="med"/>
                    </a:lnT>
                    <a:lnB w="10541" cap="flat" cmpd="sng" algn="ctr">
                      <a:solidFill>
                        <a:srgbClr val="1F1F1F"/>
                      </a:solidFill>
                      <a:prstDash val="solid"/>
                      <a:round/>
                      <a:headEnd type="none" w="med" len="med"/>
                      <a:tailEnd type="none" w="med" len="med"/>
                    </a:lnB>
                    <a:noFill/>
                  </a:tcPr>
                </a:tc>
                <a:tc>
                  <a:txBody>
                    <a:bodyPr/>
                    <a:lstStyle/>
                    <a:p>
                      <a:pPr algn="l" rtl="0" fontAlgn="t">
                        <a:spcAft>
                          <a:spcPts val="2400"/>
                        </a:spcAft>
                        <a:buNone/>
                      </a:pPr>
                      <a:r>
                        <a:rPr lang="en-US" sz="2200" b="0" i="0" u="none" strike="noStrike">
                          <a:solidFill>
                            <a:srgbClr val="1F1F1F"/>
                          </a:solidFill>
                          <a:effectLst/>
                          <a:latin typeface="Arial" panose="020B0604020202020204" pitchFamily="34" charset="0"/>
                        </a:rPr>
                        <a:t>Static Pad, No Metric</a:t>
                      </a:r>
                      <a:endParaRPr lang="en-US" sz="2200" b="0" i="0" u="none" strike="noStrike">
                        <a:effectLst/>
                        <a:latin typeface="Arial" panose="020B0604020202020204" pitchFamily="34" charset="0"/>
                      </a:endParaRPr>
                    </a:p>
                  </a:txBody>
                  <a:tcPr marL="189340" marR="189340" marT="126227" marB="126227">
                    <a:lnL w="10541" cap="flat" cmpd="sng" algn="ctr">
                      <a:solidFill>
                        <a:srgbClr val="1F1F1F"/>
                      </a:solidFill>
                      <a:prstDash val="solid"/>
                      <a:round/>
                      <a:headEnd type="none" w="med" len="med"/>
                      <a:tailEnd type="none" w="med" len="med"/>
                    </a:lnL>
                    <a:lnR w="10541" cap="flat" cmpd="sng" algn="ctr">
                      <a:solidFill>
                        <a:srgbClr val="1F1F1F"/>
                      </a:solidFill>
                      <a:prstDash val="solid"/>
                      <a:round/>
                      <a:headEnd type="none" w="med" len="med"/>
                      <a:tailEnd type="none" w="med" len="med"/>
                    </a:lnR>
                    <a:lnT w="10541" cap="flat" cmpd="sng" algn="ctr">
                      <a:solidFill>
                        <a:srgbClr val="1F1F1F"/>
                      </a:solidFill>
                      <a:prstDash val="solid"/>
                      <a:round/>
                      <a:headEnd type="none" w="med" len="med"/>
                      <a:tailEnd type="none" w="med" len="med"/>
                    </a:lnT>
                    <a:lnB w="10541" cap="flat" cmpd="sng" algn="ctr">
                      <a:solidFill>
                        <a:srgbClr val="1F1F1F"/>
                      </a:solidFill>
                      <a:prstDash val="solid"/>
                      <a:round/>
                      <a:headEnd type="none" w="med" len="med"/>
                      <a:tailEnd type="none" w="med" len="med"/>
                    </a:lnB>
                    <a:noFill/>
                  </a:tcPr>
                </a:tc>
                <a:tc>
                  <a:txBody>
                    <a:bodyPr/>
                    <a:lstStyle/>
                    <a:p>
                      <a:pPr algn="l" rtl="0" fontAlgn="t">
                        <a:spcAft>
                          <a:spcPts val="2400"/>
                        </a:spcAft>
                        <a:buNone/>
                      </a:pPr>
                      <a:r>
                        <a:rPr lang="en-US" sz="2200" b="0" i="0" u="none" strike="noStrike">
                          <a:solidFill>
                            <a:srgbClr val="1F1F1F"/>
                          </a:solidFill>
                          <a:effectLst/>
                          <a:latin typeface="Arial" panose="020B0604020202020204" pitchFamily="34" charset="0"/>
                        </a:rPr>
                        <a:t>0.76897</a:t>
                      </a:r>
                      <a:endParaRPr lang="en-US" sz="2200" b="0" i="0" u="none" strike="noStrike">
                        <a:effectLst/>
                        <a:latin typeface="Arial" panose="020B0604020202020204" pitchFamily="34" charset="0"/>
                      </a:endParaRPr>
                    </a:p>
                  </a:txBody>
                  <a:tcPr marL="189340" marR="189340" marT="126227" marB="126227">
                    <a:lnL w="10541" cap="flat" cmpd="sng" algn="ctr">
                      <a:solidFill>
                        <a:srgbClr val="1F1F1F"/>
                      </a:solidFill>
                      <a:prstDash val="solid"/>
                      <a:round/>
                      <a:headEnd type="none" w="med" len="med"/>
                      <a:tailEnd type="none" w="med" len="med"/>
                    </a:lnL>
                    <a:lnR w="10541" cap="flat" cmpd="sng" algn="ctr">
                      <a:solidFill>
                        <a:srgbClr val="1F1F1F"/>
                      </a:solidFill>
                      <a:prstDash val="solid"/>
                      <a:round/>
                      <a:headEnd type="none" w="med" len="med"/>
                      <a:tailEnd type="none" w="med" len="med"/>
                    </a:lnR>
                    <a:lnT w="10541" cap="flat" cmpd="sng" algn="ctr">
                      <a:solidFill>
                        <a:srgbClr val="1F1F1F"/>
                      </a:solidFill>
                      <a:prstDash val="solid"/>
                      <a:round/>
                      <a:headEnd type="none" w="med" len="med"/>
                      <a:tailEnd type="none" w="med" len="med"/>
                    </a:lnT>
                    <a:lnB w="10541" cap="flat" cmpd="sng" algn="ctr">
                      <a:solidFill>
                        <a:srgbClr val="1F1F1F"/>
                      </a:solidFill>
                      <a:prstDash val="solid"/>
                      <a:round/>
                      <a:headEnd type="none" w="med" len="med"/>
                      <a:tailEnd type="none" w="med" len="med"/>
                    </a:lnB>
                    <a:noFill/>
                  </a:tcPr>
                </a:tc>
                <a:tc>
                  <a:txBody>
                    <a:bodyPr/>
                    <a:lstStyle/>
                    <a:p>
                      <a:pPr algn="l" rtl="0" fontAlgn="t">
                        <a:spcAft>
                          <a:spcPts val="2400"/>
                        </a:spcAft>
                        <a:buNone/>
                      </a:pPr>
                      <a:r>
                        <a:rPr lang="en-US" sz="2200" b="0" i="0" u="none" strike="noStrike">
                          <a:solidFill>
                            <a:srgbClr val="1F1F1F"/>
                          </a:solidFill>
                          <a:effectLst/>
                          <a:latin typeface="Arial" panose="020B0604020202020204" pitchFamily="34" charset="0"/>
                        </a:rPr>
                        <a:t>0.71913</a:t>
                      </a:r>
                      <a:endParaRPr lang="en-US" sz="2200" b="0" i="0" u="none" strike="noStrike">
                        <a:effectLst/>
                        <a:latin typeface="Arial" panose="020B0604020202020204" pitchFamily="34" charset="0"/>
                      </a:endParaRPr>
                    </a:p>
                  </a:txBody>
                  <a:tcPr marL="189340" marR="189340" marT="126227" marB="126227">
                    <a:lnL w="10541" cap="flat" cmpd="sng" algn="ctr">
                      <a:solidFill>
                        <a:srgbClr val="1F1F1F"/>
                      </a:solidFill>
                      <a:prstDash val="solid"/>
                      <a:round/>
                      <a:headEnd type="none" w="med" len="med"/>
                      <a:tailEnd type="none" w="med" len="med"/>
                    </a:lnL>
                    <a:lnR w="10541" cap="flat" cmpd="sng" algn="ctr">
                      <a:solidFill>
                        <a:srgbClr val="1F1F1F"/>
                      </a:solidFill>
                      <a:prstDash val="solid"/>
                      <a:round/>
                      <a:headEnd type="none" w="med" len="med"/>
                      <a:tailEnd type="none" w="med" len="med"/>
                    </a:lnR>
                    <a:lnT w="10541" cap="flat" cmpd="sng" algn="ctr">
                      <a:solidFill>
                        <a:srgbClr val="1F1F1F"/>
                      </a:solidFill>
                      <a:prstDash val="solid"/>
                      <a:round/>
                      <a:headEnd type="none" w="med" len="med"/>
                      <a:tailEnd type="none" w="med" len="med"/>
                    </a:lnT>
                    <a:lnB w="10541" cap="flat" cmpd="sng" algn="ctr">
                      <a:solidFill>
                        <a:srgbClr val="1F1F1F"/>
                      </a:solidFill>
                      <a:prstDash val="solid"/>
                      <a:round/>
                      <a:headEnd type="none" w="med" len="med"/>
                      <a:tailEnd type="none" w="med" len="med"/>
                    </a:lnB>
                    <a:noFill/>
                  </a:tcPr>
                </a:tc>
                <a:extLst>
                  <a:ext uri="{0D108BD9-81ED-4DB2-BD59-A6C34878D82A}">
                    <a16:rowId xmlns:a16="http://schemas.microsoft.com/office/drawing/2014/main" val="498091884"/>
                  </a:ext>
                </a:extLst>
              </a:tr>
              <a:tr h="758142">
                <a:tc>
                  <a:txBody>
                    <a:bodyPr/>
                    <a:lstStyle/>
                    <a:p>
                      <a:pPr algn="l" rtl="0" fontAlgn="t">
                        <a:spcAft>
                          <a:spcPts val="2400"/>
                        </a:spcAft>
                        <a:buNone/>
                      </a:pPr>
                      <a:r>
                        <a:rPr lang="en-US" sz="2200" b="0" i="0" u="none" strike="noStrike" dirty="0">
                          <a:solidFill>
                            <a:srgbClr val="1F1F1F"/>
                          </a:solidFill>
                          <a:effectLst/>
                          <a:latin typeface="Arial" panose="020B0604020202020204" pitchFamily="34" charset="0"/>
                        </a:rPr>
                        <a:t>Baseline 2</a:t>
                      </a:r>
                      <a:endParaRPr lang="en-US" sz="2200" b="0" i="0" u="none" strike="noStrike" dirty="0">
                        <a:effectLst/>
                        <a:latin typeface="Arial" panose="020B0604020202020204" pitchFamily="34" charset="0"/>
                      </a:endParaRPr>
                    </a:p>
                  </a:txBody>
                  <a:tcPr marL="189340" marR="189340" marT="126227" marB="126227">
                    <a:lnL w="10541" cap="flat" cmpd="sng" algn="ctr">
                      <a:solidFill>
                        <a:srgbClr val="1F1F1F"/>
                      </a:solidFill>
                      <a:prstDash val="solid"/>
                      <a:round/>
                      <a:headEnd type="none" w="med" len="med"/>
                      <a:tailEnd type="none" w="med" len="med"/>
                    </a:lnL>
                    <a:lnR w="10541" cap="flat" cmpd="sng" algn="ctr">
                      <a:solidFill>
                        <a:srgbClr val="1F1F1F"/>
                      </a:solidFill>
                      <a:prstDash val="solid"/>
                      <a:round/>
                      <a:headEnd type="none" w="med" len="med"/>
                      <a:tailEnd type="none" w="med" len="med"/>
                    </a:lnR>
                    <a:lnT w="10541" cap="flat" cmpd="sng" algn="ctr">
                      <a:solidFill>
                        <a:srgbClr val="1F1F1F"/>
                      </a:solidFill>
                      <a:prstDash val="solid"/>
                      <a:round/>
                      <a:headEnd type="none" w="med" len="med"/>
                      <a:tailEnd type="none" w="med" len="med"/>
                    </a:lnT>
                    <a:lnB w="10541" cap="flat" cmpd="sng" algn="ctr">
                      <a:solidFill>
                        <a:srgbClr val="1F1F1F"/>
                      </a:solidFill>
                      <a:prstDash val="solid"/>
                      <a:round/>
                      <a:headEnd type="none" w="med" len="med"/>
                      <a:tailEnd type="none" w="med" len="med"/>
                    </a:lnB>
                    <a:noFill/>
                  </a:tcPr>
                </a:tc>
                <a:tc>
                  <a:txBody>
                    <a:bodyPr/>
                    <a:lstStyle/>
                    <a:p>
                      <a:pPr algn="l" rtl="0" fontAlgn="t">
                        <a:spcAft>
                          <a:spcPts val="2400"/>
                        </a:spcAft>
                        <a:buNone/>
                      </a:pPr>
                      <a:r>
                        <a:rPr lang="en-US" sz="2200" b="0" i="0" u="none" strike="noStrike">
                          <a:solidFill>
                            <a:srgbClr val="1F1F1F"/>
                          </a:solidFill>
                          <a:effectLst/>
                          <a:latin typeface="Arial" panose="020B0604020202020204" pitchFamily="34" charset="0"/>
                        </a:rPr>
                        <a:t>Whisper Small</a:t>
                      </a:r>
                      <a:endParaRPr lang="en-US" sz="2200" b="0" i="0" u="none" strike="noStrike">
                        <a:effectLst/>
                        <a:latin typeface="Arial" panose="020B0604020202020204" pitchFamily="34" charset="0"/>
                      </a:endParaRPr>
                    </a:p>
                  </a:txBody>
                  <a:tcPr marL="189340" marR="189340" marT="126227" marB="126227">
                    <a:lnL w="10541" cap="flat" cmpd="sng" algn="ctr">
                      <a:solidFill>
                        <a:srgbClr val="1F1F1F"/>
                      </a:solidFill>
                      <a:prstDash val="solid"/>
                      <a:round/>
                      <a:headEnd type="none" w="med" len="med"/>
                      <a:tailEnd type="none" w="med" len="med"/>
                    </a:lnL>
                    <a:lnR w="10541" cap="flat" cmpd="sng" algn="ctr">
                      <a:solidFill>
                        <a:srgbClr val="1F1F1F"/>
                      </a:solidFill>
                      <a:prstDash val="solid"/>
                      <a:round/>
                      <a:headEnd type="none" w="med" len="med"/>
                      <a:tailEnd type="none" w="med" len="med"/>
                    </a:lnR>
                    <a:lnT w="10541" cap="flat" cmpd="sng" algn="ctr">
                      <a:solidFill>
                        <a:srgbClr val="1F1F1F"/>
                      </a:solidFill>
                      <a:prstDash val="solid"/>
                      <a:round/>
                      <a:headEnd type="none" w="med" len="med"/>
                      <a:tailEnd type="none" w="med" len="med"/>
                    </a:lnT>
                    <a:lnB w="10541" cap="flat" cmpd="sng" algn="ctr">
                      <a:solidFill>
                        <a:srgbClr val="1F1F1F"/>
                      </a:solidFill>
                      <a:prstDash val="solid"/>
                      <a:round/>
                      <a:headEnd type="none" w="med" len="med"/>
                      <a:tailEnd type="none" w="med" len="med"/>
                    </a:lnB>
                    <a:noFill/>
                  </a:tcPr>
                </a:tc>
                <a:tc>
                  <a:txBody>
                    <a:bodyPr/>
                    <a:lstStyle/>
                    <a:p>
                      <a:pPr algn="l" rtl="0" fontAlgn="t">
                        <a:spcAft>
                          <a:spcPts val="2400"/>
                        </a:spcAft>
                        <a:buNone/>
                      </a:pPr>
                      <a:r>
                        <a:rPr lang="en-US" sz="2200" b="0" i="0" u="none" strike="noStrike">
                          <a:solidFill>
                            <a:srgbClr val="1F1F1F"/>
                          </a:solidFill>
                          <a:effectLst/>
                          <a:latin typeface="Arial" panose="020B0604020202020204" pitchFamily="34" charset="0"/>
                        </a:rPr>
                        <a:t>Static Pad, NLS Tracking</a:t>
                      </a:r>
                      <a:endParaRPr lang="en-US" sz="2200" b="0" i="0" u="none" strike="noStrike">
                        <a:effectLst/>
                        <a:latin typeface="Arial" panose="020B0604020202020204" pitchFamily="34" charset="0"/>
                      </a:endParaRPr>
                    </a:p>
                  </a:txBody>
                  <a:tcPr marL="189340" marR="189340" marT="126227" marB="126227">
                    <a:lnL w="10541" cap="flat" cmpd="sng" algn="ctr">
                      <a:solidFill>
                        <a:srgbClr val="1F1F1F"/>
                      </a:solidFill>
                      <a:prstDash val="solid"/>
                      <a:round/>
                      <a:headEnd type="none" w="med" len="med"/>
                      <a:tailEnd type="none" w="med" len="med"/>
                    </a:lnL>
                    <a:lnR w="10541" cap="flat" cmpd="sng" algn="ctr">
                      <a:solidFill>
                        <a:srgbClr val="1F1F1F"/>
                      </a:solidFill>
                      <a:prstDash val="solid"/>
                      <a:round/>
                      <a:headEnd type="none" w="med" len="med"/>
                      <a:tailEnd type="none" w="med" len="med"/>
                    </a:lnR>
                    <a:lnT w="10541" cap="flat" cmpd="sng" algn="ctr">
                      <a:solidFill>
                        <a:srgbClr val="1F1F1F"/>
                      </a:solidFill>
                      <a:prstDash val="solid"/>
                      <a:round/>
                      <a:headEnd type="none" w="med" len="med"/>
                      <a:tailEnd type="none" w="med" len="med"/>
                    </a:lnT>
                    <a:lnB w="10541" cap="flat" cmpd="sng" algn="ctr">
                      <a:solidFill>
                        <a:srgbClr val="1F1F1F"/>
                      </a:solidFill>
                      <a:prstDash val="solid"/>
                      <a:round/>
                      <a:headEnd type="none" w="med" len="med"/>
                      <a:tailEnd type="none" w="med" len="med"/>
                    </a:lnB>
                    <a:noFill/>
                  </a:tcPr>
                </a:tc>
                <a:tc>
                  <a:txBody>
                    <a:bodyPr/>
                    <a:lstStyle/>
                    <a:p>
                      <a:pPr algn="l" rtl="0" fontAlgn="t">
                        <a:spcAft>
                          <a:spcPts val="2400"/>
                        </a:spcAft>
                        <a:buNone/>
                      </a:pPr>
                      <a:r>
                        <a:rPr lang="en-US" sz="2200" b="0" i="0" u="none" strike="noStrike">
                          <a:solidFill>
                            <a:srgbClr val="1F1F1F"/>
                          </a:solidFill>
                          <a:effectLst/>
                          <a:latin typeface="Arial" panose="020B0604020202020204" pitchFamily="34" charset="0"/>
                        </a:rPr>
                        <a:t>0.78123</a:t>
                      </a:r>
                      <a:endParaRPr lang="en-US" sz="2200" b="0" i="0" u="none" strike="noStrike">
                        <a:effectLst/>
                        <a:latin typeface="Arial" panose="020B0604020202020204" pitchFamily="34" charset="0"/>
                      </a:endParaRPr>
                    </a:p>
                  </a:txBody>
                  <a:tcPr marL="189340" marR="189340" marT="126227" marB="126227">
                    <a:lnL w="10541" cap="flat" cmpd="sng" algn="ctr">
                      <a:solidFill>
                        <a:srgbClr val="1F1F1F"/>
                      </a:solidFill>
                      <a:prstDash val="solid"/>
                      <a:round/>
                      <a:headEnd type="none" w="med" len="med"/>
                      <a:tailEnd type="none" w="med" len="med"/>
                    </a:lnL>
                    <a:lnR w="10541" cap="flat" cmpd="sng" algn="ctr">
                      <a:solidFill>
                        <a:srgbClr val="1F1F1F"/>
                      </a:solidFill>
                      <a:prstDash val="solid"/>
                      <a:round/>
                      <a:headEnd type="none" w="med" len="med"/>
                      <a:tailEnd type="none" w="med" len="med"/>
                    </a:lnR>
                    <a:lnT w="10541" cap="flat" cmpd="sng" algn="ctr">
                      <a:solidFill>
                        <a:srgbClr val="1F1F1F"/>
                      </a:solidFill>
                      <a:prstDash val="solid"/>
                      <a:round/>
                      <a:headEnd type="none" w="med" len="med"/>
                      <a:tailEnd type="none" w="med" len="med"/>
                    </a:lnT>
                    <a:lnB w="10541" cap="flat" cmpd="sng" algn="ctr">
                      <a:solidFill>
                        <a:srgbClr val="1F1F1F"/>
                      </a:solidFill>
                      <a:prstDash val="solid"/>
                      <a:round/>
                      <a:headEnd type="none" w="med" len="med"/>
                      <a:tailEnd type="none" w="med" len="med"/>
                    </a:lnB>
                    <a:noFill/>
                  </a:tcPr>
                </a:tc>
                <a:tc>
                  <a:txBody>
                    <a:bodyPr/>
                    <a:lstStyle/>
                    <a:p>
                      <a:pPr algn="l" rtl="0" fontAlgn="t">
                        <a:spcAft>
                          <a:spcPts val="2400"/>
                        </a:spcAft>
                        <a:buNone/>
                      </a:pPr>
                      <a:r>
                        <a:rPr lang="en-US" sz="2200" b="0" i="0" u="none" strike="noStrike">
                          <a:solidFill>
                            <a:srgbClr val="1F1F1F"/>
                          </a:solidFill>
                          <a:effectLst/>
                          <a:latin typeface="Arial" panose="020B0604020202020204" pitchFamily="34" charset="0"/>
                        </a:rPr>
                        <a:t>0.74525</a:t>
                      </a:r>
                      <a:endParaRPr lang="en-US" sz="2200" b="0" i="0" u="none" strike="noStrike">
                        <a:effectLst/>
                        <a:latin typeface="Arial" panose="020B0604020202020204" pitchFamily="34" charset="0"/>
                      </a:endParaRPr>
                    </a:p>
                  </a:txBody>
                  <a:tcPr marL="189340" marR="189340" marT="126227" marB="126227">
                    <a:lnL w="10541" cap="flat" cmpd="sng" algn="ctr">
                      <a:solidFill>
                        <a:srgbClr val="1F1F1F"/>
                      </a:solidFill>
                      <a:prstDash val="solid"/>
                      <a:round/>
                      <a:headEnd type="none" w="med" len="med"/>
                      <a:tailEnd type="none" w="med" len="med"/>
                    </a:lnL>
                    <a:lnR w="10541" cap="flat" cmpd="sng" algn="ctr">
                      <a:solidFill>
                        <a:srgbClr val="1F1F1F"/>
                      </a:solidFill>
                      <a:prstDash val="solid"/>
                      <a:round/>
                      <a:headEnd type="none" w="med" len="med"/>
                      <a:tailEnd type="none" w="med" len="med"/>
                    </a:lnR>
                    <a:lnT w="10541" cap="flat" cmpd="sng" algn="ctr">
                      <a:solidFill>
                        <a:srgbClr val="1F1F1F"/>
                      </a:solidFill>
                      <a:prstDash val="solid"/>
                      <a:round/>
                      <a:headEnd type="none" w="med" len="med"/>
                      <a:tailEnd type="none" w="med" len="med"/>
                    </a:lnT>
                    <a:lnB w="10541" cap="flat" cmpd="sng" algn="ctr">
                      <a:solidFill>
                        <a:srgbClr val="1F1F1F"/>
                      </a:solidFill>
                      <a:prstDash val="solid"/>
                      <a:round/>
                      <a:headEnd type="none" w="med" len="med"/>
                      <a:tailEnd type="none" w="med" len="med"/>
                    </a:lnB>
                    <a:noFill/>
                  </a:tcPr>
                </a:tc>
                <a:extLst>
                  <a:ext uri="{0D108BD9-81ED-4DB2-BD59-A6C34878D82A}">
                    <a16:rowId xmlns:a16="http://schemas.microsoft.com/office/drawing/2014/main" val="3871026284"/>
                  </a:ext>
                </a:extLst>
              </a:tr>
              <a:tr h="758142">
                <a:tc>
                  <a:txBody>
                    <a:bodyPr/>
                    <a:lstStyle/>
                    <a:p>
                      <a:pPr algn="l" rtl="0" fontAlgn="t">
                        <a:spcAft>
                          <a:spcPts val="2400"/>
                        </a:spcAft>
                        <a:buNone/>
                      </a:pPr>
                      <a:r>
                        <a:rPr lang="en-US" sz="2200" b="0" i="0" u="none" strike="noStrike">
                          <a:solidFill>
                            <a:srgbClr val="1F1F1F"/>
                          </a:solidFill>
                          <a:effectLst/>
                          <a:latin typeface="Arial" panose="020B0604020202020204" pitchFamily="34" charset="0"/>
                        </a:rPr>
                        <a:t>Baseline 3</a:t>
                      </a:r>
                      <a:endParaRPr lang="en-US" sz="2200" b="0" i="0" u="none" strike="noStrike">
                        <a:effectLst/>
                        <a:latin typeface="Arial" panose="020B0604020202020204" pitchFamily="34" charset="0"/>
                      </a:endParaRPr>
                    </a:p>
                  </a:txBody>
                  <a:tcPr marL="189340" marR="189340" marT="126227" marB="126227">
                    <a:lnL w="10541" cap="flat" cmpd="sng" algn="ctr">
                      <a:solidFill>
                        <a:srgbClr val="1F1F1F"/>
                      </a:solidFill>
                      <a:prstDash val="solid"/>
                      <a:round/>
                      <a:headEnd type="none" w="med" len="med"/>
                      <a:tailEnd type="none" w="med" len="med"/>
                    </a:lnL>
                    <a:lnR w="10541" cap="flat" cmpd="sng" algn="ctr">
                      <a:solidFill>
                        <a:srgbClr val="1F1F1F"/>
                      </a:solidFill>
                      <a:prstDash val="solid"/>
                      <a:round/>
                      <a:headEnd type="none" w="med" len="med"/>
                      <a:tailEnd type="none" w="med" len="med"/>
                    </a:lnR>
                    <a:lnT w="10541" cap="flat" cmpd="sng" algn="ctr">
                      <a:solidFill>
                        <a:srgbClr val="1F1F1F"/>
                      </a:solidFill>
                      <a:prstDash val="solid"/>
                      <a:round/>
                      <a:headEnd type="none" w="med" len="med"/>
                      <a:tailEnd type="none" w="med" len="med"/>
                    </a:lnT>
                    <a:lnB w="10541" cap="flat" cmpd="sng" algn="ctr">
                      <a:solidFill>
                        <a:srgbClr val="1F1F1F"/>
                      </a:solidFill>
                      <a:prstDash val="solid"/>
                      <a:round/>
                      <a:headEnd type="none" w="med" len="med"/>
                      <a:tailEnd type="none" w="med" len="med"/>
                    </a:lnB>
                    <a:noFill/>
                  </a:tcPr>
                </a:tc>
                <a:tc>
                  <a:txBody>
                    <a:bodyPr/>
                    <a:lstStyle/>
                    <a:p>
                      <a:pPr algn="l" rtl="0" fontAlgn="t">
                        <a:spcAft>
                          <a:spcPts val="2400"/>
                        </a:spcAft>
                        <a:buNone/>
                      </a:pPr>
                      <a:r>
                        <a:rPr lang="en-US" sz="2200" b="0" i="0" u="none" strike="noStrike">
                          <a:solidFill>
                            <a:srgbClr val="1F1F1F"/>
                          </a:solidFill>
                          <a:effectLst/>
                          <a:latin typeface="Arial" panose="020B0604020202020204" pitchFamily="34" charset="0"/>
                        </a:rPr>
                        <a:t>Whisper Small</a:t>
                      </a:r>
                      <a:endParaRPr lang="en-US" sz="2200" b="0" i="0" u="none" strike="noStrike">
                        <a:effectLst/>
                        <a:latin typeface="Arial" panose="020B0604020202020204" pitchFamily="34" charset="0"/>
                      </a:endParaRPr>
                    </a:p>
                  </a:txBody>
                  <a:tcPr marL="189340" marR="189340" marT="126227" marB="126227">
                    <a:lnL w="10541" cap="flat" cmpd="sng" algn="ctr">
                      <a:solidFill>
                        <a:srgbClr val="1F1F1F"/>
                      </a:solidFill>
                      <a:prstDash val="solid"/>
                      <a:round/>
                      <a:headEnd type="none" w="med" len="med"/>
                      <a:tailEnd type="none" w="med" len="med"/>
                    </a:lnL>
                    <a:lnR w="10541" cap="flat" cmpd="sng" algn="ctr">
                      <a:solidFill>
                        <a:srgbClr val="1F1F1F"/>
                      </a:solidFill>
                      <a:prstDash val="solid"/>
                      <a:round/>
                      <a:headEnd type="none" w="med" len="med"/>
                      <a:tailEnd type="none" w="med" len="med"/>
                    </a:lnR>
                    <a:lnT w="10541" cap="flat" cmpd="sng" algn="ctr">
                      <a:solidFill>
                        <a:srgbClr val="1F1F1F"/>
                      </a:solidFill>
                      <a:prstDash val="solid"/>
                      <a:round/>
                      <a:headEnd type="none" w="med" len="med"/>
                      <a:tailEnd type="none" w="med" len="med"/>
                    </a:lnT>
                    <a:lnB w="10541" cap="flat" cmpd="sng" algn="ctr">
                      <a:solidFill>
                        <a:srgbClr val="1F1F1F"/>
                      </a:solidFill>
                      <a:prstDash val="solid"/>
                      <a:round/>
                      <a:headEnd type="none" w="med" len="med"/>
                      <a:tailEnd type="none" w="med" len="med"/>
                    </a:lnB>
                    <a:noFill/>
                  </a:tcPr>
                </a:tc>
                <a:tc>
                  <a:txBody>
                    <a:bodyPr/>
                    <a:lstStyle/>
                    <a:p>
                      <a:pPr algn="l" rtl="0" fontAlgn="t">
                        <a:spcAft>
                          <a:spcPts val="2400"/>
                        </a:spcAft>
                        <a:buNone/>
                      </a:pPr>
                      <a:r>
                        <a:rPr lang="en-US" sz="2200" b="0" i="0" u="none" strike="noStrike">
                          <a:solidFill>
                            <a:srgbClr val="1F1F1F"/>
                          </a:solidFill>
                          <a:effectLst/>
                          <a:latin typeface="Arial" panose="020B0604020202020204" pitchFamily="34" charset="0"/>
                        </a:rPr>
                        <a:t>Dynamic Pad, NLS Tracking</a:t>
                      </a:r>
                      <a:endParaRPr lang="en-US" sz="2200" b="0" i="0" u="none" strike="noStrike">
                        <a:effectLst/>
                        <a:latin typeface="Arial" panose="020B0604020202020204" pitchFamily="34" charset="0"/>
                      </a:endParaRPr>
                    </a:p>
                  </a:txBody>
                  <a:tcPr marL="189340" marR="189340" marT="126227" marB="126227">
                    <a:lnL w="10541" cap="flat" cmpd="sng" algn="ctr">
                      <a:solidFill>
                        <a:srgbClr val="1F1F1F"/>
                      </a:solidFill>
                      <a:prstDash val="solid"/>
                      <a:round/>
                      <a:headEnd type="none" w="med" len="med"/>
                      <a:tailEnd type="none" w="med" len="med"/>
                    </a:lnL>
                    <a:lnR w="10541" cap="flat" cmpd="sng" algn="ctr">
                      <a:solidFill>
                        <a:srgbClr val="1F1F1F"/>
                      </a:solidFill>
                      <a:prstDash val="solid"/>
                      <a:round/>
                      <a:headEnd type="none" w="med" len="med"/>
                      <a:tailEnd type="none" w="med" len="med"/>
                    </a:lnR>
                    <a:lnT w="10541" cap="flat" cmpd="sng" algn="ctr">
                      <a:solidFill>
                        <a:srgbClr val="1F1F1F"/>
                      </a:solidFill>
                      <a:prstDash val="solid"/>
                      <a:round/>
                      <a:headEnd type="none" w="med" len="med"/>
                      <a:tailEnd type="none" w="med" len="med"/>
                    </a:lnT>
                    <a:lnB w="10541" cap="flat" cmpd="sng" algn="ctr">
                      <a:solidFill>
                        <a:srgbClr val="1F1F1F"/>
                      </a:solidFill>
                      <a:prstDash val="solid"/>
                      <a:round/>
                      <a:headEnd type="none" w="med" len="med"/>
                      <a:tailEnd type="none" w="med" len="med"/>
                    </a:lnB>
                    <a:noFill/>
                  </a:tcPr>
                </a:tc>
                <a:tc>
                  <a:txBody>
                    <a:bodyPr/>
                    <a:lstStyle/>
                    <a:p>
                      <a:pPr algn="l" rtl="0" fontAlgn="t">
                        <a:spcAft>
                          <a:spcPts val="2400"/>
                        </a:spcAft>
                        <a:buNone/>
                      </a:pPr>
                      <a:r>
                        <a:rPr lang="en-US" sz="2200" b="0" i="0" u="none" strike="noStrike">
                          <a:solidFill>
                            <a:srgbClr val="1F1F1F"/>
                          </a:solidFill>
                          <a:effectLst/>
                          <a:latin typeface="Arial" panose="020B0604020202020204" pitchFamily="34" charset="0"/>
                        </a:rPr>
                        <a:t>0.83557</a:t>
                      </a:r>
                      <a:endParaRPr lang="en-US" sz="2200" b="0" i="0" u="none" strike="noStrike">
                        <a:effectLst/>
                        <a:latin typeface="Arial" panose="020B0604020202020204" pitchFamily="34" charset="0"/>
                      </a:endParaRPr>
                    </a:p>
                  </a:txBody>
                  <a:tcPr marL="189340" marR="189340" marT="126227" marB="126227">
                    <a:lnL w="10541" cap="flat" cmpd="sng" algn="ctr">
                      <a:solidFill>
                        <a:srgbClr val="1F1F1F"/>
                      </a:solidFill>
                      <a:prstDash val="solid"/>
                      <a:round/>
                      <a:headEnd type="none" w="med" len="med"/>
                      <a:tailEnd type="none" w="med" len="med"/>
                    </a:lnL>
                    <a:lnR w="10541" cap="flat" cmpd="sng" algn="ctr">
                      <a:solidFill>
                        <a:srgbClr val="1F1F1F"/>
                      </a:solidFill>
                      <a:prstDash val="solid"/>
                      <a:round/>
                      <a:headEnd type="none" w="med" len="med"/>
                      <a:tailEnd type="none" w="med" len="med"/>
                    </a:lnR>
                    <a:lnT w="10541" cap="flat" cmpd="sng" algn="ctr">
                      <a:solidFill>
                        <a:srgbClr val="1F1F1F"/>
                      </a:solidFill>
                      <a:prstDash val="solid"/>
                      <a:round/>
                      <a:headEnd type="none" w="med" len="med"/>
                      <a:tailEnd type="none" w="med" len="med"/>
                    </a:lnT>
                    <a:lnB w="10541" cap="flat" cmpd="sng" algn="ctr">
                      <a:solidFill>
                        <a:srgbClr val="1F1F1F"/>
                      </a:solidFill>
                      <a:prstDash val="solid"/>
                      <a:round/>
                      <a:headEnd type="none" w="med" len="med"/>
                      <a:tailEnd type="none" w="med" len="med"/>
                    </a:lnB>
                    <a:noFill/>
                  </a:tcPr>
                </a:tc>
                <a:tc>
                  <a:txBody>
                    <a:bodyPr/>
                    <a:lstStyle/>
                    <a:p>
                      <a:pPr algn="l" rtl="0" fontAlgn="t">
                        <a:spcAft>
                          <a:spcPts val="2400"/>
                        </a:spcAft>
                        <a:buNone/>
                      </a:pPr>
                      <a:r>
                        <a:rPr lang="en-US" sz="2200" b="0" i="0" u="none" strike="noStrike">
                          <a:solidFill>
                            <a:srgbClr val="1F1F1F"/>
                          </a:solidFill>
                          <a:effectLst/>
                          <a:latin typeface="Arial" panose="020B0604020202020204" pitchFamily="34" charset="0"/>
                        </a:rPr>
                        <a:t>0.80765</a:t>
                      </a:r>
                      <a:endParaRPr lang="en-US" sz="2200" b="0" i="0" u="none" strike="noStrike">
                        <a:effectLst/>
                        <a:latin typeface="Arial" panose="020B0604020202020204" pitchFamily="34" charset="0"/>
                      </a:endParaRPr>
                    </a:p>
                  </a:txBody>
                  <a:tcPr marL="189340" marR="189340" marT="126227" marB="126227">
                    <a:lnL w="10541" cap="flat" cmpd="sng" algn="ctr">
                      <a:solidFill>
                        <a:srgbClr val="1F1F1F"/>
                      </a:solidFill>
                      <a:prstDash val="solid"/>
                      <a:round/>
                      <a:headEnd type="none" w="med" len="med"/>
                      <a:tailEnd type="none" w="med" len="med"/>
                    </a:lnL>
                    <a:lnR w="10541" cap="flat" cmpd="sng" algn="ctr">
                      <a:solidFill>
                        <a:srgbClr val="1F1F1F"/>
                      </a:solidFill>
                      <a:prstDash val="solid"/>
                      <a:round/>
                      <a:headEnd type="none" w="med" len="med"/>
                      <a:tailEnd type="none" w="med" len="med"/>
                    </a:lnR>
                    <a:lnT w="10541" cap="flat" cmpd="sng" algn="ctr">
                      <a:solidFill>
                        <a:srgbClr val="1F1F1F"/>
                      </a:solidFill>
                      <a:prstDash val="solid"/>
                      <a:round/>
                      <a:headEnd type="none" w="med" len="med"/>
                      <a:tailEnd type="none" w="med" len="med"/>
                    </a:lnT>
                    <a:lnB w="10541" cap="flat" cmpd="sng" algn="ctr">
                      <a:solidFill>
                        <a:srgbClr val="1F1F1F"/>
                      </a:solidFill>
                      <a:prstDash val="solid"/>
                      <a:round/>
                      <a:headEnd type="none" w="med" len="med"/>
                      <a:tailEnd type="none" w="med" len="med"/>
                    </a:lnB>
                    <a:noFill/>
                  </a:tcPr>
                </a:tc>
                <a:extLst>
                  <a:ext uri="{0D108BD9-81ED-4DB2-BD59-A6C34878D82A}">
                    <a16:rowId xmlns:a16="http://schemas.microsoft.com/office/drawing/2014/main" val="1268905419"/>
                  </a:ext>
                </a:extLst>
              </a:tr>
              <a:tr h="1114534">
                <a:tc>
                  <a:txBody>
                    <a:bodyPr/>
                    <a:lstStyle/>
                    <a:p>
                      <a:pPr algn="l" rtl="0" fontAlgn="t">
                        <a:spcAft>
                          <a:spcPts val="2400"/>
                        </a:spcAft>
                        <a:buNone/>
                      </a:pPr>
                      <a:r>
                        <a:rPr lang="en-US" sz="2200" b="0" i="0" u="none" strike="noStrike">
                          <a:solidFill>
                            <a:srgbClr val="1F1F1F"/>
                          </a:solidFill>
                          <a:effectLst/>
                          <a:latin typeface="Arial" panose="020B0604020202020204" pitchFamily="34" charset="0"/>
                        </a:rPr>
                        <a:t>Interim 1</a:t>
                      </a:r>
                      <a:endParaRPr lang="en-US" sz="2200" b="0" i="0" u="none" strike="noStrike">
                        <a:effectLst/>
                        <a:latin typeface="Arial" panose="020B0604020202020204" pitchFamily="34" charset="0"/>
                      </a:endParaRPr>
                    </a:p>
                  </a:txBody>
                  <a:tcPr marL="189340" marR="189340" marT="126227" marB="126227">
                    <a:lnL w="10541" cap="flat" cmpd="sng" algn="ctr">
                      <a:solidFill>
                        <a:srgbClr val="1F1F1F"/>
                      </a:solidFill>
                      <a:prstDash val="solid"/>
                      <a:round/>
                      <a:headEnd type="none" w="med" len="med"/>
                      <a:tailEnd type="none" w="med" len="med"/>
                    </a:lnL>
                    <a:lnR w="10541" cap="flat" cmpd="sng" algn="ctr">
                      <a:solidFill>
                        <a:srgbClr val="1F1F1F"/>
                      </a:solidFill>
                      <a:prstDash val="solid"/>
                      <a:round/>
                      <a:headEnd type="none" w="med" len="med"/>
                      <a:tailEnd type="none" w="med" len="med"/>
                    </a:lnR>
                    <a:lnT w="10541" cap="flat" cmpd="sng" algn="ctr">
                      <a:solidFill>
                        <a:srgbClr val="1F1F1F"/>
                      </a:solidFill>
                      <a:prstDash val="solid"/>
                      <a:round/>
                      <a:headEnd type="none" w="med" len="med"/>
                      <a:tailEnd type="none" w="med" len="med"/>
                    </a:lnT>
                    <a:lnB w="10541" cap="flat" cmpd="sng" algn="ctr">
                      <a:solidFill>
                        <a:srgbClr val="1F1F1F"/>
                      </a:solidFill>
                      <a:prstDash val="solid"/>
                      <a:round/>
                      <a:headEnd type="none" w="med" len="med"/>
                      <a:tailEnd type="none" w="med" len="med"/>
                    </a:lnB>
                    <a:noFill/>
                  </a:tcPr>
                </a:tc>
                <a:tc>
                  <a:txBody>
                    <a:bodyPr/>
                    <a:lstStyle/>
                    <a:p>
                      <a:pPr algn="l" rtl="0" fontAlgn="t">
                        <a:spcAft>
                          <a:spcPts val="2400"/>
                        </a:spcAft>
                        <a:buNone/>
                      </a:pPr>
                      <a:r>
                        <a:rPr lang="en-US" sz="2200" b="0" i="0" u="none" strike="noStrike">
                          <a:solidFill>
                            <a:srgbClr val="1F1F1F"/>
                          </a:solidFill>
                          <a:effectLst/>
                          <a:latin typeface="Arial" panose="020B0604020202020204" pitchFamily="34" charset="0"/>
                        </a:rPr>
                        <a:t>Whisper Medium</a:t>
                      </a:r>
                      <a:endParaRPr lang="en-US" sz="2200" b="0" i="0" u="none" strike="noStrike">
                        <a:effectLst/>
                        <a:latin typeface="Arial" panose="020B0604020202020204" pitchFamily="34" charset="0"/>
                      </a:endParaRPr>
                    </a:p>
                  </a:txBody>
                  <a:tcPr marL="189340" marR="189340" marT="126227" marB="126227">
                    <a:lnL w="10541" cap="flat" cmpd="sng" algn="ctr">
                      <a:solidFill>
                        <a:srgbClr val="1F1F1F"/>
                      </a:solidFill>
                      <a:prstDash val="solid"/>
                      <a:round/>
                      <a:headEnd type="none" w="med" len="med"/>
                      <a:tailEnd type="none" w="med" len="med"/>
                    </a:lnL>
                    <a:lnR w="10541" cap="flat" cmpd="sng" algn="ctr">
                      <a:solidFill>
                        <a:srgbClr val="1F1F1F"/>
                      </a:solidFill>
                      <a:prstDash val="solid"/>
                      <a:round/>
                      <a:headEnd type="none" w="med" len="med"/>
                      <a:tailEnd type="none" w="med" len="med"/>
                    </a:lnR>
                    <a:lnT w="10541" cap="flat" cmpd="sng" algn="ctr">
                      <a:solidFill>
                        <a:srgbClr val="1F1F1F"/>
                      </a:solidFill>
                      <a:prstDash val="solid"/>
                      <a:round/>
                      <a:headEnd type="none" w="med" len="med"/>
                      <a:tailEnd type="none" w="med" len="med"/>
                    </a:lnT>
                    <a:lnB w="10541" cap="flat" cmpd="sng" algn="ctr">
                      <a:solidFill>
                        <a:srgbClr val="1F1F1F"/>
                      </a:solidFill>
                      <a:prstDash val="solid"/>
                      <a:round/>
                      <a:headEnd type="none" w="med" len="med"/>
                      <a:tailEnd type="none" w="med" len="med"/>
                    </a:lnB>
                    <a:noFill/>
                  </a:tcPr>
                </a:tc>
                <a:tc>
                  <a:txBody>
                    <a:bodyPr/>
                    <a:lstStyle/>
                    <a:p>
                      <a:pPr algn="l" rtl="0" fontAlgn="t">
                        <a:spcAft>
                          <a:spcPts val="2400"/>
                        </a:spcAft>
                        <a:buNone/>
                      </a:pPr>
                      <a:r>
                        <a:rPr lang="en-US" sz="2200" b="0" i="0" u="none" strike="noStrike">
                          <a:solidFill>
                            <a:srgbClr val="1F1F1F"/>
                          </a:solidFill>
                          <a:effectLst/>
                          <a:latin typeface="Arial" panose="020B0604020202020204" pitchFamily="34" charset="0"/>
                        </a:rPr>
                        <a:t>Main Data + Static Pad + Post-processing</a:t>
                      </a:r>
                      <a:endParaRPr lang="en-US" sz="2200" b="0" i="0" u="none" strike="noStrike">
                        <a:effectLst/>
                        <a:latin typeface="Arial" panose="020B0604020202020204" pitchFamily="34" charset="0"/>
                      </a:endParaRPr>
                    </a:p>
                  </a:txBody>
                  <a:tcPr marL="189340" marR="189340" marT="126227" marB="126227">
                    <a:lnL w="10541" cap="flat" cmpd="sng" algn="ctr">
                      <a:solidFill>
                        <a:srgbClr val="1F1F1F"/>
                      </a:solidFill>
                      <a:prstDash val="solid"/>
                      <a:round/>
                      <a:headEnd type="none" w="med" len="med"/>
                      <a:tailEnd type="none" w="med" len="med"/>
                    </a:lnL>
                    <a:lnR w="10541" cap="flat" cmpd="sng" algn="ctr">
                      <a:solidFill>
                        <a:srgbClr val="1F1F1F"/>
                      </a:solidFill>
                      <a:prstDash val="solid"/>
                      <a:round/>
                      <a:headEnd type="none" w="med" len="med"/>
                      <a:tailEnd type="none" w="med" len="med"/>
                    </a:lnR>
                    <a:lnT w="10541" cap="flat" cmpd="sng" algn="ctr">
                      <a:solidFill>
                        <a:srgbClr val="1F1F1F"/>
                      </a:solidFill>
                      <a:prstDash val="solid"/>
                      <a:round/>
                      <a:headEnd type="none" w="med" len="med"/>
                      <a:tailEnd type="none" w="med" len="med"/>
                    </a:lnT>
                    <a:lnB w="10541" cap="flat" cmpd="sng" algn="ctr">
                      <a:solidFill>
                        <a:srgbClr val="1F1F1F"/>
                      </a:solidFill>
                      <a:prstDash val="solid"/>
                      <a:round/>
                      <a:headEnd type="none" w="med" len="med"/>
                      <a:tailEnd type="none" w="med" len="med"/>
                    </a:lnB>
                    <a:noFill/>
                  </a:tcPr>
                </a:tc>
                <a:tc>
                  <a:txBody>
                    <a:bodyPr/>
                    <a:lstStyle/>
                    <a:p>
                      <a:pPr algn="l" rtl="0" fontAlgn="t">
                        <a:spcAft>
                          <a:spcPts val="2400"/>
                        </a:spcAft>
                        <a:buNone/>
                      </a:pPr>
                      <a:r>
                        <a:rPr lang="en-US" sz="2200" b="0" i="0" u="none" strike="noStrike">
                          <a:solidFill>
                            <a:srgbClr val="1F1F1F"/>
                          </a:solidFill>
                          <a:effectLst/>
                          <a:latin typeface="Arial" panose="020B0604020202020204" pitchFamily="34" charset="0"/>
                        </a:rPr>
                        <a:t>0.91461</a:t>
                      </a:r>
                      <a:endParaRPr lang="en-US" sz="2200" b="0" i="0" u="none" strike="noStrike">
                        <a:effectLst/>
                        <a:latin typeface="Arial" panose="020B0604020202020204" pitchFamily="34" charset="0"/>
                      </a:endParaRPr>
                    </a:p>
                  </a:txBody>
                  <a:tcPr marL="189340" marR="189340" marT="126227" marB="126227">
                    <a:lnL w="10541" cap="flat" cmpd="sng" algn="ctr">
                      <a:solidFill>
                        <a:srgbClr val="1F1F1F"/>
                      </a:solidFill>
                      <a:prstDash val="solid"/>
                      <a:round/>
                      <a:headEnd type="none" w="med" len="med"/>
                      <a:tailEnd type="none" w="med" len="med"/>
                    </a:lnL>
                    <a:lnR w="10541" cap="flat" cmpd="sng" algn="ctr">
                      <a:solidFill>
                        <a:srgbClr val="1F1F1F"/>
                      </a:solidFill>
                      <a:prstDash val="solid"/>
                      <a:round/>
                      <a:headEnd type="none" w="med" len="med"/>
                      <a:tailEnd type="none" w="med" len="med"/>
                    </a:lnR>
                    <a:lnT w="10541" cap="flat" cmpd="sng" algn="ctr">
                      <a:solidFill>
                        <a:srgbClr val="1F1F1F"/>
                      </a:solidFill>
                      <a:prstDash val="solid"/>
                      <a:round/>
                      <a:headEnd type="none" w="med" len="med"/>
                      <a:tailEnd type="none" w="med" len="med"/>
                    </a:lnT>
                    <a:lnB w="10541" cap="flat" cmpd="sng" algn="ctr">
                      <a:solidFill>
                        <a:srgbClr val="1F1F1F"/>
                      </a:solidFill>
                      <a:prstDash val="solid"/>
                      <a:round/>
                      <a:headEnd type="none" w="med" len="med"/>
                      <a:tailEnd type="none" w="med" len="med"/>
                    </a:lnB>
                    <a:noFill/>
                  </a:tcPr>
                </a:tc>
                <a:tc>
                  <a:txBody>
                    <a:bodyPr/>
                    <a:lstStyle/>
                    <a:p>
                      <a:pPr algn="l" rtl="0" fontAlgn="t">
                        <a:spcAft>
                          <a:spcPts val="2400"/>
                        </a:spcAft>
                        <a:buNone/>
                      </a:pPr>
                      <a:r>
                        <a:rPr lang="en-US" sz="2200" b="0" i="0" u="none" strike="noStrike">
                          <a:solidFill>
                            <a:srgbClr val="1F1F1F"/>
                          </a:solidFill>
                          <a:effectLst/>
                          <a:latin typeface="Arial" panose="020B0604020202020204" pitchFamily="34" charset="0"/>
                        </a:rPr>
                        <a:t>0.86970</a:t>
                      </a:r>
                      <a:endParaRPr lang="en-US" sz="2200" b="0" i="0" u="none" strike="noStrike">
                        <a:effectLst/>
                        <a:latin typeface="Arial" panose="020B0604020202020204" pitchFamily="34" charset="0"/>
                      </a:endParaRPr>
                    </a:p>
                  </a:txBody>
                  <a:tcPr marL="189340" marR="189340" marT="126227" marB="126227">
                    <a:lnL w="10541" cap="flat" cmpd="sng" algn="ctr">
                      <a:solidFill>
                        <a:srgbClr val="1F1F1F"/>
                      </a:solidFill>
                      <a:prstDash val="solid"/>
                      <a:round/>
                      <a:headEnd type="none" w="med" len="med"/>
                      <a:tailEnd type="none" w="med" len="med"/>
                    </a:lnL>
                    <a:lnR w="10541" cap="flat" cmpd="sng" algn="ctr">
                      <a:solidFill>
                        <a:srgbClr val="1F1F1F"/>
                      </a:solidFill>
                      <a:prstDash val="solid"/>
                      <a:round/>
                      <a:headEnd type="none" w="med" len="med"/>
                      <a:tailEnd type="none" w="med" len="med"/>
                    </a:lnR>
                    <a:lnT w="10541" cap="flat" cmpd="sng" algn="ctr">
                      <a:solidFill>
                        <a:srgbClr val="1F1F1F"/>
                      </a:solidFill>
                      <a:prstDash val="solid"/>
                      <a:round/>
                      <a:headEnd type="none" w="med" len="med"/>
                      <a:tailEnd type="none" w="med" len="med"/>
                    </a:lnT>
                    <a:lnB w="10541" cap="flat" cmpd="sng" algn="ctr">
                      <a:solidFill>
                        <a:srgbClr val="1F1F1F"/>
                      </a:solidFill>
                      <a:prstDash val="solid"/>
                      <a:round/>
                      <a:headEnd type="none" w="med" len="med"/>
                      <a:tailEnd type="none" w="med" len="med"/>
                    </a:lnB>
                    <a:noFill/>
                  </a:tcPr>
                </a:tc>
                <a:extLst>
                  <a:ext uri="{0D108BD9-81ED-4DB2-BD59-A6C34878D82A}">
                    <a16:rowId xmlns:a16="http://schemas.microsoft.com/office/drawing/2014/main" val="248859920"/>
                  </a:ext>
                </a:extLst>
              </a:tr>
              <a:tr h="1114534">
                <a:tc>
                  <a:txBody>
                    <a:bodyPr/>
                    <a:lstStyle/>
                    <a:p>
                      <a:pPr algn="l" rtl="0" fontAlgn="t">
                        <a:spcAft>
                          <a:spcPts val="2400"/>
                        </a:spcAft>
                        <a:buNone/>
                      </a:pPr>
                      <a:r>
                        <a:rPr lang="en-US" sz="2200" b="0" i="0" u="none" strike="noStrike">
                          <a:solidFill>
                            <a:srgbClr val="1F1F1F"/>
                          </a:solidFill>
                          <a:effectLst/>
                          <a:latin typeface="Arial" panose="020B0604020202020204" pitchFamily="34" charset="0"/>
                        </a:rPr>
                        <a:t>Interim 2</a:t>
                      </a:r>
                      <a:endParaRPr lang="en-US" sz="2200" b="0" i="0" u="none" strike="noStrike">
                        <a:effectLst/>
                        <a:latin typeface="Arial" panose="020B0604020202020204" pitchFamily="34" charset="0"/>
                      </a:endParaRPr>
                    </a:p>
                  </a:txBody>
                  <a:tcPr marL="189340" marR="189340" marT="126227" marB="126227">
                    <a:lnL w="10541" cap="flat" cmpd="sng" algn="ctr">
                      <a:solidFill>
                        <a:srgbClr val="1F1F1F"/>
                      </a:solidFill>
                      <a:prstDash val="solid"/>
                      <a:round/>
                      <a:headEnd type="none" w="med" len="med"/>
                      <a:tailEnd type="none" w="med" len="med"/>
                    </a:lnL>
                    <a:lnR w="10541" cap="flat" cmpd="sng" algn="ctr">
                      <a:solidFill>
                        <a:srgbClr val="1F1F1F"/>
                      </a:solidFill>
                      <a:prstDash val="solid"/>
                      <a:round/>
                      <a:headEnd type="none" w="med" len="med"/>
                      <a:tailEnd type="none" w="med" len="med"/>
                    </a:lnR>
                    <a:lnT w="10541" cap="flat" cmpd="sng" algn="ctr">
                      <a:solidFill>
                        <a:srgbClr val="1F1F1F"/>
                      </a:solidFill>
                      <a:prstDash val="solid"/>
                      <a:round/>
                      <a:headEnd type="none" w="med" len="med"/>
                      <a:tailEnd type="none" w="med" len="med"/>
                    </a:lnT>
                    <a:lnB w="10541" cap="flat" cmpd="sng" algn="ctr">
                      <a:solidFill>
                        <a:srgbClr val="1F1F1F"/>
                      </a:solidFill>
                      <a:prstDash val="solid"/>
                      <a:round/>
                      <a:headEnd type="none" w="med" len="med"/>
                      <a:tailEnd type="none" w="med" len="med"/>
                    </a:lnB>
                    <a:noFill/>
                  </a:tcPr>
                </a:tc>
                <a:tc>
                  <a:txBody>
                    <a:bodyPr/>
                    <a:lstStyle/>
                    <a:p>
                      <a:pPr algn="l" rtl="0" fontAlgn="t">
                        <a:spcAft>
                          <a:spcPts val="2400"/>
                        </a:spcAft>
                        <a:buNone/>
                      </a:pPr>
                      <a:r>
                        <a:rPr lang="en-US" sz="2200" b="0" i="0" u="none" strike="noStrike">
                          <a:solidFill>
                            <a:srgbClr val="1F1F1F"/>
                          </a:solidFill>
                          <a:effectLst/>
                          <a:latin typeface="Arial" panose="020B0604020202020204" pitchFamily="34" charset="0"/>
                        </a:rPr>
                        <a:t>Whisper Medium</a:t>
                      </a:r>
                      <a:endParaRPr lang="en-US" sz="2200" b="0" i="0" u="none" strike="noStrike">
                        <a:effectLst/>
                        <a:latin typeface="Arial" panose="020B0604020202020204" pitchFamily="34" charset="0"/>
                      </a:endParaRPr>
                    </a:p>
                  </a:txBody>
                  <a:tcPr marL="189340" marR="189340" marT="126227" marB="126227">
                    <a:lnL w="10541" cap="flat" cmpd="sng" algn="ctr">
                      <a:solidFill>
                        <a:srgbClr val="1F1F1F"/>
                      </a:solidFill>
                      <a:prstDash val="solid"/>
                      <a:round/>
                      <a:headEnd type="none" w="med" len="med"/>
                      <a:tailEnd type="none" w="med" len="med"/>
                    </a:lnL>
                    <a:lnR w="10541" cap="flat" cmpd="sng" algn="ctr">
                      <a:solidFill>
                        <a:srgbClr val="1F1F1F"/>
                      </a:solidFill>
                      <a:prstDash val="solid"/>
                      <a:round/>
                      <a:headEnd type="none" w="med" len="med"/>
                      <a:tailEnd type="none" w="med" len="med"/>
                    </a:lnR>
                    <a:lnT w="10541" cap="flat" cmpd="sng" algn="ctr">
                      <a:solidFill>
                        <a:srgbClr val="1F1F1F"/>
                      </a:solidFill>
                      <a:prstDash val="solid"/>
                      <a:round/>
                      <a:headEnd type="none" w="med" len="med"/>
                      <a:tailEnd type="none" w="med" len="med"/>
                    </a:lnT>
                    <a:lnB w="10541" cap="flat" cmpd="sng" algn="ctr">
                      <a:solidFill>
                        <a:srgbClr val="1F1F1F"/>
                      </a:solidFill>
                      <a:prstDash val="solid"/>
                      <a:round/>
                      <a:headEnd type="none" w="med" len="med"/>
                      <a:tailEnd type="none" w="med" len="med"/>
                    </a:lnB>
                    <a:noFill/>
                  </a:tcPr>
                </a:tc>
                <a:tc>
                  <a:txBody>
                    <a:bodyPr/>
                    <a:lstStyle/>
                    <a:p>
                      <a:pPr algn="l" rtl="0" fontAlgn="t">
                        <a:spcAft>
                          <a:spcPts val="2400"/>
                        </a:spcAft>
                        <a:buNone/>
                      </a:pPr>
                      <a:r>
                        <a:rPr lang="en-US" sz="2200" b="0" i="0" u="none" strike="noStrike">
                          <a:solidFill>
                            <a:srgbClr val="1F1F1F"/>
                          </a:solidFill>
                          <a:effectLst/>
                          <a:latin typeface="Arial" panose="020B0604020202020204" pitchFamily="34" charset="0"/>
                        </a:rPr>
                        <a:t>Main Data + Dynamic Pad + Post-processing</a:t>
                      </a:r>
                      <a:endParaRPr lang="en-US" sz="2200" b="0" i="0" u="none" strike="noStrike">
                        <a:effectLst/>
                        <a:latin typeface="Arial" panose="020B0604020202020204" pitchFamily="34" charset="0"/>
                      </a:endParaRPr>
                    </a:p>
                  </a:txBody>
                  <a:tcPr marL="189340" marR="189340" marT="126227" marB="126227">
                    <a:lnL w="10541" cap="flat" cmpd="sng" algn="ctr">
                      <a:solidFill>
                        <a:srgbClr val="1F1F1F"/>
                      </a:solidFill>
                      <a:prstDash val="solid"/>
                      <a:round/>
                      <a:headEnd type="none" w="med" len="med"/>
                      <a:tailEnd type="none" w="med" len="med"/>
                    </a:lnL>
                    <a:lnR w="10541" cap="flat" cmpd="sng" algn="ctr">
                      <a:solidFill>
                        <a:srgbClr val="1F1F1F"/>
                      </a:solidFill>
                      <a:prstDash val="solid"/>
                      <a:round/>
                      <a:headEnd type="none" w="med" len="med"/>
                      <a:tailEnd type="none" w="med" len="med"/>
                    </a:lnR>
                    <a:lnT w="10541" cap="flat" cmpd="sng" algn="ctr">
                      <a:solidFill>
                        <a:srgbClr val="1F1F1F"/>
                      </a:solidFill>
                      <a:prstDash val="solid"/>
                      <a:round/>
                      <a:headEnd type="none" w="med" len="med"/>
                      <a:tailEnd type="none" w="med" len="med"/>
                    </a:lnT>
                    <a:lnB w="10541" cap="flat" cmpd="sng" algn="ctr">
                      <a:solidFill>
                        <a:srgbClr val="1F1F1F"/>
                      </a:solidFill>
                      <a:prstDash val="solid"/>
                      <a:round/>
                      <a:headEnd type="none" w="med" len="med"/>
                      <a:tailEnd type="none" w="med" len="med"/>
                    </a:lnB>
                    <a:noFill/>
                  </a:tcPr>
                </a:tc>
                <a:tc>
                  <a:txBody>
                    <a:bodyPr/>
                    <a:lstStyle/>
                    <a:p>
                      <a:pPr algn="l" rtl="0" fontAlgn="t">
                        <a:spcAft>
                          <a:spcPts val="2400"/>
                        </a:spcAft>
                        <a:buNone/>
                      </a:pPr>
                      <a:r>
                        <a:rPr lang="en-US" sz="2200" b="0" i="0" u="none" strike="noStrike">
                          <a:solidFill>
                            <a:srgbClr val="1F1F1F"/>
                          </a:solidFill>
                          <a:effectLst/>
                          <a:latin typeface="Arial" panose="020B0604020202020204" pitchFamily="34" charset="0"/>
                        </a:rPr>
                        <a:t>0.91664</a:t>
                      </a:r>
                      <a:endParaRPr lang="en-US" sz="2200" b="0" i="0" u="none" strike="noStrike">
                        <a:effectLst/>
                        <a:latin typeface="Arial" panose="020B0604020202020204" pitchFamily="34" charset="0"/>
                      </a:endParaRPr>
                    </a:p>
                  </a:txBody>
                  <a:tcPr marL="189340" marR="189340" marT="126227" marB="126227">
                    <a:lnL w="10541" cap="flat" cmpd="sng" algn="ctr">
                      <a:solidFill>
                        <a:srgbClr val="1F1F1F"/>
                      </a:solidFill>
                      <a:prstDash val="solid"/>
                      <a:round/>
                      <a:headEnd type="none" w="med" len="med"/>
                      <a:tailEnd type="none" w="med" len="med"/>
                    </a:lnL>
                    <a:lnR w="10541" cap="flat" cmpd="sng" algn="ctr">
                      <a:solidFill>
                        <a:srgbClr val="1F1F1F"/>
                      </a:solidFill>
                      <a:prstDash val="solid"/>
                      <a:round/>
                      <a:headEnd type="none" w="med" len="med"/>
                      <a:tailEnd type="none" w="med" len="med"/>
                    </a:lnR>
                    <a:lnT w="10541" cap="flat" cmpd="sng" algn="ctr">
                      <a:solidFill>
                        <a:srgbClr val="1F1F1F"/>
                      </a:solidFill>
                      <a:prstDash val="solid"/>
                      <a:round/>
                      <a:headEnd type="none" w="med" len="med"/>
                      <a:tailEnd type="none" w="med" len="med"/>
                    </a:lnT>
                    <a:lnB w="10541" cap="flat" cmpd="sng" algn="ctr">
                      <a:solidFill>
                        <a:srgbClr val="1F1F1F"/>
                      </a:solidFill>
                      <a:prstDash val="solid"/>
                      <a:round/>
                      <a:headEnd type="none" w="med" len="med"/>
                      <a:tailEnd type="none" w="med" len="med"/>
                    </a:lnB>
                    <a:noFill/>
                  </a:tcPr>
                </a:tc>
                <a:tc>
                  <a:txBody>
                    <a:bodyPr/>
                    <a:lstStyle/>
                    <a:p>
                      <a:pPr algn="l" rtl="0" fontAlgn="t">
                        <a:spcAft>
                          <a:spcPts val="2400"/>
                        </a:spcAft>
                        <a:buNone/>
                      </a:pPr>
                      <a:r>
                        <a:rPr lang="en-US" sz="2200" b="0" i="0" u="none" strike="noStrike">
                          <a:solidFill>
                            <a:srgbClr val="1F1F1F"/>
                          </a:solidFill>
                          <a:effectLst/>
                          <a:latin typeface="Arial" panose="020B0604020202020204" pitchFamily="34" charset="0"/>
                        </a:rPr>
                        <a:t>0.87203</a:t>
                      </a:r>
                      <a:endParaRPr lang="en-US" sz="2200" b="0" i="0" u="none" strike="noStrike">
                        <a:effectLst/>
                        <a:latin typeface="Arial" panose="020B0604020202020204" pitchFamily="34" charset="0"/>
                      </a:endParaRPr>
                    </a:p>
                  </a:txBody>
                  <a:tcPr marL="189340" marR="189340" marT="126227" marB="126227">
                    <a:lnL w="10541" cap="flat" cmpd="sng" algn="ctr">
                      <a:solidFill>
                        <a:srgbClr val="1F1F1F"/>
                      </a:solidFill>
                      <a:prstDash val="solid"/>
                      <a:round/>
                      <a:headEnd type="none" w="med" len="med"/>
                      <a:tailEnd type="none" w="med" len="med"/>
                    </a:lnL>
                    <a:lnR w="10541" cap="flat" cmpd="sng" algn="ctr">
                      <a:solidFill>
                        <a:srgbClr val="1F1F1F"/>
                      </a:solidFill>
                      <a:prstDash val="solid"/>
                      <a:round/>
                      <a:headEnd type="none" w="med" len="med"/>
                      <a:tailEnd type="none" w="med" len="med"/>
                    </a:lnR>
                    <a:lnT w="10541" cap="flat" cmpd="sng" algn="ctr">
                      <a:solidFill>
                        <a:srgbClr val="1F1F1F"/>
                      </a:solidFill>
                      <a:prstDash val="solid"/>
                      <a:round/>
                      <a:headEnd type="none" w="med" len="med"/>
                      <a:tailEnd type="none" w="med" len="med"/>
                    </a:lnT>
                    <a:lnB w="10541" cap="flat" cmpd="sng" algn="ctr">
                      <a:solidFill>
                        <a:srgbClr val="1F1F1F"/>
                      </a:solidFill>
                      <a:prstDash val="solid"/>
                      <a:round/>
                      <a:headEnd type="none" w="med" len="med"/>
                      <a:tailEnd type="none" w="med" len="med"/>
                    </a:lnB>
                    <a:noFill/>
                  </a:tcPr>
                </a:tc>
                <a:extLst>
                  <a:ext uri="{0D108BD9-81ED-4DB2-BD59-A6C34878D82A}">
                    <a16:rowId xmlns:a16="http://schemas.microsoft.com/office/drawing/2014/main" val="1138605338"/>
                  </a:ext>
                </a:extLst>
              </a:tr>
              <a:tr h="1114534">
                <a:tc>
                  <a:txBody>
                    <a:bodyPr/>
                    <a:lstStyle/>
                    <a:p>
                      <a:pPr algn="l" rtl="0" fontAlgn="t">
                        <a:spcAft>
                          <a:spcPts val="2400"/>
                        </a:spcAft>
                        <a:buNone/>
                      </a:pPr>
                      <a:r>
                        <a:rPr lang="en-US" sz="2200" b="1" i="0" u="none" strike="noStrike">
                          <a:solidFill>
                            <a:srgbClr val="1F1F1F"/>
                          </a:solidFill>
                          <a:effectLst/>
                          <a:latin typeface="Arial" panose="020B0604020202020204" pitchFamily="34" charset="0"/>
                        </a:rPr>
                        <a:t>Proposed</a:t>
                      </a:r>
                      <a:endParaRPr lang="en-US" sz="2200" b="0" i="0" u="none" strike="noStrike">
                        <a:effectLst/>
                        <a:latin typeface="Arial" panose="020B0604020202020204" pitchFamily="34" charset="0"/>
                      </a:endParaRPr>
                    </a:p>
                  </a:txBody>
                  <a:tcPr marL="189340" marR="189340" marT="126227" marB="126227">
                    <a:lnL w="10541" cap="flat" cmpd="sng" algn="ctr">
                      <a:solidFill>
                        <a:srgbClr val="1F1F1F"/>
                      </a:solidFill>
                      <a:prstDash val="solid"/>
                      <a:round/>
                      <a:headEnd type="none" w="med" len="med"/>
                      <a:tailEnd type="none" w="med" len="med"/>
                    </a:lnL>
                    <a:lnR w="10541" cap="flat" cmpd="sng" algn="ctr">
                      <a:solidFill>
                        <a:srgbClr val="1F1F1F"/>
                      </a:solidFill>
                      <a:prstDash val="solid"/>
                      <a:round/>
                      <a:headEnd type="none" w="med" len="med"/>
                      <a:tailEnd type="none" w="med" len="med"/>
                    </a:lnR>
                    <a:lnT w="10541" cap="flat" cmpd="sng" algn="ctr">
                      <a:solidFill>
                        <a:srgbClr val="1F1F1F"/>
                      </a:solidFill>
                      <a:prstDash val="solid"/>
                      <a:round/>
                      <a:headEnd type="none" w="med" len="med"/>
                      <a:tailEnd type="none" w="med" len="med"/>
                    </a:lnT>
                    <a:lnB w="10541" cap="flat" cmpd="sng" algn="ctr">
                      <a:solidFill>
                        <a:srgbClr val="1F1F1F"/>
                      </a:solidFill>
                      <a:prstDash val="solid"/>
                      <a:round/>
                      <a:headEnd type="none" w="med" len="med"/>
                      <a:tailEnd type="none" w="med" len="med"/>
                    </a:lnB>
                    <a:noFill/>
                  </a:tcPr>
                </a:tc>
                <a:tc>
                  <a:txBody>
                    <a:bodyPr/>
                    <a:lstStyle/>
                    <a:p>
                      <a:pPr algn="l" rtl="0" fontAlgn="t">
                        <a:spcAft>
                          <a:spcPts val="2400"/>
                        </a:spcAft>
                        <a:buNone/>
                      </a:pPr>
                      <a:r>
                        <a:rPr lang="en-US" sz="2200" b="1" i="0" u="none" strike="noStrike">
                          <a:solidFill>
                            <a:srgbClr val="1F1F1F"/>
                          </a:solidFill>
                          <a:effectLst/>
                          <a:latin typeface="Arial" panose="020B0604020202020204" pitchFamily="34" charset="0"/>
                        </a:rPr>
                        <a:t>Whisper Medium</a:t>
                      </a:r>
                      <a:endParaRPr lang="en-US" sz="2200" b="0" i="0" u="none" strike="noStrike">
                        <a:effectLst/>
                        <a:latin typeface="Arial" panose="020B0604020202020204" pitchFamily="34" charset="0"/>
                      </a:endParaRPr>
                    </a:p>
                  </a:txBody>
                  <a:tcPr marL="189340" marR="189340" marT="126227" marB="126227">
                    <a:lnL w="10541" cap="flat" cmpd="sng" algn="ctr">
                      <a:solidFill>
                        <a:srgbClr val="1F1F1F"/>
                      </a:solidFill>
                      <a:prstDash val="solid"/>
                      <a:round/>
                      <a:headEnd type="none" w="med" len="med"/>
                      <a:tailEnd type="none" w="med" len="med"/>
                    </a:lnL>
                    <a:lnR w="10541" cap="flat" cmpd="sng" algn="ctr">
                      <a:solidFill>
                        <a:srgbClr val="1F1F1F"/>
                      </a:solidFill>
                      <a:prstDash val="solid"/>
                      <a:round/>
                      <a:headEnd type="none" w="med" len="med"/>
                      <a:tailEnd type="none" w="med" len="med"/>
                    </a:lnR>
                    <a:lnT w="10541" cap="flat" cmpd="sng" algn="ctr">
                      <a:solidFill>
                        <a:srgbClr val="1F1F1F"/>
                      </a:solidFill>
                      <a:prstDash val="solid"/>
                      <a:round/>
                      <a:headEnd type="none" w="med" len="med"/>
                      <a:tailEnd type="none" w="med" len="med"/>
                    </a:lnT>
                    <a:lnB w="10541" cap="flat" cmpd="sng" algn="ctr">
                      <a:solidFill>
                        <a:srgbClr val="1F1F1F"/>
                      </a:solidFill>
                      <a:prstDash val="solid"/>
                      <a:round/>
                      <a:headEnd type="none" w="med" len="med"/>
                      <a:tailEnd type="none" w="med" len="med"/>
                    </a:lnB>
                    <a:noFill/>
                  </a:tcPr>
                </a:tc>
                <a:tc>
                  <a:txBody>
                    <a:bodyPr/>
                    <a:lstStyle/>
                    <a:p>
                      <a:pPr algn="l" rtl="0" fontAlgn="t">
                        <a:spcAft>
                          <a:spcPts val="2400"/>
                        </a:spcAft>
                        <a:buNone/>
                      </a:pPr>
                      <a:r>
                        <a:rPr lang="en-US" sz="2200" b="1" i="0" u="none" strike="noStrike">
                          <a:solidFill>
                            <a:srgbClr val="1F1F1F"/>
                          </a:solidFill>
                          <a:effectLst/>
                          <a:latin typeface="Arial" panose="020B0604020202020204" pitchFamily="34" charset="0"/>
                        </a:rPr>
                        <a:t>Dual-Stage Sequential FT + Post-processing</a:t>
                      </a:r>
                      <a:endParaRPr lang="en-US" sz="2200" b="0" i="0" u="none" strike="noStrike">
                        <a:effectLst/>
                        <a:latin typeface="Arial" panose="020B0604020202020204" pitchFamily="34" charset="0"/>
                      </a:endParaRPr>
                    </a:p>
                  </a:txBody>
                  <a:tcPr marL="189340" marR="189340" marT="126227" marB="126227">
                    <a:lnL w="10541" cap="flat" cmpd="sng" algn="ctr">
                      <a:solidFill>
                        <a:srgbClr val="1F1F1F"/>
                      </a:solidFill>
                      <a:prstDash val="solid"/>
                      <a:round/>
                      <a:headEnd type="none" w="med" len="med"/>
                      <a:tailEnd type="none" w="med" len="med"/>
                    </a:lnL>
                    <a:lnR w="10541" cap="flat" cmpd="sng" algn="ctr">
                      <a:solidFill>
                        <a:srgbClr val="1F1F1F"/>
                      </a:solidFill>
                      <a:prstDash val="solid"/>
                      <a:round/>
                      <a:headEnd type="none" w="med" len="med"/>
                      <a:tailEnd type="none" w="med" len="med"/>
                    </a:lnR>
                    <a:lnT w="10541" cap="flat" cmpd="sng" algn="ctr">
                      <a:solidFill>
                        <a:srgbClr val="1F1F1F"/>
                      </a:solidFill>
                      <a:prstDash val="solid"/>
                      <a:round/>
                      <a:headEnd type="none" w="med" len="med"/>
                      <a:tailEnd type="none" w="med" len="med"/>
                    </a:lnT>
                    <a:lnB w="10541" cap="flat" cmpd="sng" algn="ctr">
                      <a:solidFill>
                        <a:srgbClr val="1F1F1F"/>
                      </a:solidFill>
                      <a:prstDash val="solid"/>
                      <a:round/>
                      <a:headEnd type="none" w="med" len="med"/>
                      <a:tailEnd type="none" w="med" len="med"/>
                    </a:lnB>
                    <a:noFill/>
                  </a:tcPr>
                </a:tc>
                <a:tc>
                  <a:txBody>
                    <a:bodyPr/>
                    <a:lstStyle/>
                    <a:p>
                      <a:pPr algn="l" rtl="0" fontAlgn="t">
                        <a:spcAft>
                          <a:spcPts val="2400"/>
                        </a:spcAft>
                        <a:buNone/>
                      </a:pPr>
                      <a:r>
                        <a:rPr lang="en-US" sz="2200" b="1" i="0" u="none" strike="noStrike">
                          <a:solidFill>
                            <a:srgbClr val="1F1F1F"/>
                          </a:solidFill>
                          <a:effectLst/>
                          <a:latin typeface="Arial" panose="020B0604020202020204" pitchFamily="34" charset="0"/>
                        </a:rPr>
                        <a:t>0.91345</a:t>
                      </a:r>
                      <a:endParaRPr lang="en-US" sz="2200" b="0" i="0" u="none" strike="noStrike">
                        <a:effectLst/>
                        <a:latin typeface="Arial" panose="020B0604020202020204" pitchFamily="34" charset="0"/>
                      </a:endParaRPr>
                    </a:p>
                  </a:txBody>
                  <a:tcPr marL="189340" marR="189340" marT="126227" marB="126227">
                    <a:lnL w="10541" cap="flat" cmpd="sng" algn="ctr">
                      <a:solidFill>
                        <a:srgbClr val="1F1F1F"/>
                      </a:solidFill>
                      <a:prstDash val="solid"/>
                      <a:round/>
                      <a:headEnd type="none" w="med" len="med"/>
                      <a:tailEnd type="none" w="med" len="med"/>
                    </a:lnL>
                    <a:lnR w="10541" cap="flat" cmpd="sng" algn="ctr">
                      <a:solidFill>
                        <a:srgbClr val="1F1F1F"/>
                      </a:solidFill>
                      <a:prstDash val="solid"/>
                      <a:round/>
                      <a:headEnd type="none" w="med" len="med"/>
                      <a:tailEnd type="none" w="med" len="med"/>
                    </a:lnR>
                    <a:lnT w="10541" cap="flat" cmpd="sng" algn="ctr">
                      <a:solidFill>
                        <a:srgbClr val="1F1F1F"/>
                      </a:solidFill>
                      <a:prstDash val="solid"/>
                      <a:round/>
                      <a:headEnd type="none" w="med" len="med"/>
                      <a:tailEnd type="none" w="med" len="med"/>
                    </a:lnT>
                    <a:lnB w="10541" cap="flat" cmpd="sng" algn="ctr">
                      <a:solidFill>
                        <a:srgbClr val="1F1F1F"/>
                      </a:solidFill>
                      <a:prstDash val="solid"/>
                      <a:round/>
                      <a:headEnd type="none" w="med" len="med"/>
                      <a:tailEnd type="none" w="med" len="med"/>
                    </a:lnB>
                    <a:noFill/>
                  </a:tcPr>
                </a:tc>
                <a:tc>
                  <a:txBody>
                    <a:bodyPr/>
                    <a:lstStyle/>
                    <a:p>
                      <a:pPr algn="l" rtl="0" fontAlgn="t">
                        <a:spcAft>
                          <a:spcPts val="2400"/>
                        </a:spcAft>
                        <a:buNone/>
                      </a:pPr>
                      <a:r>
                        <a:rPr lang="en-US" sz="2200" b="1" i="0" u="none" strike="noStrike" dirty="0">
                          <a:solidFill>
                            <a:srgbClr val="1F1F1F"/>
                          </a:solidFill>
                          <a:effectLst/>
                          <a:latin typeface="Arial" panose="020B0604020202020204" pitchFamily="34" charset="0"/>
                        </a:rPr>
                        <a:t>0.88077</a:t>
                      </a:r>
                      <a:endParaRPr lang="en-US" sz="2200" b="0" i="0" u="none" strike="noStrike" dirty="0">
                        <a:effectLst/>
                        <a:latin typeface="Arial" panose="020B0604020202020204" pitchFamily="34" charset="0"/>
                      </a:endParaRPr>
                    </a:p>
                  </a:txBody>
                  <a:tcPr marL="189340" marR="189340" marT="126227" marB="126227">
                    <a:lnL w="10541" cap="flat" cmpd="sng" algn="ctr">
                      <a:solidFill>
                        <a:srgbClr val="1F1F1F"/>
                      </a:solidFill>
                      <a:prstDash val="solid"/>
                      <a:round/>
                      <a:headEnd type="none" w="med" len="med"/>
                      <a:tailEnd type="none" w="med" len="med"/>
                    </a:lnL>
                    <a:lnR w="10541" cap="flat" cmpd="sng" algn="ctr">
                      <a:solidFill>
                        <a:srgbClr val="1F1F1F"/>
                      </a:solidFill>
                      <a:prstDash val="solid"/>
                      <a:round/>
                      <a:headEnd type="none" w="med" len="med"/>
                      <a:tailEnd type="none" w="med" len="med"/>
                    </a:lnR>
                    <a:lnT w="10541" cap="flat" cmpd="sng" algn="ctr">
                      <a:solidFill>
                        <a:srgbClr val="1F1F1F"/>
                      </a:solidFill>
                      <a:prstDash val="solid"/>
                      <a:round/>
                      <a:headEnd type="none" w="med" len="med"/>
                      <a:tailEnd type="none" w="med" len="med"/>
                    </a:lnT>
                    <a:lnB w="10541" cap="flat" cmpd="sng" algn="ctr">
                      <a:solidFill>
                        <a:srgbClr val="1F1F1F"/>
                      </a:solidFill>
                      <a:prstDash val="solid"/>
                      <a:round/>
                      <a:headEnd type="none" w="med" len="med"/>
                      <a:tailEnd type="none" w="med" len="med"/>
                    </a:lnB>
                    <a:noFill/>
                  </a:tcPr>
                </a:tc>
                <a:extLst>
                  <a:ext uri="{0D108BD9-81ED-4DB2-BD59-A6C34878D82A}">
                    <a16:rowId xmlns:a16="http://schemas.microsoft.com/office/drawing/2014/main" val="150555680"/>
                  </a:ext>
                </a:extLst>
              </a:tr>
            </a:tbl>
          </a:graphicData>
        </a:graphic>
      </p:graphicFrame>
    </p:spTree>
    <p:extLst>
      <p:ext uri="{BB962C8B-B14F-4D97-AF65-F5344CB8AC3E}">
        <p14:creationId xmlns:p14="http://schemas.microsoft.com/office/powerpoint/2010/main" val="26769371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6F4F1"/>
        </a:solidFill>
        <a:effectLst/>
      </p:bgPr>
    </p:bg>
    <p:spTree>
      <p:nvGrpSpPr>
        <p:cNvPr id="1" name="">
          <a:extLst>
            <a:ext uri="{FF2B5EF4-FFF2-40B4-BE49-F238E27FC236}">
              <a16:creationId xmlns:a16="http://schemas.microsoft.com/office/drawing/2014/main" id="{A1E5FE58-F7E2-C47C-1B87-A26C9863FE00}"/>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9CC99E5E-C44F-B033-6BF5-F3CA162B6D5B}"/>
              </a:ext>
            </a:extLst>
          </p:cNvPr>
          <p:cNvSpPr txBox="1"/>
          <p:nvPr/>
        </p:nvSpPr>
        <p:spPr>
          <a:xfrm>
            <a:off x="353515" y="4282113"/>
            <a:ext cx="7114085" cy="2154436"/>
          </a:xfrm>
          <a:prstGeom prst="rect">
            <a:avLst/>
          </a:prstGeom>
        </p:spPr>
        <p:txBody>
          <a:bodyPr wrap="square" lIns="0" tIns="0" rIns="0" bIns="0" rtlCol="0" anchor="t">
            <a:spAutoFit/>
          </a:bodyPr>
          <a:lstStyle/>
          <a:p>
            <a:pPr algn="l">
              <a:lnSpc>
                <a:spcPts val="8428"/>
              </a:lnSpc>
            </a:pPr>
            <a:r>
              <a:rPr lang="en-US" sz="8428" dirty="0">
                <a:solidFill>
                  <a:srgbClr val="253439"/>
                </a:solidFill>
                <a:latin typeface="Lato"/>
                <a:ea typeface="Lato"/>
                <a:cs typeface="Lato"/>
                <a:sym typeface="Lato"/>
              </a:rPr>
              <a:t>Start of innovation</a:t>
            </a:r>
          </a:p>
        </p:txBody>
      </p:sp>
      <p:sp>
        <p:nvSpPr>
          <p:cNvPr id="3" name="Freeform 3">
            <a:extLst>
              <a:ext uri="{FF2B5EF4-FFF2-40B4-BE49-F238E27FC236}">
                <a16:creationId xmlns:a16="http://schemas.microsoft.com/office/drawing/2014/main" id="{A49CDE60-8D2D-BC16-F683-5B7812ACF5F0}"/>
              </a:ext>
            </a:extLst>
          </p:cNvPr>
          <p:cNvSpPr/>
          <p:nvPr/>
        </p:nvSpPr>
        <p:spPr>
          <a:xfrm>
            <a:off x="353515" y="6667500"/>
            <a:ext cx="6200182" cy="252433"/>
          </a:xfrm>
          <a:custGeom>
            <a:avLst/>
            <a:gdLst/>
            <a:ahLst/>
            <a:cxnLst/>
            <a:rect l="l" t="t" r="r" b="b"/>
            <a:pathLst>
              <a:path w="6200182" h="252433">
                <a:moveTo>
                  <a:pt x="0" y="0"/>
                </a:moveTo>
                <a:lnTo>
                  <a:pt x="6200181" y="0"/>
                </a:lnTo>
                <a:lnTo>
                  <a:pt x="6200181" y="252433"/>
                </a:lnTo>
                <a:lnTo>
                  <a:pt x="0" y="25243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8" name="TextBox 8">
            <a:extLst>
              <a:ext uri="{FF2B5EF4-FFF2-40B4-BE49-F238E27FC236}">
                <a16:creationId xmlns:a16="http://schemas.microsoft.com/office/drawing/2014/main" id="{FEF43021-4C4B-2DB2-B11D-DEC0C86D77BB}"/>
              </a:ext>
            </a:extLst>
          </p:cNvPr>
          <p:cNvSpPr txBox="1"/>
          <p:nvPr/>
        </p:nvSpPr>
        <p:spPr>
          <a:xfrm>
            <a:off x="8253102" y="3176973"/>
            <a:ext cx="9649788" cy="2092881"/>
          </a:xfrm>
          <a:prstGeom prst="rect">
            <a:avLst/>
          </a:prstGeom>
        </p:spPr>
        <p:txBody>
          <a:bodyPr lIns="0" tIns="0" rIns="0" bIns="0" rtlCol="0" anchor="t">
            <a:spAutoFit/>
          </a:bodyPr>
          <a:lstStyle/>
          <a:p>
            <a:pPr rtl="0">
              <a:spcBef>
                <a:spcPts val="1200"/>
              </a:spcBef>
              <a:spcAft>
                <a:spcPts val="1200"/>
              </a:spcAft>
              <a:buNone/>
            </a:pPr>
            <a:endParaRPr lang="en-US" sz="3200" b="0" dirty="0">
              <a:effectLst/>
            </a:endParaRPr>
          </a:p>
          <a:p>
            <a:pPr rtl="0">
              <a:spcBef>
                <a:spcPts val="1200"/>
              </a:spcBef>
              <a:spcAft>
                <a:spcPts val="1200"/>
              </a:spcAft>
              <a:buNone/>
            </a:pPr>
            <a:endParaRPr lang="en-US" sz="3200" dirty="0"/>
          </a:p>
          <a:p>
            <a:pPr rtl="0">
              <a:spcBef>
                <a:spcPts val="1200"/>
              </a:spcBef>
              <a:spcAft>
                <a:spcPts val="1200"/>
              </a:spcAft>
              <a:buNone/>
            </a:pPr>
            <a:endParaRPr lang="en-US" sz="3200" b="0" dirty="0">
              <a:effectLst/>
            </a:endParaRPr>
          </a:p>
        </p:txBody>
      </p:sp>
      <p:sp>
        <p:nvSpPr>
          <p:cNvPr id="11" name="TextBox 10">
            <a:extLst>
              <a:ext uri="{FF2B5EF4-FFF2-40B4-BE49-F238E27FC236}">
                <a16:creationId xmlns:a16="http://schemas.microsoft.com/office/drawing/2014/main" id="{27CFA817-9B75-940D-4B3F-DAF84F70A430}"/>
              </a:ext>
            </a:extLst>
          </p:cNvPr>
          <p:cNvSpPr txBox="1"/>
          <p:nvPr/>
        </p:nvSpPr>
        <p:spPr>
          <a:xfrm>
            <a:off x="7897524" y="952500"/>
            <a:ext cx="9300116" cy="1015663"/>
          </a:xfrm>
          <a:prstGeom prst="rect">
            <a:avLst/>
          </a:prstGeom>
          <a:noFill/>
        </p:spPr>
        <p:txBody>
          <a:bodyPr wrap="square">
            <a:spAutoFit/>
          </a:bodyPr>
          <a:lstStyle/>
          <a:p>
            <a:pPr marL="457200" fontAlgn="base">
              <a:spcBef>
                <a:spcPts val="1200"/>
              </a:spcBef>
            </a:pPr>
            <a:r>
              <a:rPr lang="en-US" sz="3000" b="1" dirty="0">
                <a:solidFill>
                  <a:srgbClr val="FF0000"/>
                </a:solidFill>
              </a:rPr>
              <a:t>**Everything has to be done keeping resource constraints in mind</a:t>
            </a:r>
            <a:endParaRPr lang="en-US" sz="3000" b="1" i="0" u="none" strike="noStrike" dirty="0">
              <a:solidFill>
                <a:srgbClr val="FF0000"/>
              </a:solidFill>
              <a:effectLst/>
              <a:latin typeface="Arial" panose="020B0604020202020204" pitchFamily="34" charset="0"/>
            </a:endParaRPr>
          </a:p>
        </p:txBody>
      </p:sp>
      <p:sp>
        <p:nvSpPr>
          <p:cNvPr id="13" name="TextBox 12">
            <a:extLst>
              <a:ext uri="{FF2B5EF4-FFF2-40B4-BE49-F238E27FC236}">
                <a16:creationId xmlns:a16="http://schemas.microsoft.com/office/drawing/2014/main" id="{BD65D89C-A712-3AF7-FD60-1936C5F5EAFD}"/>
              </a:ext>
            </a:extLst>
          </p:cNvPr>
          <p:cNvSpPr txBox="1"/>
          <p:nvPr/>
        </p:nvSpPr>
        <p:spPr>
          <a:xfrm>
            <a:off x="8406462" y="2280180"/>
            <a:ext cx="9300116" cy="553998"/>
          </a:xfrm>
          <a:prstGeom prst="rect">
            <a:avLst/>
          </a:prstGeom>
          <a:noFill/>
        </p:spPr>
        <p:txBody>
          <a:bodyPr wrap="square">
            <a:spAutoFit/>
          </a:bodyPr>
          <a:lstStyle/>
          <a:p>
            <a:r>
              <a:rPr lang="en-US" sz="3000" dirty="0">
                <a:solidFill>
                  <a:srgbClr val="FF0000"/>
                </a:solidFill>
              </a:rPr>
              <a:t>**Fine-tuning can easily lead to </a:t>
            </a:r>
            <a:r>
              <a:rPr lang="en-US" sz="3000" b="1" dirty="0">
                <a:solidFill>
                  <a:srgbClr val="FF0000"/>
                </a:solidFill>
              </a:rPr>
              <a:t>catastrophic forgetting</a:t>
            </a:r>
            <a:endParaRPr lang="en-US" sz="3000" dirty="0">
              <a:solidFill>
                <a:srgbClr val="FF0000"/>
              </a:solidFill>
            </a:endParaRPr>
          </a:p>
        </p:txBody>
      </p:sp>
      <p:sp>
        <p:nvSpPr>
          <p:cNvPr id="10" name="Rectangle 1">
            <a:extLst>
              <a:ext uri="{FF2B5EF4-FFF2-40B4-BE49-F238E27FC236}">
                <a16:creationId xmlns:a16="http://schemas.microsoft.com/office/drawing/2014/main" id="{EBAAE3AB-0CFC-B929-82C9-F50AF0B9957C}"/>
              </a:ext>
            </a:extLst>
          </p:cNvPr>
          <p:cNvSpPr>
            <a:spLocks noChangeArrowheads="1"/>
          </p:cNvSpPr>
          <p:nvPr/>
        </p:nvSpPr>
        <p:spPr bwMode="auto">
          <a:xfrm>
            <a:off x="8406462" y="4062799"/>
            <a:ext cx="7646965"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GB" altLang="en-US" sz="3000" b="1" i="0" u="none" strike="noStrike" cap="none" normalizeH="0" baseline="0" dirty="0">
                <a:ln>
                  <a:noFill/>
                </a:ln>
                <a:solidFill>
                  <a:schemeClr val="tx1"/>
                </a:solidFill>
                <a:effectLst/>
                <a:latin typeface="Arial" panose="020B0604020202020204" pitchFamily="34" charset="0"/>
              </a:rPr>
              <a:t> Denoising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GB" altLang="en-US" sz="3000" b="1" i="0" u="none" strike="noStrike" cap="none" normalizeH="0" baseline="0" dirty="0">
                <a:ln>
                  <a:noFill/>
                </a:ln>
                <a:solidFill>
                  <a:schemeClr val="tx1"/>
                </a:solidFill>
                <a:effectLst/>
                <a:latin typeface="Arial" panose="020B0604020202020204" pitchFamily="34" charset="0"/>
              </a:rPr>
              <a:t> Data imbalance handling</a:t>
            </a:r>
          </a:p>
          <a:p>
            <a:pPr marL="0" marR="0" lvl="0" indent="0" algn="l" defTabSz="914400" rtl="0" eaLnBrk="0" fontAlgn="base" latinLnBrk="0" hangingPunct="0">
              <a:lnSpc>
                <a:spcPct val="100000"/>
              </a:lnSpc>
              <a:spcBef>
                <a:spcPct val="0"/>
              </a:spcBef>
              <a:spcAft>
                <a:spcPct val="0"/>
              </a:spcAft>
              <a:buClrTx/>
              <a:buSzTx/>
              <a:buFontTx/>
              <a:buChar char="•"/>
              <a:tabLst/>
            </a:pPr>
            <a:r>
              <a:rPr lang="en-GB" altLang="en-US" sz="3000" b="1" dirty="0">
                <a:latin typeface="Arial" panose="020B0604020202020204" pitchFamily="34" charset="0"/>
              </a:rPr>
              <a:t> Data Augmentations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000" b="1" i="0" u="none" strike="noStrike" cap="none" normalizeH="0" baseline="0" dirty="0">
                <a:ln>
                  <a:noFill/>
                </a:ln>
                <a:solidFill>
                  <a:schemeClr val="tx1"/>
                </a:solidFill>
                <a:effectLst/>
                <a:latin typeface="Arial" panose="020B0604020202020204" pitchFamily="34" charset="0"/>
              </a:rPr>
              <a:t> Model parameters tuning</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3000" b="1" dirty="0">
                <a:latin typeface="Arial" panose="020B0604020202020204" pitchFamily="34" charset="0"/>
              </a:rPr>
              <a:t> Lora parameter tuning</a:t>
            </a:r>
          </a:p>
          <a:p>
            <a:pPr lvl="0" eaLnBrk="0" fontAlgn="base" hangingPunct="0">
              <a:spcBef>
                <a:spcPct val="0"/>
              </a:spcBef>
              <a:spcAft>
                <a:spcPct val="0"/>
              </a:spcAft>
              <a:buFontTx/>
              <a:buChar char="•"/>
            </a:pPr>
            <a:r>
              <a:rPr lang="en-US" altLang="en-US" sz="3000" b="1" dirty="0">
                <a:latin typeface="Arial" panose="020B0604020202020204" pitchFamily="34" charset="0"/>
              </a:rPr>
              <a:t> Transcribe Translate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000" b="1" i="0" u="none" strike="noStrike" cap="none" normalizeH="0" baseline="0" dirty="0">
                <a:ln>
                  <a:noFill/>
                </a:ln>
                <a:solidFill>
                  <a:schemeClr val="tx1"/>
                </a:solidFill>
                <a:effectLst/>
                <a:latin typeface="Arial" panose="020B0604020202020204" pitchFamily="34" charset="0"/>
              </a:rPr>
              <a:t> Adding of external data:</a:t>
            </a:r>
          </a:p>
          <a:p>
            <a:pPr marL="914400" lvl="1" indent="-457200" eaLnBrk="0" fontAlgn="base" hangingPunct="0">
              <a:spcBef>
                <a:spcPct val="0"/>
              </a:spcBef>
              <a:spcAft>
                <a:spcPct val="0"/>
              </a:spcAft>
              <a:buFontTx/>
              <a:buChar char="-"/>
            </a:pPr>
            <a:r>
              <a:rPr kumimoji="0" lang="en-US" altLang="en-US" sz="3000" b="1" i="0" u="none" strike="noStrike" cap="none" normalizeH="0" baseline="0" dirty="0">
                <a:ln>
                  <a:noFill/>
                </a:ln>
                <a:solidFill>
                  <a:schemeClr val="tx1"/>
                </a:solidFill>
                <a:effectLst/>
                <a:latin typeface="Arial" panose="020B0604020202020204" pitchFamily="34" charset="0"/>
              </a:rPr>
              <a:t>Tuning the model with external data</a:t>
            </a:r>
          </a:p>
          <a:p>
            <a:pPr marL="914400" lvl="1" indent="-457200" eaLnBrk="0" fontAlgn="base" hangingPunct="0">
              <a:spcBef>
                <a:spcPct val="0"/>
              </a:spcBef>
              <a:spcAft>
                <a:spcPct val="0"/>
              </a:spcAft>
              <a:buFontTx/>
              <a:buChar char="-"/>
            </a:pPr>
            <a:r>
              <a:rPr lang="en-US" altLang="en-US" sz="3000" b="1" dirty="0">
                <a:latin typeface="Arial" panose="020B0604020202020204" pitchFamily="34" charset="0"/>
              </a:rPr>
              <a:t>Adding data to training</a:t>
            </a:r>
            <a:endParaRPr kumimoji="0" lang="en-US" altLang="en-US" sz="3000" b="1"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806865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6F4F1"/>
        </a:solidFill>
        <a:effectLst/>
      </p:bgPr>
    </p:bg>
    <p:spTree>
      <p:nvGrpSpPr>
        <p:cNvPr id="1" name=""/>
        <p:cNvGrpSpPr/>
        <p:nvPr/>
      </p:nvGrpSpPr>
      <p:grpSpPr>
        <a:xfrm>
          <a:off x="0" y="0"/>
          <a:ext cx="0" cy="0"/>
          <a:chOff x="0" y="0"/>
          <a:chExt cx="0" cy="0"/>
        </a:xfrm>
      </p:grpSpPr>
      <p:sp>
        <p:nvSpPr>
          <p:cNvPr id="2" name="Freeform 2"/>
          <p:cNvSpPr/>
          <p:nvPr/>
        </p:nvSpPr>
        <p:spPr>
          <a:xfrm>
            <a:off x="15418630" y="1990243"/>
            <a:ext cx="333313" cy="274763"/>
          </a:xfrm>
          <a:custGeom>
            <a:avLst/>
            <a:gdLst/>
            <a:ahLst/>
            <a:cxnLst/>
            <a:rect l="l" t="t" r="r" b="b"/>
            <a:pathLst>
              <a:path w="333313" h="274763">
                <a:moveTo>
                  <a:pt x="0" y="0"/>
                </a:moveTo>
                <a:lnTo>
                  <a:pt x="333313" y="0"/>
                </a:lnTo>
                <a:lnTo>
                  <a:pt x="333313" y="274763"/>
                </a:lnTo>
                <a:lnTo>
                  <a:pt x="0" y="27476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15957376" y="1990243"/>
            <a:ext cx="333313" cy="274763"/>
          </a:xfrm>
          <a:custGeom>
            <a:avLst/>
            <a:gdLst/>
            <a:ahLst/>
            <a:cxnLst/>
            <a:rect l="l" t="t" r="r" b="b"/>
            <a:pathLst>
              <a:path w="333313" h="274763">
                <a:moveTo>
                  <a:pt x="0" y="0"/>
                </a:moveTo>
                <a:lnTo>
                  <a:pt x="333313" y="0"/>
                </a:lnTo>
                <a:lnTo>
                  <a:pt x="333313" y="274763"/>
                </a:lnTo>
                <a:lnTo>
                  <a:pt x="0" y="27476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 name="Freeform 4"/>
          <p:cNvSpPr/>
          <p:nvPr/>
        </p:nvSpPr>
        <p:spPr>
          <a:xfrm>
            <a:off x="16496122" y="1990243"/>
            <a:ext cx="333313" cy="274763"/>
          </a:xfrm>
          <a:custGeom>
            <a:avLst/>
            <a:gdLst/>
            <a:ahLst/>
            <a:cxnLst/>
            <a:rect l="l" t="t" r="r" b="b"/>
            <a:pathLst>
              <a:path w="333313" h="274763">
                <a:moveTo>
                  <a:pt x="0" y="0"/>
                </a:moveTo>
                <a:lnTo>
                  <a:pt x="333313" y="0"/>
                </a:lnTo>
                <a:lnTo>
                  <a:pt x="333313" y="274763"/>
                </a:lnTo>
                <a:lnTo>
                  <a:pt x="0" y="27476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5" name="Freeform 5"/>
          <p:cNvSpPr/>
          <p:nvPr/>
        </p:nvSpPr>
        <p:spPr>
          <a:xfrm>
            <a:off x="114470" y="220102"/>
            <a:ext cx="18173530" cy="10104998"/>
          </a:xfrm>
          <a:custGeom>
            <a:avLst/>
            <a:gdLst/>
            <a:ahLst/>
            <a:cxnLst/>
            <a:rect l="l" t="t" r="r" b="b"/>
            <a:pathLst>
              <a:path w="18173530" h="10104998">
                <a:moveTo>
                  <a:pt x="0" y="0"/>
                </a:moveTo>
                <a:lnTo>
                  <a:pt x="18173530" y="0"/>
                </a:lnTo>
                <a:lnTo>
                  <a:pt x="18173530" y="10104998"/>
                </a:lnTo>
                <a:lnTo>
                  <a:pt x="0" y="10104998"/>
                </a:lnTo>
                <a:lnTo>
                  <a:pt x="0" y="0"/>
                </a:lnTo>
                <a:close/>
              </a:path>
            </a:pathLst>
          </a:custGeom>
          <a:blipFill>
            <a:blip r:embed="rId8"/>
            <a:stretch>
              <a:fillRect/>
            </a:stretch>
          </a:blipFill>
        </p:spPr>
        <p:txBody>
          <a:bodyPr/>
          <a:lstStyle/>
          <a:p>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6F4F1"/>
        </a:solidFill>
        <a:effectLst/>
      </p:bgPr>
    </p:bg>
    <p:spTree>
      <p:nvGrpSpPr>
        <p:cNvPr id="1" name="">
          <a:extLst>
            <a:ext uri="{FF2B5EF4-FFF2-40B4-BE49-F238E27FC236}">
              <a16:creationId xmlns:a16="http://schemas.microsoft.com/office/drawing/2014/main" id="{64C52D4C-DCF3-56C9-5079-E47BB261C01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1FAFE7FF-2787-6450-BEAB-F4A64E893F60}"/>
              </a:ext>
            </a:extLst>
          </p:cNvPr>
          <p:cNvGrpSpPr/>
          <p:nvPr/>
        </p:nvGrpSpPr>
        <p:grpSpPr>
          <a:xfrm>
            <a:off x="12599995" y="5491105"/>
            <a:ext cx="6205994" cy="2051844"/>
            <a:chOff x="0" y="142875"/>
            <a:chExt cx="8274659" cy="2735792"/>
          </a:xfrm>
        </p:grpSpPr>
        <p:sp>
          <p:nvSpPr>
            <p:cNvPr id="3" name="Freeform 3">
              <a:extLst>
                <a:ext uri="{FF2B5EF4-FFF2-40B4-BE49-F238E27FC236}">
                  <a16:creationId xmlns:a16="http://schemas.microsoft.com/office/drawing/2014/main" id="{062A731B-5666-54D0-EF96-C8766D9D7874}"/>
                </a:ext>
              </a:extLst>
            </p:cNvPr>
            <p:cNvSpPr/>
            <p:nvPr/>
          </p:nvSpPr>
          <p:spPr>
            <a:xfrm>
              <a:off x="0" y="1729866"/>
              <a:ext cx="7397303" cy="301173"/>
            </a:xfrm>
            <a:custGeom>
              <a:avLst/>
              <a:gdLst/>
              <a:ahLst/>
              <a:cxnLst/>
              <a:rect l="l" t="t" r="r" b="b"/>
              <a:pathLst>
                <a:path w="7397303" h="301173">
                  <a:moveTo>
                    <a:pt x="0" y="0"/>
                  </a:moveTo>
                  <a:lnTo>
                    <a:pt x="7397303" y="0"/>
                  </a:lnTo>
                  <a:lnTo>
                    <a:pt x="7397303" y="301174"/>
                  </a:lnTo>
                  <a:lnTo>
                    <a:pt x="0" y="30117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TextBox 4">
              <a:extLst>
                <a:ext uri="{FF2B5EF4-FFF2-40B4-BE49-F238E27FC236}">
                  <a16:creationId xmlns:a16="http://schemas.microsoft.com/office/drawing/2014/main" id="{C1FB0AAD-D8A5-5F5D-EA8E-890968C0F5E2}"/>
                </a:ext>
              </a:extLst>
            </p:cNvPr>
            <p:cNvSpPr txBox="1"/>
            <p:nvPr/>
          </p:nvSpPr>
          <p:spPr>
            <a:xfrm>
              <a:off x="154572" y="142875"/>
              <a:ext cx="8120087" cy="2735792"/>
            </a:xfrm>
            <a:prstGeom prst="rect">
              <a:avLst/>
            </a:prstGeom>
          </p:spPr>
          <p:txBody>
            <a:bodyPr lIns="0" tIns="0" rIns="0" bIns="0" rtlCol="0" anchor="t">
              <a:spAutoFit/>
            </a:bodyPr>
            <a:lstStyle/>
            <a:p>
              <a:pPr algn="just">
                <a:lnSpc>
                  <a:spcPts val="8000"/>
                </a:lnSpc>
              </a:pPr>
              <a:endParaRPr lang="en-US" sz="8000" dirty="0">
                <a:solidFill>
                  <a:srgbClr val="253439"/>
                </a:solidFill>
                <a:latin typeface="Lato"/>
                <a:ea typeface="Lato"/>
                <a:cs typeface="Lato"/>
                <a:sym typeface="Lato"/>
              </a:endParaRPr>
            </a:p>
            <a:p>
              <a:pPr algn="just">
                <a:lnSpc>
                  <a:spcPts val="8000"/>
                </a:lnSpc>
              </a:pPr>
              <a:endParaRPr lang="en-US" sz="8000" dirty="0">
                <a:solidFill>
                  <a:srgbClr val="253439"/>
                </a:solidFill>
                <a:latin typeface="Lato"/>
                <a:ea typeface="Lato"/>
                <a:cs typeface="Lato"/>
                <a:sym typeface="Lato"/>
              </a:endParaRPr>
            </a:p>
          </p:txBody>
        </p:sp>
      </p:grpSp>
      <p:sp>
        <p:nvSpPr>
          <p:cNvPr id="12" name="TextBox 12">
            <a:extLst>
              <a:ext uri="{FF2B5EF4-FFF2-40B4-BE49-F238E27FC236}">
                <a16:creationId xmlns:a16="http://schemas.microsoft.com/office/drawing/2014/main" id="{50E39653-8DED-FBB5-F242-8F668E44CDCB}"/>
              </a:ext>
            </a:extLst>
          </p:cNvPr>
          <p:cNvSpPr txBox="1"/>
          <p:nvPr/>
        </p:nvSpPr>
        <p:spPr>
          <a:xfrm>
            <a:off x="2125592" y="565678"/>
            <a:ext cx="7964857" cy="515462"/>
          </a:xfrm>
          <a:prstGeom prst="rect">
            <a:avLst/>
          </a:prstGeom>
        </p:spPr>
        <p:txBody>
          <a:bodyPr lIns="0" tIns="0" rIns="0" bIns="0" rtlCol="0" anchor="t">
            <a:spAutoFit/>
          </a:bodyPr>
          <a:lstStyle/>
          <a:p>
            <a:pPr>
              <a:lnSpc>
                <a:spcPts val="4422"/>
              </a:lnSpc>
            </a:pPr>
            <a:r>
              <a:rPr lang="en-US" sz="3200" b="1" i="0" u="none" strike="noStrike" dirty="0">
                <a:solidFill>
                  <a:srgbClr val="000000"/>
                </a:solidFill>
                <a:effectLst/>
                <a:latin typeface="Arial" panose="020B0604020202020204" pitchFamily="34" charset="0"/>
              </a:rPr>
              <a:t>Configuration (Phase-1)</a:t>
            </a:r>
            <a:endParaRPr lang="en-US" sz="3158" b="1" spc="-61" dirty="0">
              <a:solidFill>
                <a:srgbClr val="1C191A"/>
              </a:solidFill>
              <a:latin typeface="Lato Bold"/>
              <a:ea typeface="Lato Bold"/>
              <a:cs typeface="Lato Bold"/>
              <a:sym typeface="Lato Bold"/>
            </a:endParaRPr>
          </a:p>
        </p:txBody>
      </p:sp>
      <p:sp>
        <p:nvSpPr>
          <p:cNvPr id="30" name="TextBox 29">
            <a:extLst>
              <a:ext uri="{FF2B5EF4-FFF2-40B4-BE49-F238E27FC236}">
                <a16:creationId xmlns:a16="http://schemas.microsoft.com/office/drawing/2014/main" id="{71BA0143-5A04-F527-791C-56806F9B3DAB}"/>
              </a:ext>
            </a:extLst>
          </p:cNvPr>
          <p:cNvSpPr txBox="1"/>
          <p:nvPr/>
        </p:nvSpPr>
        <p:spPr>
          <a:xfrm>
            <a:off x="12747444" y="4578035"/>
            <a:ext cx="5547977" cy="1938992"/>
          </a:xfrm>
          <a:prstGeom prst="rect">
            <a:avLst/>
          </a:prstGeom>
          <a:noFill/>
        </p:spPr>
        <p:txBody>
          <a:bodyPr wrap="square">
            <a:spAutoFit/>
          </a:bodyPr>
          <a:lstStyle/>
          <a:p>
            <a:r>
              <a:rPr lang="en-US" sz="6000" b="1" i="0" u="none" strike="noStrike" dirty="0">
                <a:solidFill>
                  <a:srgbClr val="000000"/>
                </a:solidFill>
                <a:effectLst/>
                <a:latin typeface="Lato" panose="020F0502020204030203" pitchFamily="34" charset="0"/>
              </a:rPr>
              <a:t>Phase 1 &amp; Phase 2</a:t>
            </a:r>
          </a:p>
        </p:txBody>
      </p:sp>
      <p:sp>
        <p:nvSpPr>
          <p:cNvPr id="38" name="TextBox 37">
            <a:extLst>
              <a:ext uri="{FF2B5EF4-FFF2-40B4-BE49-F238E27FC236}">
                <a16:creationId xmlns:a16="http://schemas.microsoft.com/office/drawing/2014/main" id="{42E10B5D-7EBA-7D54-EFF1-20812440AB98}"/>
              </a:ext>
            </a:extLst>
          </p:cNvPr>
          <p:cNvSpPr txBox="1"/>
          <p:nvPr/>
        </p:nvSpPr>
        <p:spPr>
          <a:xfrm>
            <a:off x="2424679" y="1239571"/>
            <a:ext cx="9400478" cy="523220"/>
          </a:xfrm>
          <a:prstGeom prst="rect">
            <a:avLst/>
          </a:prstGeom>
          <a:noFill/>
        </p:spPr>
        <p:txBody>
          <a:bodyPr wrap="square">
            <a:spAutoFit/>
          </a:bodyPr>
          <a:lstStyle/>
          <a:p>
            <a:r>
              <a:rPr lang="en-US" sz="2800" b="1" i="0" u="none" strike="noStrike" dirty="0">
                <a:solidFill>
                  <a:srgbClr val="000000"/>
                </a:solidFill>
                <a:effectLst/>
                <a:latin typeface="Arial" panose="020B0604020202020204" pitchFamily="34" charset="0"/>
              </a:rPr>
              <a:t>Source:</a:t>
            </a:r>
            <a:r>
              <a:rPr lang="en-US" sz="2800" b="0" i="0" u="none" strike="noStrike" dirty="0">
                <a:solidFill>
                  <a:srgbClr val="000000"/>
                </a:solidFill>
                <a:effectLst/>
                <a:latin typeface="Arial" panose="020B0604020202020204" pitchFamily="34" charset="0"/>
              </a:rPr>
              <a:t> Merged </a:t>
            </a:r>
            <a:r>
              <a:rPr lang="en-US" sz="2800" b="1" i="0" u="none" strike="noStrike" dirty="0">
                <a:solidFill>
                  <a:srgbClr val="000000"/>
                </a:solidFill>
                <a:effectLst/>
                <a:latin typeface="Arial" panose="020B0604020202020204" pitchFamily="34" charset="0"/>
              </a:rPr>
              <a:t>Main Dataset</a:t>
            </a:r>
            <a:r>
              <a:rPr lang="en-US" sz="2800" b="0" i="0" u="none" strike="noStrike" dirty="0">
                <a:solidFill>
                  <a:srgbClr val="000000"/>
                </a:solidFill>
                <a:effectLst/>
                <a:latin typeface="Arial" panose="020B0604020202020204" pitchFamily="34" charset="0"/>
              </a:rPr>
              <a:t> + </a:t>
            </a:r>
            <a:r>
              <a:rPr lang="en-US" sz="2800" b="1" i="0" u="none" strike="noStrike" dirty="0">
                <a:solidFill>
                  <a:srgbClr val="000000"/>
                </a:solidFill>
                <a:effectLst/>
                <a:latin typeface="Arial" panose="020B0604020202020204" pitchFamily="34" charset="0"/>
              </a:rPr>
              <a:t>DL Sprint Corpus</a:t>
            </a:r>
            <a:r>
              <a:rPr lang="en-US" sz="2800" b="0" i="0" u="none" strike="noStrike" dirty="0">
                <a:solidFill>
                  <a:srgbClr val="000000"/>
                </a:solidFill>
                <a:effectLst/>
                <a:latin typeface="Arial" panose="020B0604020202020204" pitchFamily="34" charset="0"/>
              </a:rPr>
              <a:t>.</a:t>
            </a:r>
            <a:endParaRPr lang="en-US" dirty="0"/>
          </a:p>
        </p:txBody>
      </p:sp>
      <p:sp>
        <p:nvSpPr>
          <p:cNvPr id="40" name="TextBox 39">
            <a:extLst>
              <a:ext uri="{FF2B5EF4-FFF2-40B4-BE49-F238E27FC236}">
                <a16:creationId xmlns:a16="http://schemas.microsoft.com/office/drawing/2014/main" id="{9F6F3334-5F5E-CDED-68E1-9A7DF8456B7B}"/>
              </a:ext>
            </a:extLst>
          </p:cNvPr>
          <p:cNvSpPr txBox="1"/>
          <p:nvPr/>
        </p:nvSpPr>
        <p:spPr>
          <a:xfrm>
            <a:off x="2424269" y="1862763"/>
            <a:ext cx="9400478" cy="954107"/>
          </a:xfrm>
          <a:prstGeom prst="rect">
            <a:avLst/>
          </a:prstGeom>
          <a:noFill/>
        </p:spPr>
        <p:txBody>
          <a:bodyPr wrap="square">
            <a:spAutoFit/>
          </a:bodyPr>
          <a:lstStyle/>
          <a:p>
            <a:r>
              <a:rPr lang="en-US" sz="2800" b="1" i="0" u="none" strike="noStrike" dirty="0">
                <a:solidFill>
                  <a:srgbClr val="000000"/>
                </a:solidFill>
                <a:effectLst/>
                <a:latin typeface="Arial" panose="020B0604020202020204" pitchFamily="34" charset="0"/>
              </a:rPr>
              <a:t>Validation:</a:t>
            </a:r>
            <a:r>
              <a:rPr lang="en-US" sz="2800" b="0" i="0" u="none" strike="noStrike" dirty="0">
                <a:solidFill>
                  <a:srgbClr val="000000"/>
                </a:solidFill>
                <a:effectLst/>
                <a:latin typeface="Arial" panose="020B0604020202020204" pitchFamily="34" charset="0"/>
              </a:rPr>
              <a:t> Evaluated against </a:t>
            </a:r>
            <a:r>
              <a:rPr lang="en-US" sz="2800" b="0" i="0" u="none" strike="noStrike" dirty="0" err="1">
                <a:solidFill>
                  <a:srgbClr val="188038"/>
                </a:solidFill>
                <a:effectLst/>
                <a:latin typeface="Roboto Mono" panose="00000009000000000000" pitchFamily="49" charset="0"/>
              </a:rPr>
              <a:t>val_main</a:t>
            </a:r>
            <a:r>
              <a:rPr lang="en-US" sz="2800" b="0" i="0" u="none" strike="noStrike" dirty="0">
                <a:solidFill>
                  <a:srgbClr val="000000"/>
                </a:solidFill>
                <a:effectLst/>
                <a:latin typeface="Arial" panose="020B0604020202020204" pitchFamily="34" charset="0"/>
              </a:rPr>
              <a:t> and </a:t>
            </a:r>
            <a:r>
              <a:rPr lang="en-US" sz="2800" b="0" i="0" u="none" strike="noStrike" dirty="0" err="1">
                <a:solidFill>
                  <a:srgbClr val="188038"/>
                </a:solidFill>
                <a:effectLst/>
                <a:latin typeface="Roboto Mono" panose="00000009000000000000" pitchFamily="49" charset="0"/>
              </a:rPr>
              <a:t>val_diff</a:t>
            </a:r>
            <a:r>
              <a:rPr lang="en-US" sz="2800" b="0" i="0" u="none" strike="noStrike" dirty="0">
                <a:solidFill>
                  <a:srgbClr val="000000"/>
                </a:solidFill>
                <a:effectLst/>
                <a:latin typeface="Arial" panose="020B0604020202020204" pitchFamily="34" charset="0"/>
              </a:rPr>
              <a:t> (DL Sprint).</a:t>
            </a:r>
            <a:endParaRPr lang="en-US" dirty="0"/>
          </a:p>
        </p:txBody>
      </p:sp>
      <p:sp>
        <p:nvSpPr>
          <p:cNvPr id="44" name="TextBox 43">
            <a:extLst>
              <a:ext uri="{FF2B5EF4-FFF2-40B4-BE49-F238E27FC236}">
                <a16:creationId xmlns:a16="http://schemas.microsoft.com/office/drawing/2014/main" id="{ABF8B3CA-3055-EBF9-4CD1-6154D572F780}"/>
              </a:ext>
            </a:extLst>
          </p:cNvPr>
          <p:cNvSpPr txBox="1"/>
          <p:nvPr/>
        </p:nvSpPr>
        <p:spPr>
          <a:xfrm>
            <a:off x="2293881" y="3100021"/>
            <a:ext cx="10175315" cy="1661993"/>
          </a:xfrm>
          <a:prstGeom prst="rect">
            <a:avLst/>
          </a:prstGeom>
          <a:noFill/>
        </p:spPr>
        <p:txBody>
          <a:bodyPr wrap="square">
            <a:spAutoFit/>
          </a:bodyPr>
          <a:lstStyle/>
          <a:p>
            <a:pPr fontAlgn="base">
              <a:spcBef>
                <a:spcPts val="1200"/>
              </a:spcBef>
              <a:buFont typeface="Arial" panose="020B0604020202020204" pitchFamily="34" charset="0"/>
              <a:buChar char="•"/>
            </a:pPr>
            <a:r>
              <a:rPr lang="en-US" sz="2800" b="1" i="0" u="none" strike="noStrike" dirty="0" err="1">
                <a:solidFill>
                  <a:srgbClr val="000000"/>
                </a:solidFill>
                <a:effectLst/>
                <a:latin typeface="Arial" panose="020B0604020202020204" pitchFamily="34" charset="0"/>
              </a:rPr>
              <a:t>Initialization:</a:t>
            </a:r>
            <a:r>
              <a:rPr lang="en-US" sz="2800" dirty="0" err="1"/>
              <a:t>Bengali</a:t>
            </a:r>
            <a:r>
              <a:rPr lang="en-US" sz="2800" dirty="0"/>
              <a:t> ASR 1st Place Whisper-medium weights. </a:t>
            </a:r>
            <a:endParaRPr lang="en-US" sz="2800" b="0" i="0" u="none" strike="noStrike" dirty="0">
              <a:solidFill>
                <a:srgbClr val="000000"/>
              </a:solidFill>
              <a:effectLst/>
              <a:latin typeface="Arial" panose="020B0604020202020204" pitchFamily="34" charset="0"/>
            </a:endParaRPr>
          </a:p>
          <a:p>
            <a:pPr rtl="0" fontAlgn="base">
              <a:buFont typeface="Arial" panose="020B0604020202020204" pitchFamily="34" charset="0"/>
              <a:buChar char="•"/>
            </a:pPr>
            <a:r>
              <a:rPr lang="en-US" sz="2800" b="1" i="0" u="none" strike="noStrike" dirty="0">
                <a:solidFill>
                  <a:srgbClr val="000000"/>
                </a:solidFill>
                <a:effectLst/>
                <a:latin typeface="Arial" panose="020B0604020202020204" pitchFamily="34" charset="0"/>
              </a:rPr>
              <a:t>Composite </a:t>
            </a:r>
            <a:r>
              <a:rPr lang="en-US" sz="2800" b="1" i="0" u="none" strike="noStrike" dirty="0" err="1">
                <a:solidFill>
                  <a:srgbClr val="000000"/>
                </a:solidFill>
                <a:effectLst/>
                <a:latin typeface="Arial" panose="020B0604020202020204" pitchFamily="34" charset="0"/>
              </a:rPr>
              <a:t>Scoring:</a:t>
            </a:r>
            <a:r>
              <a:rPr lang="en-US" sz="2800" b="0" i="0" u="none" strike="noStrike" dirty="0" err="1">
                <a:solidFill>
                  <a:srgbClr val="000000"/>
                </a:solidFill>
                <a:effectLst/>
                <a:latin typeface="Arial" panose="020B0604020202020204" pitchFamily="34" charset="0"/>
              </a:rPr>
              <a:t>Sfinal</a:t>
            </a:r>
            <a:r>
              <a:rPr lang="en-US" sz="2800" b="0" i="0" u="none" strike="noStrike" dirty="0">
                <a:solidFill>
                  <a:srgbClr val="000000"/>
                </a:solidFill>
                <a:effectLst/>
                <a:latin typeface="Arial" panose="020B0604020202020204" pitchFamily="34" charset="0"/>
              </a:rPr>
              <a:t>​=(0.89×WERmain​)+(0.11×WERdiff​)</a:t>
            </a:r>
          </a:p>
          <a:p>
            <a:pPr rtl="0" fontAlgn="base">
              <a:buFont typeface="Arial" panose="020B0604020202020204" pitchFamily="34" charset="0"/>
              <a:buChar char="•"/>
            </a:pPr>
            <a:r>
              <a:rPr lang="en-US" sz="2800" b="1" i="0" u="none" strike="noStrike" dirty="0">
                <a:solidFill>
                  <a:srgbClr val="000000"/>
                </a:solidFill>
                <a:effectLst/>
                <a:latin typeface="Arial" panose="020B0604020202020204" pitchFamily="34" charset="0"/>
              </a:rPr>
              <a:t>Hyperparameters:</a:t>
            </a:r>
            <a:r>
              <a:rPr lang="en-US" sz="2800" dirty="0">
                <a:solidFill>
                  <a:srgbClr val="000000"/>
                </a:solidFill>
                <a:latin typeface="Arial" panose="020B0604020202020204" pitchFamily="34" charset="0"/>
              </a:rPr>
              <a:t> </a:t>
            </a:r>
            <a:r>
              <a:rPr lang="en-US" sz="2800" i="0" u="none" strike="noStrike" dirty="0">
                <a:solidFill>
                  <a:srgbClr val="000000"/>
                </a:solidFill>
                <a:effectLst/>
                <a:latin typeface="Arial" panose="020B0604020202020204" pitchFamily="34" charset="0"/>
              </a:rPr>
              <a:t>Epochs</a:t>
            </a:r>
            <a:r>
              <a:rPr lang="en-US" sz="2800" b="1" i="0" u="none" strike="noStrike" dirty="0">
                <a:solidFill>
                  <a:srgbClr val="000000"/>
                </a:solidFill>
                <a:effectLst/>
                <a:latin typeface="Arial" panose="020B0604020202020204" pitchFamily="34" charset="0"/>
              </a:rPr>
              <a:t>:</a:t>
            </a:r>
            <a:r>
              <a:rPr lang="en-US" sz="2800" b="0" i="0" u="none" strike="noStrike" dirty="0">
                <a:solidFill>
                  <a:srgbClr val="000000"/>
                </a:solidFill>
                <a:effectLst/>
                <a:latin typeface="Arial" panose="020B0604020202020204" pitchFamily="34" charset="0"/>
              </a:rPr>
              <a:t> 10, </a:t>
            </a:r>
            <a:r>
              <a:rPr lang="en-US" sz="2800" i="0" u="none" strike="noStrike" dirty="0">
                <a:solidFill>
                  <a:srgbClr val="000000"/>
                </a:solidFill>
                <a:effectLst/>
                <a:latin typeface="Arial" panose="020B0604020202020204" pitchFamily="34" charset="0"/>
              </a:rPr>
              <a:t>Warmup Steps</a:t>
            </a:r>
            <a:r>
              <a:rPr lang="en-US" sz="2800" b="1" i="0" u="none" strike="noStrike" dirty="0">
                <a:solidFill>
                  <a:srgbClr val="000000"/>
                </a:solidFill>
                <a:effectLst/>
                <a:latin typeface="Arial" panose="020B0604020202020204" pitchFamily="34" charset="0"/>
              </a:rPr>
              <a:t>:</a:t>
            </a:r>
            <a:r>
              <a:rPr lang="en-US" sz="2800" b="0" i="0" u="none" strike="noStrike" dirty="0">
                <a:solidFill>
                  <a:srgbClr val="000000"/>
                </a:solidFill>
                <a:effectLst/>
                <a:latin typeface="Arial" panose="020B0604020202020204" pitchFamily="34" charset="0"/>
              </a:rPr>
              <a:t> 100, </a:t>
            </a:r>
            <a:r>
              <a:rPr lang="en-US" sz="2800" b="0" i="0" u="none" strike="noStrike" dirty="0" err="1">
                <a:solidFill>
                  <a:srgbClr val="000000"/>
                </a:solidFill>
                <a:effectLst/>
                <a:latin typeface="Arial" panose="020B0604020202020204" pitchFamily="34" charset="0"/>
              </a:rPr>
              <a:t>lr</a:t>
            </a:r>
            <a:r>
              <a:rPr lang="en-US" sz="2800" b="0" i="0" u="none" strike="noStrike" dirty="0">
                <a:solidFill>
                  <a:srgbClr val="000000"/>
                </a:solidFill>
                <a:effectLst/>
                <a:latin typeface="Arial" panose="020B0604020202020204" pitchFamily="34" charset="0"/>
              </a:rPr>
              <a:t> = 1e-4</a:t>
            </a:r>
          </a:p>
          <a:p>
            <a:pPr>
              <a:buNone/>
            </a:pPr>
            <a:endParaRPr lang="en-US" dirty="0"/>
          </a:p>
        </p:txBody>
      </p:sp>
      <p:sp>
        <p:nvSpPr>
          <p:cNvPr id="7" name="TextBox 12">
            <a:extLst>
              <a:ext uri="{FF2B5EF4-FFF2-40B4-BE49-F238E27FC236}">
                <a16:creationId xmlns:a16="http://schemas.microsoft.com/office/drawing/2014/main" id="{A087D7D6-4B81-AB53-1FAF-F0A642FFD299}"/>
              </a:ext>
            </a:extLst>
          </p:cNvPr>
          <p:cNvSpPr txBox="1"/>
          <p:nvPr/>
        </p:nvSpPr>
        <p:spPr>
          <a:xfrm>
            <a:off x="2125592" y="4858611"/>
            <a:ext cx="7964857" cy="515462"/>
          </a:xfrm>
          <a:prstGeom prst="rect">
            <a:avLst/>
          </a:prstGeom>
        </p:spPr>
        <p:txBody>
          <a:bodyPr lIns="0" tIns="0" rIns="0" bIns="0" rtlCol="0" anchor="t">
            <a:spAutoFit/>
          </a:bodyPr>
          <a:lstStyle/>
          <a:p>
            <a:pPr>
              <a:lnSpc>
                <a:spcPts val="4422"/>
              </a:lnSpc>
            </a:pPr>
            <a:r>
              <a:rPr lang="en-US" sz="3200" b="1" i="0" u="none" strike="noStrike" dirty="0">
                <a:solidFill>
                  <a:srgbClr val="000000"/>
                </a:solidFill>
                <a:effectLst/>
                <a:latin typeface="Arial" panose="020B0604020202020204" pitchFamily="34" charset="0"/>
              </a:rPr>
              <a:t>Configuration (Phase-2)</a:t>
            </a:r>
            <a:endParaRPr lang="en-US" sz="3158" b="1" spc="-61" dirty="0">
              <a:solidFill>
                <a:srgbClr val="1C191A"/>
              </a:solidFill>
              <a:latin typeface="Lato Bold"/>
              <a:ea typeface="Lato Bold"/>
              <a:cs typeface="Lato Bold"/>
              <a:sym typeface="Lato Bold"/>
            </a:endParaRPr>
          </a:p>
        </p:txBody>
      </p:sp>
      <p:sp>
        <p:nvSpPr>
          <p:cNvPr id="8" name="TextBox 7">
            <a:extLst>
              <a:ext uri="{FF2B5EF4-FFF2-40B4-BE49-F238E27FC236}">
                <a16:creationId xmlns:a16="http://schemas.microsoft.com/office/drawing/2014/main" id="{17CCFA2F-68C7-3189-5AD4-754FE4902109}"/>
              </a:ext>
            </a:extLst>
          </p:cNvPr>
          <p:cNvSpPr txBox="1"/>
          <p:nvPr/>
        </p:nvSpPr>
        <p:spPr>
          <a:xfrm>
            <a:off x="2424269" y="5540262"/>
            <a:ext cx="9400478" cy="523220"/>
          </a:xfrm>
          <a:prstGeom prst="rect">
            <a:avLst/>
          </a:prstGeom>
          <a:noFill/>
        </p:spPr>
        <p:txBody>
          <a:bodyPr wrap="square">
            <a:spAutoFit/>
          </a:bodyPr>
          <a:lstStyle/>
          <a:p>
            <a:r>
              <a:rPr lang="en-US" sz="2800" b="1" dirty="0">
                <a:solidFill>
                  <a:srgbClr val="000000"/>
                </a:solidFill>
                <a:latin typeface="Arial" panose="020B0604020202020204" pitchFamily="34" charset="0"/>
              </a:rPr>
              <a:t>Source: </a:t>
            </a:r>
            <a:r>
              <a:rPr lang="en-US" sz="2800" dirty="0">
                <a:solidFill>
                  <a:srgbClr val="000000"/>
                </a:solidFill>
                <a:latin typeface="Arial" panose="020B0604020202020204" pitchFamily="34" charset="0"/>
              </a:rPr>
              <a:t>Merged </a:t>
            </a:r>
            <a:r>
              <a:rPr lang="en-US" sz="2800" b="1" dirty="0">
                <a:solidFill>
                  <a:srgbClr val="000000"/>
                </a:solidFill>
                <a:latin typeface="Arial" panose="020B0604020202020204" pitchFamily="34" charset="0"/>
              </a:rPr>
              <a:t>Main Dataset</a:t>
            </a:r>
            <a:r>
              <a:rPr lang="en-US" sz="2800" dirty="0">
                <a:solidFill>
                  <a:srgbClr val="000000"/>
                </a:solidFill>
                <a:latin typeface="Arial" panose="020B0604020202020204" pitchFamily="34" charset="0"/>
              </a:rPr>
              <a:t> + </a:t>
            </a:r>
            <a:r>
              <a:rPr lang="en-US" sz="2800" b="1" dirty="0">
                <a:solidFill>
                  <a:srgbClr val="000000"/>
                </a:solidFill>
                <a:latin typeface="Arial" panose="020B0604020202020204" pitchFamily="34" charset="0"/>
              </a:rPr>
              <a:t>AI Speech Corpus</a:t>
            </a:r>
            <a:r>
              <a:rPr lang="en-US" sz="2800" dirty="0">
                <a:solidFill>
                  <a:srgbClr val="000000"/>
                </a:solidFill>
                <a:latin typeface="Arial" panose="020B0604020202020204" pitchFamily="34" charset="0"/>
              </a:rPr>
              <a:t>.</a:t>
            </a:r>
            <a:endParaRPr lang="en-US" sz="2800" dirty="0"/>
          </a:p>
        </p:txBody>
      </p:sp>
      <p:sp>
        <p:nvSpPr>
          <p:cNvPr id="10" name="TextBox 9">
            <a:extLst>
              <a:ext uri="{FF2B5EF4-FFF2-40B4-BE49-F238E27FC236}">
                <a16:creationId xmlns:a16="http://schemas.microsoft.com/office/drawing/2014/main" id="{4720C453-BE67-E322-B6FD-C5019D68D459}"/>
              </a:ext>
            </a:extLst>
          </p:cNvPr>
          <p:cNvSpPr txBox="1"/>
          <p:nvPr/>
        </p:nvSpPr>
        <p:spPr>
          <a:xfrm>
            <a:off x="2392749" y="6204294"/>
            <a:ext cx="9400478" cy="954107"/>
          </a:xfrm>
          <a:prstGeom prst="rect">
            <a:avLst/>
          </a:prstGeom>
          <a:noFill/>
        </p:spPr>
        <p:txBody>
          <a:bodyPr wrap="square">
            <a:spAutoFit/>
          </a:bodyPr>
          <a:lstStyle/>
          <a:p>
            <a:r>
              <a:rPr lang="en-US" sz="2800" b="1" i="0" u="none" strike="noStrike" dirty="0">
                <a:solidFill>
                  <a:srgbClr val="000000"/>
                </a:solidFill>
                <a:effectLst/>
                <a:latin typeface="Arial" panose="020B0604020202020204" pitchFamily="34" charset="0"/>
              </a:rPr>
              <a:t>Validation:</a:t>
            </a:r>
            <a:r>
              <a:rPr lang="en-US" sz="2800" b="0" i="0" u="none" strike="noStrike" dirty="0">
                <a:solidFill>
                  <a:srgbClr val="000000"/>
                </a:solidFill>
                <a:effectLst/>
                <a:latin typeface="Arial" panose="020B0604020202020204" pitchFamily="34" charset="0"/>
              </a:rPr>
              <a:t> Evaluated against </a:t>
            </a:r>
            <a:r>
              <a:rPr lang="en-US" sz="2800" b="0" i="0" u="none" strike="noStrike" dirty="0" err="1">
                <a:solidFill>
                  <a:srgbClr val="188038"/>
                </a:solidFill>
                <a:effectLst/>
                <a:latin typeface="Roboto Mono" panose="00000009000000000000" pitchFamily="49" charset="0"/>
              </a:rPr>
              <a:t>val_main</a:t>
            </a:r>
            <a:r>
              <a:rPr lang="en-US" sz="2800" b="0" i="0" u="none" strike="noStrike" dirty="0">
                <a:solidFill>
                  <a:srgbClr val="000000"/>
                </a:solidFill>
                <a:effectLst/>
                <a:latin typeface="Arial" panose="020B0604020202020204" pitchFamily="34" charset="0"/>
              </a:rPr>
              <a:t> and </a:t>
            </a:r>
            <a:r>
              <a:rPr lang="en-US" sz="2800" b="0" i="0" u="none" strike="noStrike" dirty="0" err="1">
                <a:solidFill>
                  <a:srgbClr val="188038"/>
                </a:solidFill>
                <a:effectLst/>
                <a:latin typeface="Roboto Mono" panose="00000009000000000000" pitchFamily="49" charset="0"/>
              </a:rPr>
              <a:t>val_diff</a:t>
            </a:r>
            <a:r>
              <a:rPr lang="en-US" sz="2800" b="0" i="0" u="none" strike="noStrike" dirty="0">
                <a:solidFill>
                  <a:srgbClr val="000000"/>
                </a:solidFill>
                <a:effectLst/>
                <a:latin typeface="Arial" panose="020B0604020202020204" pitchFamily="34" charset="0"/>
              </a:rPr>
              <a:t> (DL Sprint).</a:t>
            </a:r>
            <a:endParaRPr lang="en-US" dirty="0"/>
          </a:p>
        </p:txBody>
      </p:sp>
      <p:sp>
        <p:nvSpPr>
          <p:cNvPr id="11" name="TextBox 10">
            <a:extLst>
              <a:ext uri="{FF2B5EF4-FFF2-40B4-BE49-F238E27FC236}">
                <a16:creationId xmlns:a16="http://schemas.microsoft.com/office/drawing/2014/main" id="{34DFD748-4807-7A0E-A0C1-F33EDE756B82}"/>
              </a:ext>
            </a:extLst>
          </p:cNvPr>
          <p:cNvSpPr txBox="1"/>
          <p:nvPr/>
        </p:nvSpPr>
        <p:spPr>
          <a:xfrm>
            <a:off x="2293881" y="7385436"/>
            <a:ext cx="10175315" cy="1661993"/>
          </a:xfrm>
          <a:prstGeom prst="rect">
            <a:avLst/>
          </a:prstGeom>
          <a:noFill/>
        </p:spPr>
        <p:txBody>
          <a:bodyPr wrap="square">
            <a:spAutoFit/>
          </a:bodyPr>
          <a:lstStyle/>
          <a:p>
            <a:pPr fontAlgn="base">
              <a:spcBef>
                <a:spcPts val="1200"/>
              </a:spcBef>
              <a:buFont typeface="Arial" panose="020B0604020202020204" pitchFamily="34" charset="0"/>
              <a:buChar char="•"/>
            </a:pPr>
            <a:r>
              <a:rPr lang="en-US" sz="2800" b="1" i="0" u="none" strike="noStrike" dirty="0">
                <a:solidFill>
                  <a:srgbClr val="000000"/>
                </a:solidFill>
                <a:effectLst/>
                <a:latin typeface="Arial" panose="020B0604020202020204" pitchFamily="34" charset="0"/>
              </a:rPr>
              <a:t>Initialization:</a:t>
            </a:r>
            <a:r>
              <a:rPr lang="en-US" sz="2800" dirty="0">
                <a:solidFill>
                  <a:srgbClr val="000000"/>
                </a:solidFill>
                <a:latin typeface="Arial" panose="020B0604020202020204" pitchFamily="34" charset="0"/>
              </a:rPr>
              <a:t> Optimal checkpoint from Phase 1.</a:t>
            </a:r>
            <a:endParaRPr lang="en-US" sz="2800" b="0" i="0" u="none" strike="noStrike" dirty="0">
              <a:solidFill>
                <a:srgbClr val="000000"/>
              </a:solidFill>
              <a:effectLst/>
              <a:latin typeface="Arial" panose="020B0604020202020204" pitchFamily="34" charset="0"/>
            </a:endParaRPr>
          </a:p>
          <a:p>
            <a:pPr fontAlgn="base">
              <a:buFont typeface="Arial" panose="020B0604020202020204" pitchFamily="34" charset="0"/>
              <a:buChar char="•"/>
            </a:pPr>
            <a:r>
              <a:rPr lang="en-US" sz="2800" b="1" i="0" u="none" strike="noStrike" dirty="0">
                <a:solidFill>
                  <a:srgbClr val="000000"/>
                </a:solidFill>
                <a:effectLst/>
                <a:latin typeface="Arial" panose="020B0604020202020204" pitchFamily="34" charset="0"/>
              </a:rPr>
              <a:t>Composite </a:t>
            </a:r>
            <a:r>
              <a:rPr lang="en-US" sz="2800" b="1" i="0" u="none" strike="noStrike" dirty="0" err="1">
                <a:solidFill>
                  <a:srgbClr val="000000"/>
                </a:solidFill>
                <a:effectLst/>
                <a:latin typeface="Arial" panose="020B0604020202020204" pitchFamily="34" charset="0"/>
              </a:rPr>
              <a:t>Scoring:</a:t>
            </a:r>
            <a:r>
              <a:rPr lang="en-US" sz="2800" dirty="0" err="1">
                <a:solidFill>
                  <a:srgbClr val="000000"/>
                </a:solidFill>
                <a:latin typeface="Arial" panose="020B0604020202020204" pitchFamily="34" charset="0"/>
              </a:rPr>
              <a:t>Sfinal</a:t>
            </a:r>
            <a:r>
              <a:rPr lang="en-US" sz="2800" dirty="0">
                <a:solidFill>
                  <a:srgbClr val="000000"/>
                </a:solidFill>
                <a:latin typeface="Arial" panose="020B0604020202020204" pitchFamily="34" charset="0"/>
              </a:rPr>
              <a:t>​=(0.95×WERmain​)+(0.05×WERdiff​)</a:t>
            </a:r>
            <a:endParaRPr lang="en-US" sz="2800" b="0" i="0" u="none" strike="noStrike" dirty="0">
              <a:solidFill>
                <a:srgbClr val="000000"/>
              </a:solidFill>
              <a:effectLst/>
              <a:latin typeface="Arial" panose="020B0604020202020204" pitchFamily="34" charset="0"/>
            </a:endParaRPr>
          </a:p>
          <a:p>
            <a:pPr rtl="0" fontAlgn="base">
              <a:buFont typeface="Arial" panose="020B0604020202020204" pitchFamily="34" charset="0"/>
              <a:buChar char="•"/>
            </a:pPr>
            <a:r>
              <a:rPr lang="en-US" sz="2800" b="1" i="0" u="none" strike="noStrike" dirty="0">
                <a:solidFill>
                  <a:srgbClr val="000000"/>
                </a:solidFill>
                <a:effectLst/>
                <a:latin typeface="Arial" panose="020B0604020202020204" pitchFamily="34" charset="0"/>
              </a:rPr>
              <a:t>Hyperparameters:</a:t>
            </a:r>
            <a:r>
              <a:rPr lang="en-US" sz="2800" dirty="0">
                <a:solidFill>
                  <a:srgbClr val="000000"/>
                </a:solidFill>
                <a:latin typeface="Arial" panose="020B0604020202020204" pitchFamily="34" charset="0"/>
              </a:rPr>
              <a:t> </a:t>
            </a:r>
            <a:r>
              <a:rPr lang="en-US" sz="2800" i="0" u="none" strike="noStrike" dirty="0">
                <a:solidFill>
                  <a:srgbClr val="000000"/>
                </a:solidFill>
                <a:effectLst/>
                <a:latin typeface="Arial" panose="020B0604020202020204" pitchFamily="34" charset="0"/>
              </a:rPr>
              <a:t>Epochs</a:t>
            </a:r>
            <a:r>
              <a:rPr lang="en-US" sz="2800" b="1" i="0" u="none" strike="noStrike" dirty="0">
                <a:solidFill>
                  <a:srgbClr val="000000"/>
                </a:solidFill>
                <a:effectLst/>
                <a:latin typeface="Arial" panose="020B0604020202020204" pitchFamily="34" charset="0"/>
              </a:rPr>
              <a:t>:</a:t>
            </a:r>
            <a:r>
              <a:rPr lang="en-US" sz="2800" b="0" i="0" u="none" strike="noStrike" dirty="0">
                <a:solidFill>
                  <a:srgbClr val="000000"/>
                </a:solidFill>
                <a:effectLst/>
                <a:latin typeface="Arial" panose="020B0604020202020204" pitchFamily="34" charset="0"/>
              </a:rPr>
              <a:t> </a:t>
            </a:r>
            <a:r>
              <a:rPr lang="en-US" sz="2800" dirty="0">
                <a:solidFill>
                  <a:srgbClr val="000000"/>
                </a:solidFill>
                <a:latin typeface="Arial" panose="020B0604020202020204" pitchFamily="34" charset="0"/>
              </a:rPr>
              <a:t>8</a:t>
            </a:r>
            <a:r>
              <a:rPr lang="en-US" sz="2800" b="0" i="0" u="none" strike="noStrike" dirty="0">
                <a:solidFill>
                  <a:srgbClr val="000000"/>
                </a:solidFill>
                <a:effectLst/>
                <a:latin typeface="Arial" panose="020B0604020202020204" pitchFamily="34" charset="0"/>
              </a:rPr>
              <a:t>, </a:t>
            </a:r>
            <a:r>
              <a:rPr lang="en-US" sz="2800" i="0" u="none" strike="noStrike" dirty="0">
                <a:solidFill>
                  <a:srgbClr val="000000"/>
                </a:solidFill>
                <a:effectLst/>
                <a:latin typeface="Arial" panose="020B0604020202020204" pitchFamily="34" charset="0"/>
              </a:rPr>
              <a:t>Warmup Steps</a:t>
            </a:r>
            <a:r>
              <a:rPr lang="en-US" sz="2800" b="1" i="0" u="none" strike="noStrike" dirty="0">
                <a:solidFill>
                  <a:srgbClr val="000000"/>
                </a:solidFill>
                <a:effectLst/>
                <a:latin typeface="Arial" panose="020B0604020202020204" pitchFamily="34" charset="0"/>
              </a:rPr>
              <a:t>:</a:t>
            </a:r>
            <a:r>
              <a:rPr lang="en-US" sz="2800" b="0" i="0" u="none" strike="noStrike" dirty="0">
                <a:solidFill>
                  <a:srgbClr val="000000"/>
                </a:solidFill>
                <a:effectLst/>
                <a:latin typeface="Arial" panose="020B0604020202020204" pitchFamily="34" charset="0"/>
              </a:rPr>
              <a:t> 0, </a:t>
            </a:r>
            <a:r>
              <a:rPr lang="en-US" sz="2800" b="0" i="0" u="none" strike="noStrike" dirty="0" err="1">
                <a:solidFill>
                  <a:srgbClr val="000000"/>
                </a:solidFill>
                <a:effectLst/>
                <a:latin typeface="Arial" panose="020B0604020202020204" pitchFamily="34" charset="0"/>
              </a:rPr>
              <a:t>lr</a:t>
            </a:r>
            <a:r>
              <a:rPr lang="en-US" sz="2800" b="0" i="0" u="none" strike="noStrike" dirty="0">
                <a:solidFill>
                  <a:srgbClr val="000000"/>
                </a:solidFill>
                <a:effectLst/>
                <a:latin typeface="Arial" panose="020B0604020202020204" pitchFamily="34" charset="0"/>
              </a:rPr>
              <a:t> = 1e-4</a:t>
            </a:r>
          </a:p>
          <a:p>
            <a:pPr>
              <a:buNone/>
            </a:pPr>
            <a:endParaRPr lang="en-US" dirty="0"/>
          </a:p>
        </p:txBody>
      </p:sp>
    </p:spTree>
    <p:extLst>
      <p:ext uri="{BB962C8B-B14F-4D97-AF65-F5344CB8AC3E}">
        <p14:creationId xmlns:p14="http://schemas.microsoft.com/office/powerpoint/2010/main" val="10899049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6F4F1"/>
        </a:solidFill>
        <a:effectLst/>
      </p:bgPr>
    </p:bg>
    <p:spTree>
      <p:nvGrpSpPr>
        <p:cNvPr id="1" name=""/>
        <p:cNvGrpSpPr/>
        <p:nvPr/>
      </p:nvGrpSpPr>
      <p:grpSpPr>
        <a:xfrm>
          <a:off x="0" y="0"/>
          <a:ext cx="0" cy="0"/>
          <a:chOff x="0" y="0"/>
          <a:chExt cx="0" cy="0"/>
        </a:xfrm>
      </p:grpSpPr>
      <p:sp>
        <p:nvSpPr>
          <p:cNvPr id="2" name="Freeform 2"/>
          <p:cNvSpPr/>
          <p:nvPr/>
        </p:nvSpPr>
        <p:spPr>
          <a:xfrm>
            <a:off x="11949555" y="9358568"/>
            <a:ext cx="5547977" cy="225880"/>
          </a:xfrm>
          <a:custGeom>
            <a:avLst/>
            <a:gdLst/>
            <a:ahLst/>
            <a:cxnLst/>
            <a:rect l="l" t="t" r="r" b="b"/>
            <a:pathLst>
              <a:path w="5547977" h="225880">
                <a:moveTo>
                  <a:pt x="0" y="0"/>
                </a:moveTo>
                <a:lnTo>
                  <a:pt x="5547977" y="0"/>
                </a:lnTo>
                <a:lnTo>
                  <a:pt x="5547977" y="225880"/>
                </a:lnTo>
                <a:lnTo>
                  <a:pt x="0" y="22588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TextBox 3"/>
          <p:cNvSpPr txBox="1"/>
          <p:nvPr/>
        </p:nvSpPr>
        <p:spPr>
          <a:xfrm>
            <a:off x="12294138" y="6392006"/>
            <a:ext cx="4858809" cy="2513509"/>
          </a:xfrm>
          <a:prstGeom prst="rect">
            <a:avLst/>
          </a:prstGeom>
        </p:spPr>
        <p:txBody>
          <a:bodyPr lIns="0" tIns="0" rIns="0" bIns="0" rtlCol="0" anchor="t">
            <a:spAutoFit/>
          </a:bodyPr>
          <a:lstStyle/>
          <a:p>
            <a:pPr algn="just">
              <a:lnSpc>
                <a:spcPts val="4942"/>
              </a:lnSpc>
            </a:pPr>
            <a:r>
              <a:rPr lang="en-US" sz="5400" b="1" i="0" u="none" strike="noStrike" dirty="0">
                <a:solidFill>
                  <a:srgbClr val="1F1F1F"/>
                </a:solidFill>
                <a:effectLst/>
                <a:latin typeface="Arial" panose="020B0604020202020204" pitchFamily="34" charset="0"/>
              </a:rPr>
              <a:t>Inference and Post-Processing Pipeline</a:t>
            </a:r>
            <a:endParaRPr lang="en-US" sz="4942" dirty="0">
              <a:solidFill>
                <a:srgbClr val="253439"/>
              </a:solidFill>
              <a:latin typeface="Lato"/>
              <a:ea typeface="Lato"/>
              <a:cs typeface="Lato"/>
              <a:sym typeface="Lato"/>
            </a:endParaRPr>
          </a:p>
        </p:txBody>
      </p:sp>
      <p:grpSp>
        <p:nvGrpSpPr>
          <p:cNvPr id="4" name="Group 4"/>
          <p:cNvGrpSpPr/>
          <p:nvPr/>
        </p:nvGrpSpPr>
        <p:grpSpPr>
          <a:xfrm>
            <a:off x="1171295" y="109771"/>
            <a:ext cx="8519504" cy="528404"/>
            <a:chOff x="0" y="0"/>
            <a:chExt cx="11359339" cy="704539"/>
          </a:xfrm>
        </p:grpSpPr>
        <p:sp>
          <p:nvSpPr>
            <p:cNvPr id="5" name="TextBox 5"/>
            <p:cNvSpPr txBox="1"/>
            <p:nvPr/>
          </p:nvSpPr>
          <p:spPr>
            <a:xfrm>
              <a:off x="0" y="76200"/>
              <a:ext cx="1467648" cy="628339"/>
            </a:xfrm>
            <a:prstGeom prst="rect">
              <a:avLst/>
            </a:prstGeom>
          </p:spPr>
          <p:txBody>
            <a:bodyPr lIns="0" tIns="0" rIns="0" bIns="0" rtlCol="0" anchor="t">
              <a:spAutoFit/>
            </a:bodyPr>
            <a:lstStyle/>
            <a:p>
              <a:pPr algn="r">
                <a:lnSpc>
                  <a:spcPts val="3870"/>
                </a:lnSpc>
              </a:pPr>
              <a:r>
                <a:rPr lang="en-US" sz="3870">
                  <a:solidFill>
                    <a:srgbClr val="7C898B"/>
                  </a:solidFill>
                  <a:latin typeface="Lato"/>
                  <a:ea typeface="Lato"/>
                  <a:cs typeface="Lato"/>
                  <a:sym typeface="Lato"/>
                </a:rPr>
                <a:t>01</a:t>
              </a:r>
            </a:p>
          </p:txBody>
        </p:sp>
        <p:sp>
          <p:nvSpPr>
            <p:cNvPr id="6" name="TextBox 6"/>
            <p:cNvSpPr txBox="1"/>
            <p:nvPr/>
          </p:nvSpPr>
          <p:spPr>
            <a:xfrm>
              <a:off x="1676872" y="21291"/>
              <a:ext cx="9682467" cy="683248"/>
            </a:xfrm>
            <a:prstGeom prst="rect">
              <a:avLst/>
            </a:prstGeom>
          </p:spPr>
          <p:txBody>
            <a:bodyPr lIns="0" tIns="0" rIns="0" bIns="0" rtlCol="0" anchor="t">
              <a:spAutoFit/>
            </a:bodyPr>
            <a:lstStyle/>
            <a:p>
              <a:pPr algn="l">
                <a:lnSpc>
                  <a:spcPts val="4302"/>
                </a:lnSpc>
              </a:pPr>
              <a:r>
                <a:rPr lang="en-US" sz="3200" b="1" i="0" u="none" strike="noStrike" dirty="0">
                  <a:solidFill>
                    <a:srgbClr val="000000"/>
                  </a:solidFill>
                  <a:effectLst/>
                  <a:latin typeface="Arial" panose="020B0604020202020204" pitchFamily="34" charset="0"/>
                </a:rPr>
                <a:t>Optimized, Low-Latency Deployment</a:t>
              </a:r>
              <a:endParaRPr lang="en-US" sz="3072" b="1" spc="-60" dirty="0">
                <a:solidFill>
                  <a:srgbClr val="1C191A"/>
                </a:solidFill>
                <a:latin typeface="Lato Bold"/>
                <a:ea typeface="Lato Bold"/>
                <a:cs typeface="Lato Bold"/>
                <a:sym typeface="Lato Bold"/>
              </a:endParaRPr>
            </a:p>
          </p:txBody>
        </p:sp>
      </p:grpSp>
      <p:sp>
        <p:nvSpPr>
          <p:cNvPr id="10" name="TextBox 10"/>
          <p:cNvSpPr txBox="1"/>
          <p:nvPr/>
        </p:nvSpPr>
        <p:spPr>
          <a:xfrm>
            <a:off x="2311179" y="1041982"/>
            <a:ext cx="9638376" cy="1489639"/>
          </a:xfrm>
          <a:prstGeom prst="rect">
            <a:avLst/>
          </a:prstGeom>
        </p:spPr>
        <p:txBody>
          <a:bodyPr wrap="square" lIns="0" tIns="0" rIns="0" bIns="0" rtlCol="0" anchor="t">
            <a:spAutoFit/>
          </a:bodyPr>
          <a:lstStyle/>
          <a:p>
            <a:pPr rtl="0" fontAlgn="base">
              <a:buFont typeface="Arial" panose="020B0604020202020204" pitchFamily="34" charset="0"/>
              <a:buChar char="•"/>
            </a:pPr>
            <a:r>
              <a:rPr lang="en-US" sz="2400" b="1" i="0" u="none" strike="noStrike" dirty="0">
                <a:solidFill>
                  <a:srgbClr val="000000"/>
                </a:solidFill>
                <a:effectLst/>
                <a:latin typeface="Arial" panose="020B0604020202020204" pitchFamily="34" charset="0"/>
              </a:rPr>
              <a:t>Greedy Decoding for Speed</a:t>
            </a:r>
            <a:r>
              <a:rPr lang="en-US" sz="2480" b="1" dirty="0">
                <a:solidFill>
                  <a:srgbClr val="000000"/>
                </a:solidFill>
                <a:latin typeface="Arial MT Pro Bold"/>
                <a:ea typeface="Arial MT Pro Bold"/>
                <a:cs typeface="Arial MT Pro Bold"/>
                <a:sym typeface="Arial MT Pro Bold"/>
              </a:rPr>
              <a:t>: </a:t>
            </a:r>
            <a:r>
              <a:rPr lang="en-US" sz="2400" b="0" i="0" u="none" strike="noStrike" dirty="0">
                <a:solidFill>
                  <a:srgbClr val="000000"/>
                </a:solidFill>
                <a:effectLst/>
                <a:latin typeface="Arial" panose="020B0604020202020204" pitchFamily="34" charset="0"/>
              </a:rPr>
              <a:t> Utilized </a:t>
            </a:r>
            <a:r>
              <a:rPr lang="en-US" sz="2400" b="0" i="0" u="none" strike="noStrike" dirty="0" err="1">
                <a:solidFill>
                  <a:srgbClr val="000000"/>
                </a:solidFill>
                <a:effectLst/>
                <a:latin typeface="Arial" panose="020B0604020202020204" pitchFamily="34" charset="0"/>
              </a:rPr>
              <a:t>num_beams</a:t>
            </a:r>
            <a:r>
              <a:rPr lang="en-US" sz="2400" b="0" i="0" u="none" strike="noStrike" dirty="0">
                <a:solidFill>
                  <a:srgbClr val="000000"/>
                </a:solidFill>
                <a:effectLst/>
                <a:latin typeface="Arial" panose="020B0604020202020204" pitchFamily="34" charset="0"/>
              </a:rPr>
              <a:t>=1 to </a:t>
            </a:r>
            <a:r>
              <a:rPr lang="en-US" sz="2400" b="1" i="0" u="none" strike="noStrike" dirty="0">
                <a:solidFill>
                  <a:srgbClr val="000000"/>
                </a:solidFill>
                <a:effectLst/>
                <a:latin typeface="Arial" panose="020B0604020202020204" pitchFamily="34" charset="0"/>
              </a:rPr>
              <a:t>bypass beam search</a:t>
            </a:r>
            <a:r>
              <a:rPr lang="en-US" sz="2400" b="0" i="0" u="none" strike="noStrike" dirty="0">
                <a:solidFill>
                  <a:srgbClr val="000000"/>
                </a:solidFill>
                <a:effectLst/>
                <a:latin typeface="Arial" panose="020B0604020202020204" pitchFamily="34" charset="0"/>
              </a:rPr>
              <a:t>, </a:t>
            </a:r>
          </a:p>
          <a:p>
            <a:pPr rtl="0" fontAlgn="base">
              <a:buFont typeface="Arial" panose="020B0604020202020204" pitchFamily="34" charset="0"/>
              <a:buChar char="•"/>
            </a:pPr>
            <a:r>
              <a:rPr lang="en-US" sz="2400" b="1" i="0" u="none" strike="noStrike" dirty="0">
                <a:solidFill>
                  <a:srgbClr val="000000"/>
                </a:solidFill>
                <a:effectLst/>
                <a:latin typeface="Arial" panose="020B0604020202020204" pitchFamily="34" charset="0"/>
              </a:rPr>
              <a:t>Throughput Maximization:</a:t>
            </a:r>
            <a:r>
              <a:rPr lang="en-US" sz="2400" b="0" i="0" u="none" strike="noStrike" dirty="0">
                <a:solidFill>
                  <a:srgbClr val="000000"/>
                </a:solidFill>
                <a:effectLst/>
                <a:latin typeface="Arial" panose="020B0604020202020204" pitchFamily="34" charset="0"/>
              </a:rPr>
              <a:t> Employed a batch size of 4 on T4 GPUs, balanced with </a:t>
            </a:r>
            <a:r>
              <a:rPr lang="en-US" sz="2400" b="0" i="0" u="none" strike="noStrike" dirty="0" err="1">
                <a:solidFill>
                  <a:srgbClr val="000000"/>
                </a:solidFill>
                <a:effectLst/>
                <a:latin typeface="Arial" panose="020B0604020202020204" pitchFamily="34" charset="0"/>
              </a:rPr>
              <a:t>max_new_tokens</a:t>
            </a:r>
            <a:r>
              <a:rPr lang="en-US" sz="2400" b="0" i="0" u="none" strike="noStrike" dirty="0">
                <a:solidFill>
                  <a:srgbClr val="000000"/>
                </a:solidFill>
                <a:effectLst/>
                <a:latin typeface="Arial" panose="020B0604020202020204" pitchFamily="34" charset="0"/>
              </a:rPr>
              <a:t>=128</a:t>
            </a:r>
            <a:endParaRPr lang="en-US" sz="2480" dirty="0">
              <a:solidFill>
                <a:srgbClr val="000000"/>
              </a:solidFill>
              <a:latin typeface="Arial MT Pro"/>
              <a:ea typeface="Arial MT Pro"/>
              <a:cs typeface="Arial MT Pro"/>
              <a:sym typeface="Arial MT Pro"/>
            </a:endParaRPr>
          </a:p>
        </p:txBody>
      </p:sp>
      <p:grpSp>
        <p:nvGrpSpPr>
          <p:cNvPr id="12" name="Group 12"/>
          <p:cNvGrpSpPr/>
          <p:nvPr/>
        </p:nvGrpSpPr>
        <p:grpSpPr>
          <a:xfrm>
            <a:off x="1227222" y="2820339"/>
            <a:ext cx="6722129" cy="1317256"/>
            <a:chOff x="34920" y="-1024821"/>
            <a:chExt cx="8962838" cy="1756341"/>
          </a:xfrm>
        </p:grpSpPr>
        <p:sp>
          <p:nvSpPr>
            <p:cNvPr id="13" name="TextBox 13"/>
            <p:cNvSpPr txBox="1"/>
            <p:nvPr/>
          </p:nvSpPr>
          <p:spPr>
            <a:xfrm>
              <a:off x="1559726" y="31108"/>
              <a:ext cx="7438032" cy="700412"/>
            </a:xfrm>
            <a:prstGeom prst="rect">
              <a:avLst/>
            </a:prstGeom>
          </p:spPr>
          <p:txBody>
            <a:bodyPr lIns="0" tIns="0" rIns="0" bIns="0" rtlCol="0" anchor="t">
              <a:spAutoFit/>
            </a:bodyPr>
            <a:lstStyle/>
            <a:p>
              <a:pPr algn="l">
                <a:lnSpc>
                  <a:spcPts val="4422"/>
                </a:lnSpc>
              </a:pPr>
              <a:endParaRPr lang="en-US" sz="3158" b="1" spc="-61" dirty="0">
                <a:solidFill>
                  <a:srgbClr val="1C191A"/>
                </a:solidFill>
                <a:latin typeface="Lato Bold"/>
                <a:ea typeface="Lato Bold"/>
                <a:cs typeface="Lato Bold"/>
                <a:sym typeface="Lato Bold"/>
              </a:endParaRPr>
            </a:p>
          </p:txBody>
        </p:sp>
        <p:sp>
          <p:nvSpPr>
            <p:cNvPr id="14" name="TextBox 14"/>
            <p:cNvSpPr txBox="1"/>
            <p:nvPr/>
          </p:nvSpPr>
          <p:spPr>
            <a:xfrm>
              <a:off x="34920" y="-1024821"/>
              <a:ext cx="1365119" cy="674371"/>
            </a:xfrm>
            <a:prstGeom prst="rect">
              <a:avLst/>
            </a:prstGeom>
          </p:spPr>
          <p:txBody>
            <a:bodyPr lIns="0" tIns="0" rIns="0" bIns="0" rtlCol="0" anchor="t">
              <a:spAutoFit/>
            </a:bodyPr>
            <a:lstStyle/>
            <a:p>
              <a:pPr algn="r">
                <a:lnSpc>
                  <a:spcPts val="3600"/>
                </a:lnSpc>
              </a:pPr>
              <a:r>
                <a:rPr lang="en-US" sz="3600" dirty="0">
                  <a:solidFill>
                    <a:srgbClr val="7C898B"/>
                  </a:solidFill>
                  <a:latin typeface="Lato"/>
                  <a:ea typeface="Lato"/>
                  <a:cs typeface="Lato"/>
                  <a:sym typeface="Lato"/>
                </a:rPr>
                <a:t>02</a:t>
              </a:r>
            </a:p>
          </p:txBody>
        </p:sp>
      </p:grpSp>
      <p:sp>
        <p:nvSpPr>
          <p:cNvPr id="16" name="TextBox 16"/>
          <p:cNvSpPr txBox="1"/>
          <p:nvPr/>
        </p:nvSpPr>
        <p:spPr>
          <a:xfrm>
            <a:off x="2247683" y="3528845"/>
            <a:ext cx="9202625" cy="2369880"/>
          </a:xfrm>
          <a:prstGeom prst="rect">
            <a:avLst/>
          </a:prstGeom>
        </p:spPr>
        <p:txBody>
          <a:bodyPr lIns="0" tIns="0" rIns="0" bIns="0" rtlCol="0" anchor="t">
            <a:spAutoFit/>
          </a:bodyPr>
          <a:lstStyle/>
          <a:p>
            <a:pPr rtl="0" fontAlgn="base">
              <a:spcAft>
                <a:spcPts val="1200"/>
              </a:spcAft>
            </a:pPr>
            <a:r>
              <a:rPr lang="en-US" sz="2400" b="1" i="0" u="none" strike="noStrike" dirty="0">
                <a:solidFill>
                  <a:srgbClr val="000000"/>
                </a:solidFill>
                <a:effectLst/>
                <a:latin typeface="Arial" panose="020B0604020202020204" pitchFamily="34" charset="0"/>
              </a:rPr>
              <a:t>Artifact Suppression:</a:t>
            </a:r>
            <a:r>
              <a:rPr lang="en-US" sz="2400" b="0" i="0" u="none" strike="noStrike" dirty="0">
                <a:solidFill>
                  <a:srgbClr val="000000"/>
                </a:solidFill>
                <a:effectLst/>
                <a:latin typeface="Arial" panose="020B0604020202020204" pitchFamily="34" charset="0"/>
              </a:rPr>
              <a:t> Implemented a rule-based filter to eliminate model "stuttering" by suppressing word sequences that </a:t>
            </a:r>
            <a:r>
              <a:rPr lang="en-US" sz="2400" b="1" i="0" u="none" strike="noStrike" dirty="0">
                <a:solidFill>
                  <a:srgbClr val="000000"/>
                </a:solidFill>
                <a:effectLst/>
                <a:latin typeface="Arial" panose="020B0604020202020204" pitchFamily="34" charset="0"/>
              </a:rPr>
              <a:t>repeat more than 8 times</a:t>
            </a:r>
            <a:r>
              <a:rPr lang="en-US" sz="2400" b="0" i="0" u="none" strike="noStrike" dirty="0">
                <a:solidFill>
                  <a:srgbClr val="000000"/>
                </a:solidFill>
                <a:effectLst/>
                <a:latin typeface="Arial" panose="020B0604020202020204" pitchFamily="34" charset="0"/>
              </a:rPr>
              <a:t>.</a:t>
            </a:r>
          </a:p>
          <a:p>
            <a:pPr>
              <a:buNone/>
            </a:pPr>
            <a:r>
              <a:rPr lang="en-US" sz="2400" b="1" i="0" u="none" strike="noStrike" dirty="0">
                <a:solidFill>
                  <a:srgbClr val="000000"/>
                </a:solidFill>
                <a:effectLst/>
                <a:latin typeface="Arial" panose="020B0604020202020204" pitchFamily="34" charset="0"/>
              </a:rPr>
              <a:t>Deep Punctuation Restoration:</a:t>
            </a:r>
            <a:r>
              <a:rPr lang="en-US" sz="2400" b="0" i="0" u="none" strike="noStrike" dirty="0">
                <a:solidFill>
                  <a:srgbClr val="000000"/>
                </a:solidFill>
                <a:effectLst/>
                <a:latin typeface="Arial" panose="020B0604020202020204" pitchFamily="34" charset="0"/>
              </a:rPr>
              <a:t> </a:t>
            </a:r>
            <a:r>
              <a:rPr lang="en-US" sz="2400" b="1" i="0" u="none" strike="noStrike" dirty="0">
                <a:solidFill>
                  <a:srgbClr val="000000"/>
                </a:solidFill>
                <a:effectLst/>
                <a:latin typeface="Arial" panose="020B0604020202020204" pitchFamily="34" charset="0"/>
              </a:rPr>
              <a:t>four-model BERT ensemble</a:t>
            </a:r>
            <a:r>
              <a:rPr lang="en-US" sz="2400" b="0" i="0" u="none" strike="noStrike" dirty="0">
                <a:solidFill>
                  <a:srgbClr val="000000"/>
                </a:solidFill>
                <a:effectLst/>
                <a:latin typeface="Arial" panose="020B0604020202020204" pitchFamily="34" charset="0"/>
              </a:rPr>
              <a:t> Bengali punctuation restoration (</a:t>
            </a:r>
            <a:r>
              <a:rPr lang="en-US" sz="2400" b="1" i="0" u="none" strike="noStrike" dirty="0">
                <a:solidFill>
                  <a:srgbClr val="000000"/>
                </a:solidFill>
                <a:effectLst/>
                <a:latin typeface="Arial" panose="020B0604020202020204" pitchFamily="34" charset="0"/>
              </a:rPr>
              <a:t>,।</a:t>
            </a:r>
            <a:r>
              <a:rPr lang="en-US" sz="2400" b="0" i="0" u="none" strike="noStrike" dirty="0">
                <a:solidFill>
                  <a:srgbClr val="000000"/>
                </a:solidFill>
                <a:effectLst/>
                <a:latin typeface="Arial" panose="020B0604020202020204" pitchFamily="34" charset="0"/>
              </a:rPr>
              <a:t>, </a:t>
            </a:r>
            <a:r>
              <a:rPr lang="en-US" sz="2400" b="1" i="0" u="none" strike="noStrike" dirty="0">
                <a:solidFill>
                  <a:srgbClr val="000000"/>
                </a:solidFill>
                <a:effectLst/>
                <a:latin typeface="Arial" panose="020B0604020202020204" pitchFamily="34" charset="0"/>
              </a:rPr>
              <a:t>,</a:t>
            </a:r>
            <a:r>
              <a:rPr lang="en-US" sz="2400" b="0" i="0" u="none" strike="noStrike" dirty="0">
                <a:solidFill>
                  <a:srgbClr val="000000"/>
                </a:solidFill>
                <a:effectLst/>
                <a:latin typeface="Arial" panose="020B0604020202020204" pitchFamily="34" charset="0"/>
              </a:rPr>
              <a:t>, </a:t>
            </a:r>
            <a:r>
              <a:rPr lang="en-US" sz="2400" b="1" i="0" u="none" strike="noStrike" dirty="0">
                <a:solidFill>
                  <a:srgbClr val="000000"/>
                </a:solidFill>
                <a:effectLst/>
                <a:latin typeface="Arial" panose="020B0604020202020204" pitchFamily="34" charset="0"/>
              </a:rPr>
              <a:t>?</a:t>
            </a:r>
            <a:r>
              <a:rPr lang="en-US" sz="2400" b="0" i="0" u="none" strike="noStrike" dirty="0">
                <a:solidFill>
                  <a:srgbClr val="000000"/>
                </a:solidFill>
                <a:effectLst/>
                <a:latin typeface="Arial" panose="020B0604020202020204" pitchFamily="34" charset="0"/>
              </a:rPr>
              <a:t>), using </a:t>
            </a:r>
            <a:r>
              <a:rPr lang="en-US" sz="2400" b="1" i="0" u="none" strike="noStrike" dirty="0">
                <a:solidFill>
                  <a:srgbClr val="000000"/>
                </a:solidFill>
                <a:effectLst/>
                <a:latin typeface="Arial" panose="020B0604020202020204" pitchFamily="34" charset="0"/>
              </a:rPr>
              <a:t>Class-Weighted Voting</a:t>
            </a:r>
            <a:r>
              <a:rPr lang="en-US" sz="2400" b="0" i="0" u="none" strike="noStrike" dirty="0">
                <a:solidFill>
                  <a:srgbClr val="000000"/>
                </a:solidFill>
                <a:effectLst/>
                <a:latin typeface="Arial" panose="020B0604020202020204" pitchFamily="34" charset="0"/>
              </a:rPr>
              <a:t> </a:t>
            </a:r>
            <a:r>
              <a:rPr lang="en-US" sz="2400" dirty="0"/>
              <a:t>[1.0, 1.4, 1.0, 0.8].</a:t>
            </a:r>
            <a:endParaRPr lang="en-US" sz="2420" dirty="0">
              <a:solidFill>
                <a:srgbClr val="000000"/>
              </a:solidFill>
              <a:latin typeface="Arial MT Pro"/>
              <a:ea typeface="Arial MT Pro"/>
              <a:cs typeface="Arial MT Pro"/>
              <a:sym typeface="Arial MT Pro"/>
            </a:endParaRPr>
          </a:p>
        </p:txBody>
      </p:sp>
      <p:sp>
        <p:nvSpPr>
          <p:cNvPr id="31" name="TextBox 30">
            <a:extLst>
              <a:ext uri="{FF2B5EF4-FFF2-40B4-BE49-F238E27FC236}">
                <a16:creationId xmlns:a16="http://schemas.microsoft.com/office/drawing/2014/main" id="{F4A25D55-8C79-9598-AE90-DE19D4747E90}"/>
              </a:ext>
            </a:extLst>
          </p:cNvPr>
          <p:cNvSpPr txBox="1"/>
          <p:nvPr/>
        </p:nvSpPr>
        <p:spPr>
          <a:xfrm>
            <a:off x="2306308" y="2802491"/>
            <a:ext cx="9144000" cy="523220"/>
          </a:xfrm>
          <a:prstGeom prst="rect">
            <a:avLst/>
          </a:prstGeom>
          <a:noFill/>
        </p:spPr>
        <p:txBody>
          <a:bodyPr wrap="square">
            <a:spAutoFit/>
          </a:bodyPr>
          <a:lstStyle/>
          <a:p>
            <a:pPr rtl="0">
              <a:spcAft>
                <a:spcPts val="400"/>
              </a:spcAft>
              <a:buNone/>
            </a:pPr>
            <a:r>
              <a:rPr lang="en-US" sz="2800" b="1" i="0" u="none" strike="noStrike" dirty="0">
                <a:solidFill>
                  <a:srgbClr val="000000"/>
                </a:solidFill>
                <a:effectLst/>
                <a:latin typeface="Arial" panose="020B0604020202020204" pitchFamily="34" charset="0"/>
              </a:rPr>
              <a:t>Robust Post-Acoustic Refinement</a:t>
            </a:r>
            <a:endParaRPr lang="en-US" b="1" dirty="0">
              <a:effectLst/>
            </a:endParaRPr>
          </a:p>
        </p:txBody>
      </p:sp>
      <p:grpSp>
        <p:nvGrpSpPr>
          <p:cNvPr id="11" name="Group 7">
            <a:extLst>
              <a:ext uri="{FF2B5EF4-FFF2-40B4-BE49-F238E27FC236}">
                <a16:creationId xmlns:a16="http://schemas.microsoft.com/office/drawing/2014/main" id="{BBB29752-234A-47E1-E59B-5EEC15AC7E02}"/>
              </a:ext>
            </a:extLst>
          </p:cNvPr>
          <p:cNvGrpSpPr/>
          <p:nvPr/>
        </p:nvGrpSpPr>
        <p:grpSpPr>
          <a:xfrm>
            <a:off x="2291068" y="8037116"/>
            <a:ext cx="9972709" cy="1321452"/>
            <a:chOff x="-100695" y="989126"/>
            <a:chExt cx="13296946" cy="1761936"/>
          </a:xfrm>
        </p:grpSpPr>
        <p:sp>
          <p:nvSpPr>
            <p:cNvPr id="19" name="Freeform 8">
              <a:extLst>
                <a:ext uri="{FF2B5EF4-FFF2-40B4-BE49-F238E27FC236}">
                  <a16:creationId xmlns:a16="http://schemas.microsoft.com/office/drawing/2014/main" id="{4631C167-DB0A-87E4-6FA5-D984868DC96C}"/>
                </a:ext>
              </a:extLst>
            </p:cNvPr>
            <p:cNvSpPr/>
            <p:nvPr/>
          </p:nvSpPr>
          <p:spPr>
            <a:xfrm>
              <a:off x="-85007" y="1052745"/>
              <a:ext cx="372183" cy="463995"/>
            </a:xfrm>
            <a:custGeom>
              <a:avLst/>
              <a:gdLst/>
              <a:ahLst/>
              <a:cxnLst/>
              <a:rect l="l" t="t" r="r" b="b"/>
              <a:pathLst>
                <a:path w="372183" h="463995">
                  <a:moveTo>
                    <a:pt x="0" y="0"/>
                  </a:moveTo>
                  <a:lnTo>
                    <a:pt x="372183" y="0"/>
                  </a:lnTo>
                  <a:lnTo>
                    <a:pt x="372183" y="463995"/>
                  </a:lnTo>
                  <a:lnTo>
                    <a:pt x="0" y="463995"/>
                  </a:lnTo>
                  <a:lnTo>
                    <a:pt x="0" y="0"/>
                  </a:lnTo>
                  <a:close/>
                </a:path>
              </a:pathLst>
            </a:custGeom>
            <a:blipFill>
              <a:blip r:embed="rId4">
                <a:extLst>
                  <a:ext uri="{96DAC541-7B7A-43D3-8B79-37D633B846F1}">
                    <asvg:svgBlip xmlns:asvg="http://schemas.microsoft.com/office/drawing/2016/SVG/main" r:embed="rId5"/>
                  </a:ext>
                </a:extLst>
              </a:blip>
              <a:stretch>
                <a:fillRect t="-133" b="-133"/>
              </a:stretch>
            </a:blipFill>
          </p:spPr>
          <p:txBody>
            <a:bodyPr/>
            <a:lstStyle/>
            <a:p>
              <a:endParaRPr lang="en-US" dirty="0"/>
            </a:p>
          </p:txBody>
        </p:sp>
        <p:sp>
          <p:nvSpPr>
            <p:cNvPr id="20" name="Freeform 9">
              <a:extLst>
                <a:ext uri="{FF2B5EF4-FFF2-40B4-BE49-F238E27FC236}">
                  <a16:creationId xmlns:a16="http://schemas.microsoft.com/office/drawing/2014/main" id="{B400C215-4197-BD1C-C357-1F71CB4F9785}"/>
                </a:ext>
              </a:extLst>
            </p:cNvPr>
            <p:cNvSpPr/>
            <p:nvPr/>
          </p:nvSpPr>
          <p:spPr>
            <a:xfrm>
              <a:off x="-100695" y="2200815"/>
              <a:ext cx="403560" cy="503112"/>
            </a:xfrm>
            <a:custGeom>
              <a:avLst/>
              <a:gdLst/>
              <a:ahLst/>
              <a:cxnLst/>
              <a:rect l="l" t="t" r="r" b="b"/>
              <a:pathLst>
                <a:path w="403560" h="503112">
                  <a:moveTo>
                    <a:pt x="0" y="0"/>
                  </a:moveTo>
                  <a:lnTo>
                    <a:pt x="403560" y="0"/>
                  </a:lnTo>
                  <a:lnTo>
                    <a:pt x="403560" y="503112"/>
                  </a:lnTo>
                  <a:lnTo>
                    <a:pt x="0" y="503112"/>
                  </a:lnTo>
                  <a:lnTo>
                    <a:pt x="0" y="0"/>
                  </a:lnTo>
                  <a:close/>
                </a:path>
              </a:pathLst>
            </a:custGeom>
            <a:blipFill>
              <a:blip r:embed="rId4">
                <a:extLst>
                  <a:ext uri="{96DAC541-7B7A-43D3-8B79-37D633B846F1}">
                    <asvg:svgBlip xmlns:asvg="http://schemas.microsoft.com/office/drawing/2016/SVG/main" r:embed="rId5"/>
                  </a:ext>
                </a:extLst>
              </a:blip>
              <a:stretch>
                <a:fillRect t="-133" b="-133"/>
              </a:stretch>
            </a:blipFill>
          </p:spPr>
          <p:txBody>
            <a:bodyPr/>
            <a:lstStyle/>
            <a:p>
              <a:endParaRPr lang="en-US"/>
            </a:p>
          </p:txBody>
        </p:sp>
        <p:sp>
          <p:nvSpPr>
            <p:cNvPr id="21" name="TextBox 10">
              <a:extLst>
                <a:ext uri="{FF2B5EF4-FFF2-40B4-BE49-F238E27FC236}">
                  <a16:creationId xmlns:a16="http://schemas.microsoft.com/office/drawing/2014/main" id="{F7577E7A-156F-B334-0067-DB96649D15AB}"/>
                </a:ext>
              </a:extLst>
            </p:cNvPr>
            <p:cNvSpPr txBox="1"/>
            <p:nvPr/>
          </p:nvSpPr>
          <p:spPr>
            <a:xfrm>
              <a:off x="345083" y="989126"/>
              <a:ext cx="12851168" cy="1761936"/>
            </a:xfrm>
            <a:prstGeom prst="rect">
              <a:avLst/>
            </a:prstGeom>
          </p:spPr>
          <p:txBody>
            <a:bodyPr wrap="square" lIns="0" tIns="0" rIns="0" bIns="0" rtlCol="0" anchor="t">
              <a:spAutoFit/>
            </a:bodyPr>
            <a:lstStyle/>
            <a:p>
              <a:pPr>
                <a:lnSpc>
                  <a:spcPts val="3472"/>
                </a:lnSpc>
              </a:pPr>
              <a:r>
                <a:rPr lang="en-US" sz="2800" dirty="0"/>
                <a:t> Teacher-Student Model</a:t>
              </a:r>
            </a:p>
            <a:p>
              <a:pPr>
                <a:lnSpc>
                  <a:spcPts val="3472"/>
                </a:lnSpc>
              </a:pPr>
              <a:endParaRPr lang="en-US" sz="2800" dirty="0">
                <a:solidFill>
                  <a:srgbClr val="000000"/>
                </a:solidFill>
                <a:latin typeface="Arial MT Pro"/>
                <a:ea typeface="Arial MT Pro"/>
                <a:cs typeface="Arial MT Pro"/>
                <a:sym typeface="Arial MT Pro"/>
              </a:endParaRPr>
            </a:p>
            <a:p>
              <a:pPr>
                <a:lnSpc>
                  <a:spcPts val="3472"/>
                </a:lnSpc>
              </a:pPr>
              <a:r>
                <a:rPr lang="en-US" sz="2800" dirty="0"/>
                <a:t> Cloud-Scale Training:</a:t>
              </a:r>
              <a:endParaRPr lang="en-US" sz="2800" dirty="0">
                <a:solidFill>
                  <a:srgbClr val="000000"/>
                </a:solidFill>
                <a:latin typeface="Arial MT Pro"/>
                <a:ea typeface="Arial MT Pro"/>
                <a:cs typeface="Arial MT Pro"/>
                <a:sym typeface="Arial MT Pro"/>
              </a:endParaRPr>
            </a:p>
          </p:txBody>
        </p:sp>
        <p:sp>
          <p:nvSpPr>
            <p:cNvPr id="22" name="TextBox 11">
              <a:extLst>
                <a:ext uri="{FF2B5EF4-FFF2-40B4-BE49-F238E27FC236}">
                  <a16:creationId xmlns:a16="http://schemas.microsoft.com/office/drawing/2014/main" id="{854774A8-99E9-2B8C-F32C-95000FEF73DA}"/>
                </a:ext>
              </a:extLst>
            </p:cNvPr>
            <p:cNvSpPr txBox="1"/>
            <p:nvPr/>
          </p:nvSpPr>
          <p:spPr>
            <a:xfrm>
              <a:off x="234453" y="1870094"/>
              <a:ext cx="11522242" cy="597600"/>
            </a:xfrm>
            <a:prstGeom prst="rect">
              <a:avLst/>
            </a:prstGeom>
          </p:spPr>
          <p:txBody>
            <a:bodyPr lIns="0" tIns="0" rIns="0" bIns="0" rtlCol="0" anchor="t">
              <a:spAutoFit/>
            </a:bodyPr>
            <a:lstStyle/>
            <a:p>
              <a:pPr algn="ctr">
                <a:lnSpc>
                  <a:spcPts val="3680"/>
                </a:lnSpc>
              </a:pPr>
              <a:endParaRPr lang="en-US" sz="2628" dirty="0">
                <a:solidFill>
                  <a:srgbClr val="000000"/>
                </a:solidFill>
                <a:latin typeface="Arial MT Pro"/>
                <a:ea typeface="Arial MT Pro"/>
                <a:cs typeface="Arial MT Pro"/>
                <a:sym typeface="Arial MT Pro"/>
              </a:endParaRPr>
            </a:p>
          </p:txBody>
        </p:sp>
      </p:grpSp>
      <p:sp>
        <p:nvSpPr>
          <p:cNvPr id="23" name="TextBox 6">
            <a:extLst>
              <a:ext uri="{FF2B5EF4-FFF2-40B4-BE49-F238E27FC236}">
                <a16:creationId xmlns:a16="http://schemas.microsoft.com/office/drawing/2014/main" id="{5B859109-449F-6653-198F-0083C4823C54}"/>
              </a:ext>
            </a:extLst>
          </p:cNvPr>
          <p:cNvSpPr txBox="1"/>
          <p:nvPr/>
        </p:nvSpPr>
        <p:spPr>
          <a:xfrm>
            <a:off x="2270182" y="7120717"/>
            <a:ext cx="7261850" cy="517514"/>
          </a:xfrm>
          <a:prstGeom prst="rect">
            <a:avLst/>
          </a:prstGeom>
        </p:spPr>
        <p:txBody>
          <a:bodyPr lIns="0" tIns="0" rIns="0" bIns="0" rtlCol="0" anchor="t">
            <a:spAutoFit/>
          </a:bodyPr>
          <a:lstStyle/>
          <a:p>
            <a:pPr>
              <a:lnSpc>
                <a:spcPts val="4302"/>
              </a:lnSpc>
            </a:pPr>
            <a:r>
              <a:rPr lang="en-US" sz="3200" b="1" dirty="0"/>
              <a:t>What We Planned But Couldn't Try</a:t>
            </a:r>
            <a:endParaRPr lang="en-US" sz="3072" b="1" spc="-60" dirty="0">
              <a:solidFill>
                <a:srgbClr val="1C191A"/>
              </a:solidFill>
              <a:latin typeface="Lato Bold"/>
              <a:ea typeface="Lato Bold"/>
              <a:cs typeface="Lato Bold"/>
              <a:sym typeface="Lato Bo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6F4F1"/>
        </a:solidFill>
        <a:effectLst/>
      </p:bgPr>
    </p:bg>
    <p:spTree>
      <p:nvGrpSpPr>
        <p:cNvPr id="1" name="">
          <a:extLst>
            <a:ext uri="{FF2B5EF4-FFF2-40B4-BE49-F238E27FC236}">
              <a16:creationId xmlns:a16="http://schemas.microsoft.com/office/drawing/2014/main" id="{97D9C41C-C1CD-46DE-CFF2-AC65DEBE7B5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3CE7FEF0-AAA2-46DD-1C20-523BCA8762C6}"/>
              </a:ext>
            </a:extLst>
          </p:cNvPr>
          <p:cNvSpPr/>
          <p:nvPr/>
        </p:nvSpPr>
        <p:spPr>
          <a:xfrm>
            <a:off x="11658600" y="9696917"/>
            <a:ext cx="5547977" cy="225880"/>
          </a:xfrm>
          <a:custGeom>
            <a:avLst/>
            <a:gdLst/>
            <a:ahLst/>
            <a:cxnLst/>
            <a:rect l="l" t="t" r="r" b="b"/>
            <a:pathLst>
              <a:path w="5547977" h="225880">
                <a:moveTo>
                  <a:pt x="0" y="0"/>
                </a:moveTo>
                <a:lnTo>
                  <a:pt x="5547977" y="0"/>
                </a:lnTo>
                <a:lnTo>
                  <a:pt x="5547977" y="225880"/>
                </a:lnTo>
                <a:lnTo>
                  <a:pt x="0" y="22588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TextBox 3">
            <a:extLst>
              <a:ext uri="{FF2B5EF4-FFF2-40B4-BE49-F238E27FC236}">
                <a16:creationId xmlns:a16="http://schemas.microsoft.com/office/drawing/2014/main" id="{C5E21CDE-E09D-D80F-A583-AB0688CED733}"/>
              </a:ext>
            </a:extLst>
          </p:cNvPr>
          <p:cNvSpPr txBox="1"/>
          <p:nvPr/>
        </p:nvSpPr>
        <p:spPr>
          <a:xfrm>
            <a:off x="11673347" y="8190126"/>
            <a:ext cx="4858809" cy="1287331"/>
          </a:xfrm>
          <a:prstGeom prst="rect">
            <a:avLst/>
          </a:prstGeom>
        </p:spPr>
        <p:txBody>
          <a:bodyPr lIns="0" tIns="0" rIns="0" bIns="0" rtlCol="0" anchor="t">
            <a:spAutoFit/>
          </a:bodyPr>
          <a:lstStyle/>
          <a:p>
            <a:pPr algn="just">
              <a:lnSpc>
                <a:spcPts val="4942"/>
              </a:lnSpc>
            </a:pPr>
            <a:r>
              <a:rPr lang="en-US" sz="4942" dirty="0">
                <a:solidFill>
                  <a:srgbClr val="253439"/>
                </a:solidFill>
                <a:latin typeface="Lato"/>
                <a:ea typeface="Lato"/>
                <a:cs typeface="Lato"/>
                <a:sym typeface="Lato"/>
              </a:rPr>
              <a:t>Error Analysis &amp; Observations</a:t>
            </a:r>
          </a:p>
        </p:txBody>
      </p:sp>
      <p:sp>
        <p:nvSpPr>
          <p:cNvPr id="6" name="TextBox 6">
            <a:extLst>
              <a:ext uri="{FF2B5EF4-FFF2-40B4-BE49-F238E27FC236}">
                <a16:creationId xmlns:a16="http://schemas.microsoft.com/office/drawing/2014/main" id="{B0916762-E440-3DAB-99C4-A4F1FF526615}"/>
              </a:ext>
            </a:extLst>
          </p:cNvPr>
          <p:cNvSpPr txBox="1"/>
          <p:nvPr/>
        </p:nvSpPr>
        <p:spPr>
          <a:xfrm>
            <a:off x="914400" y="371824"/>
            <a:ext cx="7261850" cy="512436"/>
          </a:xfrm>
          <a:prstGeom prst="rect">
            <a:avLst/>
          </a:prstGeom>
        </p:spPr>
        <p:txBody>
          <a:bodyPr lIns="0" tIns="0" rIns="0" bIns="0" rtlCol="0" anchor="t">
            <a:spAutoFit/>
          </a:bodyPr>
          <a:lstStyle/>
          <a:p>
            <a:pPr algn="l">
              <a:lnSpc>
                <a:spcPts val="4302"/>
              </a:lnSpc>
            </a:pPr>
            <a:r>
              <a:rPr lang="en-US" sz="3072" b="1" spc="-60" dirty="0">
                <a:solidFill>
                  <a:srgbClr val="1C191A"/>
                </a:solidFill>
                <a:latin typeface="Lato Bold"/>
                <a:ea typeface="Lato Bold"/>
                <a:cs typeface="Lato Bold"/>
                <a:sym typeface="Lato Bold"/>
              </a:rPr>
              <a:t>Linguistic Challenges</a:t>
            </a:r>
          </a:p>
        </p:txBody>
      </p:sp>
      <p:grpSp>
        <p:nvGrpSpPr>
          <p:cNvPr id="7" name="Group 7">
            <a:extLst>
              <a:ext uri="{FF2B5EF4-FFF2-40B4-BE49-F238E27FC236}">
                <a16:creationId xmlns:a16="http://schemas.microsoft.com/office/drawing/2014/main" id="{8C79F4DD-3B14-805E-6FF0-6FFBEF3E4359}"/>
              </a:ext>
            </a:extLst>
          </p:cNvPr>
          <p:cNvGrpSpPr/>
          <p:nvPr/>
        </p:nvGrpSpPr>
        <p:grpSpPr>
          <a:xfrm>
            <a:off x="861050" y="1268162"/>
            <a:ext cx="9721348" cy="2311977"/>
            <a:chOff x="234453" y="17709"/>
            <a:chExt cx="12961798" cy="3082636"/>
          </a:xfrm>
        </p:grpSpPr>
        <p:sp>
          <p:nvSpPr>
            <p:cNvPr id="10" name="TextBox 10">
              <a:extLst>
                <a:ext uri="{FF2B5EF4-FFF2-40B4-BE49-F238E27FC236}">
                  <a16:creationId xmlns:a16="http://schemas.microsoft.com/office/drawing/2014/main" id="{F679891F-555A-AC16-1799-1FA013AFBEBD}"/>
                </a:ext>
              </a:extLst>
            </p:cNvPr>
            <p:cNvSpPr txBox="1"/>
            <p:nvPr/>
          </p:nvSpPr>
          <p:spPr>
            <a:xfrm>
              <a:off x="345083" y="17709"/>
              <a:ext cx="12851168" cy="1163481"/>
            </a:xfrm>
            <a:prstGeom prst="rect">
              <a:avLst/>
            </a:prstGeom>
          </p:spPr>
          <p:txBody>
            <a:bodyPr wrap="square" lIns="0" tIns="0" rIns="0" bIns="0" rtlCol="0" anchor="t">
              <a:spAutoFit/>
            </a:bodyPr>
            <a:lstStyle/>
            <a:p>
              <a:pPr>
                <a:lnSpc>
                  <a:spcPts val="3472"/>
                </a:lnSpc>
              </a:pPr>
              <a:r>
                <a:rPr lang="en-US" sz="2480" b="1" dirty="0">
                  <a:solidFill>
                    <a:srgbClr val="000000"/>
                  </a:solidFill>
                  <a:latin typeface="Arial MT Pro Bold"/>
                  <a:ea typeface="Arial MT Pro Bold"/>
                  <a:cs typeface="Arial MT Pro Bold"/>
                  <a:sym typeface="Arial MT Pro Bold"/>
                </a:rPr>
                <a:t>Phonetic Confusion: </a:t>
              </a:r>
              <a:r>
                <a:rPr lang="en-US" sz="2480" dirty="0">
                  <a:solidFill>
                    <a:srgbClr val="000000"/>
                  </a:solidFill>
                  <a:latin typeface="Arial MT Pro"/>
                  <a:ea typeface="Arial MT Pro"/>
                  <a:cs typeface="Arial MT Pro"/>
                  <a:sym typeface="Arial MT Pro"/>
                </a:rPr>
                <a:t>Distinct dialectal sounds (e.g., Sylheti tones) occasionally mapped incorrectly to standard Bengali phonemes.</a:t>
              </a:r>
            </a:p>
          </p:txBody>
        </p:sp>
        <p:sp>
          <p:nvSpPr>
            <p:cNvPr id="11" name="TextBox 11">
              <a:extLst>
                <a:ext uri="{FF2B5EF4-FFF2-40B4-BE49-F238E27FC236}">
                  <a16:creationId xmlns:a16="http://schemas.microsoft.com/office/drawing/2014/main" id="{091B5CB9-3612-39BB-4454-A78D48CF2773}"/>
                </a:ext>
              </a:extLst>
            </p:cNvPr>
            <p:cNvSpPr txBox="1"/>
            <p:nvPr/>
          </p:nvSpPr>
          <p:spPr>
            <a:xfrm>
              <a:off x="234453" y="1870095"/>
              <a:ext cx="11522242" cy="1230250"/>
            </a:xfrm>
            <a:prstGeom prst="rect">
              <a:avLst/>
            </a:prstGeom>
          </p:spPr>
          <p:txBody>
            <a:bodyPr lIns="0" tIns="0" rIns="0" bIns="0" rtlCol="0" anchor="t">
              <a:spAutoFit/>
            </a:bodyPr>
            <a:lstStyle/>
            <a:p>
              <a:pPr algn="ctr">
                <a:lnSpc>
                  <a:spcPts val="3680"/>
                </a:lnSpc>
              </a:pPr>
              <a:r>
                <a:rPr lang="en-US" sz="2628" b="1" dirty="0">
                  <a:solidFill>
                    <a:srgbClr val="000000"/>
                  </a:solidFill>
                  <a:latin typeface="Arial MT Pro Bold"/>
                  <a:ea typeface="Arial MT Pro Bold"/>
                  <a:cs typeface="Arial MT Pro Bold"/>
                  <a:sym typeface="Arial MT Pro Bold"/>
                </a:rPr>
                <a:t>Vocabulary Gaps: </a:t>
              </a:r>
              <a:r>
                <a:rPr lang="en-US" sz="2628" dirty="0">
                  <a:solidFill>
                    <a:srgbClr val="000000"/>
                  </a:solidFill>
                  <a:latin typeface="Arial MT Pro"/>
                  <a:ea typeface="Arial MT Pro"/>
                  <a:cs typeface="Arial MT Pro"/>
                  <a:sym typeface="Arial MT Pro"/>
                </a:rPr>
                <a:t>The model struggled with "long-tail" that were absent from the standard training </a:t>
              </a:r>
            </a:p>
          </p:txBody>
        </p:sp>
      </p:grpSp>
      <p:sp>
        <p:nvSpPr>
          <p:cNvPr id="13" name="TextBox 13">
            <a:extLst>
              <a:ext uri="{FF2B5EF4-FFF2-40B4-BE49-F238E27FC236}">
                <a16:creationId xmlns:a16="http://schemas.microsoft.com/office/drawing/2014/main" id="{2633EF1F-0E59-707C-7E32-0EDB2122804B}"/>
              </a:ext>
            </a:extLst>
          </p:cNvPr>
          <p:cNvSpPr txBox="1"/>
          <p:nvPr/>
        </p:nvSpPr>
        <p:spPr>
          <a:xfrm>
            <a:off x="1045910" y="3913965"/>
            <a:ext cx="5578524" cy="525309"/>
          </a:xfrm>
          <a:prstGeom prst="rect">
            <a:avLst/>
          </a:prstGeom>
        </p:spPr>
        <p:txBody>
          <a:bodyPr lIns="0" tIns="0" rIns="0" bIns="0" rtlCol="0" anchor="t">
            <a:spAutoFit/>
          </a:bodyPr>
          <a:lstStyle/>
          <a:p>
            <a:pPr algn="l">
              <a:lnSpc>
                <a:spcPts val="4422"/>
              </a:lnSpc>
            </a:pPr>
            <a:r>
              <a:rPr lang="en-US" sz="3158" b="1" spc="-61" dirty="0">
                <a:solidFill>
                  <a:srgbClr val="1C191A"/>
                </a:solidFill>
                <a:latin typeface="Lato Bold"/>
                <a:ea typeface="Lato Bold"/>
                <a:cs typeface="Lato Bold"/>
                <a:sym typeface="Lato Bold"/>
              </a:rPr>
              <a:t>Post-Processing Artifacts:</a:t>
            </a:r>
          </a:p>
        </p:txBody>
      </p:sp>
      <p:grpSp>
        <p:nvGrpSpPr>
          <p:cNvPr id="15" name="Group 15">
            <a:extLst>
              <a:ext uri="{FF2B5EF4-FFF2-40B4-BE49-F238E27FC236}">
                <a16:creationId xmlns:a16="http://schemas.microsoft.com/office/drawing/2014/main" id="{D431F1F8-1721-A9E6-6E0C-3E94E33AD0AD}"/>
              </a:ext>
            </a:extLst>
          </p:cNvPr>
          <p:cNvGrpSpPr/>
          <p:nvPr/>
        </p:nvGrpSpPr>
        <p:grpSpPr>
          <a:xfrm>
            <a:off x="861050" y="5465544"/>
            <a:ext cx="9225319" cy="3149090"/>
            <a:chOff x="432099" y="-95250"/>
            <a:chExt cx="12300424" cy="4198786"/>
          </a:xfrm>
        </p:grpSpPr>
        <p:sp>
          <p:nvSpPr>
            <p:cNvPr id="16" name="TextBox 16">
              <a:extLst>
                <a:ext uri="{FF2B5EF4-FFF2-40B4-BE49-F238E27FC236}">
                  <a16:creationId xmlns:a16="http://schemas.microsoft.com/office/drawing/2014/main" id="{AD4AE518-1EC2-BD7D-12A9-7BF6F2D3584F}"/>
                </a:ext>
              </a:extLst>
            </p:cNvPr>
            <p:cNvSpPr txBox="1"/>
            <p:nvPr/>
          </p:nvSpPr>
          <p:spPr>
            <a:xfrm>
              <a:off x="462357" y="-95250"/>
              <a:ext cx="12270166" cy="1156264"/>
            </a:xfrm>
            <a:prstGeom prst="rect">
              <a:avLst/>
            </a:prstGeom>
          </p:spPr>
          <p:txBody>
            <a:bodyPr lIns="0" tIns="0" rIns="0" bIns="0" rtlCol="0" anchor="t">
              <a:spAutoFit/>
            </a:bodyPr>
            <a:lstStyle/>
            <a:p>
              <a:pPr algn="ctr">
                <a:lnSpc>
                  <a:spcPts val="3389"/>
                </a:lnSpc>
              </a:pPr>
              <a:r>
                <a:rPr lang="en-US" sz="2420" b="1" dirty="0">
                  <a:solidFill>
                    <a:srgbClr val="000000"/>
                  </a:solidFill>
                  <a:latin typeface="Arial MT Pro Bold"/>
                  <a:ea typeface="Arial MT Pro Bold"/>
                  <a:cs typeface="Arial MT Pro Bold"/>
                  <a:sym typeface="Arial MT Pro Bold"/>
                </a:rPr>
                <a:t>Premature Termination: </a:t>
              </a:r>
              <a:r>
                <a:rPr lang="en-US" sz="2420" dirty="0">
                  <a:solidFill>
                    <a:srgbClr val="000000"/>
                  </a:solidFill>
                  <a:latin typeface="Arial MT Pro"/>
                  <a:ea typeface="Arial MT Pro"/>
                  <a:cs typeface="Arial MT Pro"/>
                  <a:sym typeface="Arial MT Pro"/>
                </a:rPr>
                <a:t>The BERT punctuation model sometimes inserted periods too early in complex, multi-clause sentences.</a:t>
              </a:r>
            </a:p>
          </p:txBody>
        </p:sp>
        <p:sp>
          <p:nvSpPr>
            <p:cNvPr id="19" name="TextBox 19">
              <a:extLst>
                <a:ext uri="{FF2B5EF4-FFF2-40B4-BE49-F238E27FC236}">
                  <a16:creationId xmlns:a16="http://schemas.microsoft.com/office/drawing/2014/main" id="{CC86C8C2-BA7E-157A-9826-CE937EB65575}"/>
                </a:ext>
              </a:extLst>
            </p:cNvPr>
            <p:cNvSpPr txBox="1"/>
            <p:nvPr/>
          </p:nvSpPr>
          <p:spPr>
            <a:xfrm>
              <a:off x="462357" y="1720895"/>
              <a:ext cx="11327980" cy="1164896"/>
            </a:xfrm>
            <a:prstGeom prst="rect">
              <a:avLst/>
            </a:prstGeom>
          </p:spPr>
          <p:txBody>
            <a:bodyPr lIns="0" tIns="0" rIns="0" bIns="0" rtlCol="0" anchor="t">
              <a:spAutoFit/>
            </a:bodyPr>
            <a:lstStyle/>
            <a:p>
              <a:pPr algn="ctr">
                <a:lnSpc>
                  <a:spcPts val="3426"/>
                </a:lnSpc>
              </a:pPr>
              <a:r>
                <a:rPr lang="en-US" sz="2447" b="1">
                  <a:solidFill>
                    <a:srgbClr val="000000"/>
                  </a:solidFill>
                  <a:latin typeface="Arial MT Pro Bold"/>
                  <a:ea typeface="Arial MT Pro Bold"/>
                  <a:cs typeface="Arial MT Pro Bold"/>
                  <a:sym typeface="Arial MT Pro Bold"/>
                </a:rPr>
                <a:t>Incomplete Normalization: </a:t>
              </a:r>
              <a:r>
                <a:rPr lang="en-US" sz="2447">
                  <a:solidFill>
                    <a:srgbClr val="000000"/>
                  </a:solidFill>
                  <a:latin typeface="Arial MT Pro"/>
                  <a:ea typeface="Arial MT Pro"/>
                  <a:cs typeface="Arial MT Pro"/>
                  <a:sym typeface="Arial MT Pro"/>
                </a:rPr>
                <a:t>Certain deep colloquialisms remained unstandardized despite the Seq2Seq training.</a:t>
              </a:r>
            </a:p>
          </p:txBody>
        </p:sp>
        <p:sp>
          <p:nvSpPr>
            <p:cNvPr id="21" name="TextBox 21">
              <a:extLst>
                <a:ext uri="{FF2B5EF4-FFF2-40B4-BE49-F238E27FC236}">
                  <a16:creationId xmlns:a16="http://schemas.microsoft.com/office/drawing/2014/main" id="{9AA54CDA-787F-6D8A-24CA-CE8E3FD1CE0C}"/>
                </a:ext>
              </a:extLst>
            </p:cNvPr>
            <p:cNvSpPr txBox="1"/>
            <p:nvPr/>
          </p:nvSpPr>
          <p:spPr>
            <a:xfrm>
              <a:off x="432099" y="2971516"/>
              <a:ext cx="11327980" cy="1132020"/>
            </a:xfrm>
            <a:prstGeom prst="rect">
              <a:avLst/>
            </a:prstGeom>
          </p:spPr>
          <p:txBody>
            <a:bodyPr lIns="0" tIns="0" rIns="0" bIns="0" rtlCol="0" anchor="t">
              <a:spAutoFit/>
            </a:bodyPr>
            <a:lstStyle/>
            <a:p>
              <a:pPr algn="ctr">
                <a:lnSpc>
                  <a:spcPts val="3426"/>
                </a:lnSpc>
              </a:pPr>
              <a:r>
                <a:rPr lang="en-US" sz="2447" b="1" dirty="0">
                  <a:solidFill>
                    <a:srgbClr val="000000"/>
                  </a:solidFill>
                  <a:latin typeface="Arial MT Pro Bold"/>
                  <a:ea typeface="Arial MT Pro Bold"/>
                  <a:cs typeface="Arial MT Pro Bold"/>
                  <a:sym typeface="Arial MT Pro Bold"/>
                </a:rPr>
                <a:t>Computational Constraints: </a:t>
              </a:r>
              <a:r>
                <a:rPr lang="en-US" sz="2447" dirty="0">
                  <a:solidFill>
                    <a:srgbClr val="000000"/>
                  </a:solidFill>
                  <a:latin typeface="Arial MT Pro"/>
                  <a:ea typeface="Arial MT Pro"/>
                  <a:cs typeface="Arial MT Pro"/>
                  <a:sym typeface="Arial MT Pro"/>
                </a:rPr>
                <a:t>Limited by Kaggle’s Tesla T4 (15GB VRAM), forcing a small batch size of 4</a:t>
              </a:r>
            </a:p>
          </p:txBody>
        </p:sp>
      </p:grpSp>
      <p:pic>
        <p:nvPicPr>
          <p:cNvPr id="23" name="Picture 22">
            <a:extLst>
              <a:ext uri="{FF2B5EF4-FFF2-40B4-BE49-F238E27FC236}">
                <a16:creationId xmlns:a16="http://schemas.microsoft.com/office/drawing/2014/main" id="{9C83E20D-1ABE-2BCE-014C-C2DDD2933E5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277600" y="364203"/>
            <a:ext cx="5964490" cy="7809295"/>
          </a:xfrm>
          <a:prstGeom prst="rect">
            <a:avLst/>
          </a:prstGeom>
        </p:spPr>
      </p:pic>
    </p:spTree>
    <p:extLst>
      <p:ext uri="{BB962C8B-B14F-4D97-AF65-F5344CB8AC3E}">
        <p14:creationId xmlns:p14="http://schemas.microsoft.com/office/powerpoint/2010/main" val="4581409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6F4F1"/>
        </a:solidFill>
        <a:effectLst/>
      </p:bgPr>
    </p:bg>
    <p:spTree>
      <p:nvGrpSpPr>
        <p:cNvPr id="1" name="">
          <a:extLst>
            <a:ext uri="{FF2B5EF4-FFF2-40B4-BE49-F238E27FC236}">
              <a16:creationId xmlns:a16="http://schemas.microsoft.com/office/drawing/2014/main" id="{CB4BE738-A991-DB44-4410-896C4D8EA71A}"/>
            </a:ext>
          </a:extLst>
        </p:cNvPr>
        <p:cNvGrpSpPr/>
        <p:nvPr/>
      </p:nvGrpSpPr>
      <p:grpSpPr>
        <a:xfrm>
          <a:off x="0" y="0"/>
          <a:ext cx="0" cy="0"/>
          <a:chOff x="0" y="0"/>
          <a:chExt cx="0" cy="0"/>
        </a:xfrm>
      </p:grpSpPr>
      <p:sp>
        <p:nvSpPr>
          <p:cNvPr id="16" name="TextBox 16">
            <a:extLst>
              <a:ext uri="{FF2B5EF4-FFF2-40B4-BE49-F238E27FC236}">
                <a16:creationId xmlns:a16="http://schemas.microsoft.com/office/drawing/2014/main" id="{D08B1095-EB9D-733A-E2D2-93D86B9A20F2}"/>
              </a:ext>
            </a:extLst>
          </p:cNvPr>
          <p:cNvSpPr txBox="1"/>
          <p:nvPr/>
        </p:nvSpPr>
        <p:spPr>
          <a:xfrm>
            <a:off x="2466870" y="1243330"/>
            <a:ext cx="13354260" cy="3900170"/>
          </a:xfrm>
          <a:prstGeom prst="rect">
            <a:avLst/>
          </a:prstGeom>
        </p:spPr>
        <p:txBody>
          <a:bodyPr wrap="square" lIns="0" tIns="0" rIns="0" bIns="0" rtlCol="0" anchor="t">
            <a:spAutoFit/>
          </a:bodyPr>
          <a:lstStyle/>
          <a:p>
            <a:pPr algn="ctr">
              <a:lnSpc>
                <a:spcPts val="3389"/>
              </a:lnSpc>
            </a:pPr>
            <a:r>
              <a:rPr lang="en-US" sz="3500" b="1" dirty="0"/>
              <a:t>Conclusion:</a:t>
            </a:r>
          </a:p>
          <a:p>
            <a:pPr algn="ctr">
              <a:lnSpc>
                <a:spcPts val="3389"/>
              </a:lnSpc>
            </a:pPr>
            <a:r>
              <a:rPr lang="en-US" sz="3200" spc="-60" dirty="0">
                <a:solidFill>
                  <a:srgbClr val="1C191A"/>
                </a:solidFill>
                <a:latin typeface="Lato"/>
                <a:ea typeface="Lato"/>
                <a:cs typeface="Lato"/>
                <a:sym typeface="Lato"/>
              </a:rPr>
              <a:t>We developed an end-to-end pipeline successfully creating a robust system capable of handling phonetic variations across 20 distinct Bangladeshi dialects.</a:t>
            </a:r>
            <a:r>
              <a:rPr lang="en-US" sz="3200" b="1" dirty="0"/>
              <a:t> Though</a:t>
            </a:r>
            <a:r>
              <a:rPr lang="en-US" sz="3200" dirty="0"/>
              <a:t> constrained by GPU limitations, we ensured our methodologies were highly resource-efficient to maximize project outcomes.</a:t>
            </a:r>
            <a:r>
              <a:rPr lang="en-US" sz="3200" spc="-60" dirty="0">
                <a:solidFill>
                  <a:srgbClr val="1C191A"/>
                </a:solidFill>
                <a:latin typeface="Lato"/>
                <a:ea typeface="Lato"/>
                <a:cs typeface="Lato"/>
                <a:sym typeface="Lato"/>
              </a:rPr>
              <a:t> Our experiments confirmed that large-scale models can be effectively adapted with a small dataset (3,350 samples) to accurately transcribe and normalize non-standard dialect speech</a:t>
            </a:r>
          </a:p>
          <a:p>
            <a:pPr algn="ctr">
              <a:lnSpc>
                <a:spcPts val="3389"/>
              </a:lnSpc>
            </a:pPr>
            <a:r>
              <a:rPr lang="en-US" sz="2420" dirty="0">
                <a:solidFill>
                  <a:srgbClr val="000000"/>
                </a:solidFill>
                <a:latin typeface="Arial MT Pro"/>
                <a:ea typeface="Arial MT Pro"/>
                <a:cs typeface="Arial MT Pro"/>
                <a:sym typeface="Arial MT Pro"/>
              </a:rPr>
              <a:t>.</a:t>
            </a:r>
          </a:p>
        </p:txBody>
      </p:sp>
      <p:sp>
        <p:nvSpPr>
          <p:cNvPr id="3" name="TextBox 4">
            <a:extLst>
              <a:ext uri="{FF2B5EF4-FFF2-40B4-BE49-F238E27FC236}">
                <a16:creationId xmlns:a16="http://schemas.microsoft.com/office/drawing/2014/main" id="{E4485951-9A78-C130-291C-E6E5B76EBC62}"/>
              </a:ext>
            </a:extLst>
          </p:cNvPr>
          <p:cNvSpPr txBox="1"/>
          <p:nvPr/>
        </p:nvSpPr>
        <p:spPr>
          <a:xfrm>
            <a:off x="3962400" y="6429283"/>
            <a:ext cx="10704205" cy="2891946"/>
          </a:xfrm>
          <a:prstGeom prst="rect">
            <a:avLst/>
          </a:prstGeom>
        </p:spPr>
        <p:txBody>
          <a:bodyPr lIns="0" tIns="0" rIns="0" bIns="0" rtlCol="0" anchor="t">
            <a:spAutoFit/>
          </a:bodyPr>
          <a:lstStyle/>
          <a:p>
            <a:pPr algn="ctr">
              <a:lnSpc>
                <a:spcPts val="4605"/>
              </a:lnSpc>
            </a:pPr>
            <a:r>
              <a:rPr lang="en-US" sz="3500" b="1" dirty="0">
                <a:solidFill>
                  <a:srgbClr val="253439"/>
                </a:solidFill>
                <a:latin typeface="Lato"/>
                <a:ea typeface="Lato"/>
                <a:cs typeface="Lato"/>
                <a:sym typeface="Lato"/>
              </a:rPr>
              <a:t>Acknowledgment:</a:t>
            </a:r>
            <a:endParaRPr lang="en-US" sz="3500" b="1" spc="-62" dirty="0">
              <a:solidFill>
                <a:srgbClr val="1C191A"/>
              </a:solidFill>
              <a:latin typeface="Lato"/>
              <a:ea typeface="Lato"/>
              <a:cs typeface="Lato"/>
              <a:sym typeface="Lato"/>
            </a:endParaRPr>
          </a:p>
          <a:p>
            <a:pPr algn="ctr">
              <a:lnSpc>
                <a:spcPts val="4605"/>
              </a:lnSpc>
            </a:pPr>
            <a:r>
              <a:rPr lang="en-US" sz="3291" spc="-62" dirty="0">
                <a:solidFill>
                  <a:srgbClr val="1C191A"/>
                </a:solidFill>
                <a:latin typeface="Lato"/>
                <a:ea typeface="Lato"/>
                <a:cs typeface="Lato"/>
                <a:sym typeface="Lato"/>
              </a:rPr>
              <a:t>We thank the AI-FICATION organizing committee</a:t>
            </a:r>
          </a:p>
          <a:p>
            <a:pPr algn="ctr">
              <a:lnSpc>
                <a:spcPts val="4605"/>
              </a:lnSpc>
            </a:pPr>
            <a:r>
              <a:rPr lang="en-US" sz="3291" spc="-62" dirty="0">
                <a:solidFill>
                  <a:srgbClr val="1C191A"/>
                </a:solidFill>
                <a:latin typeface="Lato"/>
                <a:ea typeface="Lato"/>
                <a:cs typeface="Lato"/>
                <a:sym typeface="Lato"/>
              </a:rPr>
              <a:t>and the Department of Electronics &amp; Telecommunication Engineering, CUET, for organizing this</a:t>
            </a:r>
          </a:p>
          <a:p>
            <a:pPr algn="ctr">
              <a:lnSpc>
                <a:spcPts val="4608"/>
              </a:lnSpc>
            </a:pPr>
            <a:r>
              <a:rPr lang="en-US" sz="3292" spc="-65" dirty="0">
                <a:solidFill>
                  <a:srgbClr val="1C191A"/>
                </a:solidFill>
                <a:latin typeface="Lato"/>
                <a:ea typeface="Lato"/>
                <a:cs typeface="Lato"/>
                <a:sym typeface="Lato"/>
              </a:rPr>
              <a:t>competition.</a:t>
            </a:r>
          </a:p>
        </p:txBody>
      </p:sp>
    </p:spTree>
    <p:extLst>
      <p:ext uri="{BB962C8B-B14F-4D97-AF65-F5344CB8AC3E}">
        <p14:creationId xmlns:p14="http://schemas.microsoft.com/office/powerpoint/2010/main" val="24047262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253439"/>
        </a:solidFill>
        <a:effectLst/>
      </p:bgPr>
    </p:bg>
    <p:spTree>
      <p:nvGrpSpPr>
        <p:cNvPr id="1" name=""/>
        <p:cNvGrpSpPr/>
        <p:nvPr/>
      </p:nvGrpSpPr>
      <p:grpSpPr>
        <a:xfrm>
          <a:off x="0" y="0"/>
          <a:ext cx="0" cy="0"/>
          <a:chOff x="0" y="0"/>
          <a:chExt cx="0" cy="0"/>
        </a:xfrm>
      </p:grpSpPr>
      <p:sp>
        <p:nvSpPr>
          <p:cNvPr id="2" name="TextBox 2"/>
          <p:cNvSpPr txBox="1"/>
          <p:nvPr/>
        </p:nvSpPr>
        <p:spPr>
          <a:xfrm>
            <a:off x="4915458" y="3184093"/>
            <a:ext cx="8457083" cy="3489960"/>
          </a:xfrm>
          <a:prstGeom prst="rect">
            <a:avLst/>
          </a:prstGeom>
        </p:spPr>
        <p:txBody>
          <a:bodyPr lIns="0" tIns="0" rIns="0" bIns="0" rtlCol="0" anchor="t">
            <a:spAutoFit/>
          </a:bodyPr>
          <a:lstStyle/>
          <a:p>
            <a:pPr algn="ctr">
              <a:lnSpc>
                <a:spcPts val="14400"/>
              </a:lnSpc>
            </a:pPr>
            <a:r>
              <a:rPr lang="en-US" sz="14400">
                <a:solidFill>
                  <a:srgbClr val="F6F4F1"/>
                </a:solidFill>
                <a:latin typeface="Lato"/>
                <a:ea typeface="Lato"/>
                <a:cs typeface="Lato"/>
                <a:sym typeface="Lato"/>
              </a:rPr>
              <a:t>Thank You</a:t>
            </a:r>
          </a:p>
        </p:txBody>
      </p:sp>
      <p:sp>
        <p:nvSpPr>
          <p:cNvPr id="3" name="Freeform 3"/>
          <p:cNvSpPr/>
          <p:nvPr/>
        </p:nvSpPr>
        <p:spPr>
          <a:xfrm>
            <a:off x="6297681" y="7179906"/>
            <a:ext cx="5547977" cy="225880"/>
          </a:xfrm>
          <a:custGeom>
            <a:avLst/>
            <a:gdLst/>
            <a:ahLst/>
            <a:cxnLst/>
            <a:rect l="l" t="t" r="r" b="b"/>
            <a:pathLst>
              <a:path w="5547977" h="225880">
                <a:moveTo>
                  <a:pt x="0" y="0"/>
                </a:moveTo>
                <a:lnTo>
                  <a:pt x="5547977" y="0"/>
                </a:lnTo>
                <a:lnTo>
                  <a:pt x="5547977" y="225880"/>
                </a:lnTo>
                <a:lnTo>
                  <a:pt x="0" y="22588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a:off x="15418630" y="1130365"/>
            <a:ext cx="1410805" cy="274763"/>
          </a:xfrm>
          <a:custGeom>
            <a:avLst/>
            <a:gdLst/>
            <a:ahLst/>
            <a:cxnLst/>
            <a:rect l="l" t="t" r="r" b="b"/>
            <a:pathLst>
              <a:path w="1410805" h="274763">
                <a:moveTo>
                  <a:pt x="0" y="0"/>
                </a:moveTo>
                <a:lnTo>
                  <a:pt x="1410805" y="0"/>
                </a:lnTo>
                <a:lnTo>
                  <a:pt x="1410805" y="274763"/>
                </a:lnTo>
                <a:lnTo>
                  <a:pt x="0" y="27476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5" name="TextBox 5"/>
          <p:cNvSpPr txBox="1"/>
          <p:nvPr/>
        </p:nvSpPr>
        <p:spPr>
          <a:xfrm>
            <a:off x="5347676" y="7986810"/>
            <a:ext cx="7592648" cy="516255"/>
          </a:xfrm>
          <a:prstGeom prst="rect">
            <a:avLst/>
          </a:prstGeom>
        </p:spPr>
        <p:txBody>
          <a:bodyPr lIns="0" tIns="0" rIns="0" bIns="0" rtlCol="0" anchor="t">
            <a:spAutoFit/>
          </a:bodyPr>
          <a:lstStyle/>
          <a:p>
            <a:pPr algn="ctr">
              <a:lnSpc>
                <a:spcPts val="4288"/>
              </a:lnSpc>
            </a:pPr>
            <a:r>
              <a:rPr lang="en-US" sz="3898" b="1">
                <a:solidFill>
                  <a:srgbClr val="F6F4F1"/>
                </a:solidFill>
                <a:latin typeface="Lato Bold"/>
                <a:ea typeface="Lato Bold"/>
                <a:cs typeface="Lato Bold"/>
                <a:sym typeface="Lato Bold"/>
              </a:rPr>
              <a:t>Any Question?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623</TotalTime>
  <Words>1207</Words>
  <Application>Microsoft Office PowerPoint</Application>
  <PresentationFormat>Custom</PresentationFormat>
  <Paragraphs>213</Paragraphs>
  <Slides>21</Slides>
  <Notes>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21</vt:i4>
      </vt:variant>
    </vt:vector>
  </HeadingPairs>
  <TitlesOfParts>
    <vt:vector size="32" baseType="lpstr">
      <vt:lpstr>Google Sans Text</vt:lpstr>
      <vt:lpstr>Aptos</vt:lpstr>
      <vt:lpstr>Arial MT Pro Bold</vt:lpstr>
      <vt:lpstr>Lato Bold</vt:lpstr>
      <vt:lpstr>Arial</vt:lpstr>
      <vt:lpstr>Calibri</vt:lpstr>
      <vt:lpstr>Lato</vt:lpstr>
      <vt:lpstr>Google Sans</vt:lpstr>
      <vt:lpstr>Arial MT Pro</vt:lpstr>
      <vt:lpstr>Roboto Mono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Transcribing Regional Bangladeshi Dialects: A Fine-tuned Whisper Approach with LLM-based Post-Processing</dc:title>
  <cp:lastModifiedBy>Nasiat Hasan Fahim</cp:lastModifiedBy>
  <cp:revision>14</cp:revision>
  <dcterms:created xsi:type="dcterms:W3CDTF">2006-08-16T00:00:00Z</dcterms:created>
  <dcterms:modified xsi:type="dcterms:W3CDTF">2025-11-22T03:57:20Z</dcterms:modified>
  <dc:identifier>DAG5Jy4k6kQ</dc:identifier>
</cp:coreProperties>
</file>